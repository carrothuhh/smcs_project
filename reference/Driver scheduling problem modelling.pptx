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50"/>
  </p:notesMasterIdLst>
  <p:sldIdLst>
    <p:sldId id="256" r:id="rId3"/>
    <p:sldId id="257" r:id="rId4"/>
    <p:sldId id="258" r:id="rId5"/>
    <p:sldId id="259" r:id="rId6"/>
    <p:sldId id="296" r:id="rId7"/>
    <p:sldId id="260" r:id="rId8"/>
    <p:sldId id="262" r:id="rId9"/>
    <p:sldId id="261" r:id="rId10"/>
    <p:sldId id="303" r:id="rId11"/>
    <p:sldId id="263" r:id="rId12"/>
    <p:sldId id="297" r:id="rId13"/>
    <p:sldId id="298" r:id="rId14"/>
    <p:sldId id="299" r:id="rId15"/>
    <p:sldId id="264" r:id="rId16"/>
    <p:sldId id="302" r:id="rId17"/>
    <p:sldId id="301" r:id="rId18"/>
    <p:sldId id="275" r:id="rId19"/>
    <p:sldId id="265" r:id="rId20"/>
    <p:sldId id="266" r:id="rId21"/>
    <p:sldId id="267" r:id="rId22"/>
    <p:sldId id="268" r:id="rId23"/>
    <p:sldId id="269" r:id="rId24"/>
    <p:sldId id="270" r:id="rId25"/>
    <p:sldId id="271" r:id="rId26"/>
    <p:sldId id="272" r:id="rId27"/>
    <p:sldId id="273" r:id="rId28"/>
    <p:sldId id="274" r:id="rId29"/>
    <p:sldId id="276" r:id="rId30"/>
    <p:sldId id="277" r:id="rId31"/>
    <p:sldId id="278" r:id="rId32"/>
    <p:sldId id="279" r:id="rId33"/>
    <p:sldId id="280" r:id="rId34"/>
    <p:sldId id="281" r:id="rId35"/>
    <p:sldId id="282" r:id="rId36"/>
    <p:sldId id="283" r:id="rId37"/>
    <p:sldId id="284" r:id="rId38"/>
    <p:sldId id="285" r:id="rId39"/>
    <p:sldId id="286" r:id="rId40"/>
    <p:sldId id="287" r:id="rId41"/>
    <p:sldId id="288" r:id="rId42"/>
    <p:sldId id="289" r:id="rId43"/>
    <p:sldId id="290" r:id="rId44"/>
    <p:sldId id="291" r:id="rId45"/>
    <p:sldId id="292" r:id="rId46"/>
    <p:sldId id="293" r:id="rId47"/>
    <p:sldId id="294" r:id="rId48"/>
    <p:sldId id="295" r:id="rId49"/>
  </p:sldIdLst>
  <p:sldSz cx="9144000" cy="5143500" type="screen16x9"/>
  <p:notesSz cx="6858000" cy="9144000"/>
  <p:embeddedFontLst>
    <p:embeddedFont>
      <p:font typeface="Amatic SC" panose="00000500000000000000" pitchFamily="2" charset="-79"/>
      <p:regular r:id="rId51"/>
      <p:bold r:id="rId52"/>
    </p:embeddedFont>
    <p:embeddedFont>
      <p:font typeface="Anaheim" panose="02020500000000000000" charset="0"/>
      <p:regular r:id="rId53"/>
      <p:bold r:id="rId54"/>
    </p:embeddedFont>
    <p:embeddedFont>
      <p:font typeface="Cambria Math" panose="02040503050406030204" pitchFamily="18" charset="0"/>
      <p:regular r:id="rId55"/>
    </p:embeddedFont>
    <p:embeddedFont>
      <p:font typeface="Nunito Light" pitchFamily="2" charset="0"/>
      <p:regular r:id="rId56"/>
      <p:italic r:id="rId57"/>
    </p:embeddedFont>
    <p:embeddedFont>
      <p:font typeface="Proxima Nova" panose="02020500000000000000" charset="0"/>
      <p:regular r:id="rId58"/>
      <p:bold r:id="rId59"/>
      <p:italic r:id="rId60"/>
      <p:boldItalic r:id="rId61"/>
    </p:embeddedFont>
    <p:embeddedFont>
      <p:font typeface="Quicksand" panose="02020500000000000000" charset="0"/>
      <p:regular r:id="rId62"/>
      <p:bold r:id="rId63"/>
    </p:embeddedFont>
    <p:embeddedFont>
      <p:font typeface="Quicksand Medium" panose="02020500000000000000" charset="0"/>
      <p:regular r:id="rId64"/>
      <p:bold r:id="rId65"/>
    </p:embeddedFont>
    <p:embeddedFont>
      <p:font typeface="Quicksand SemiBold" panose="02020500000000000000" charset="0"/>
      <p:regular r:id="rId66"/>
      <p:bold r:id="rId67"/>
    </p:embeddedFont>
    <p:embeddedFont>
      <p:font typeface="Roboto Medium" panose="02000000000000000000" pitchFamily="2" charset="0"/>
      <p:regular r:id="rId68"/>
      <p:bold r:id="rId69"/>
      <p:italic r:id="rId70"/>
      <p:boldItalic r:id="rId7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2164" userDrawn="1">
          <p15:clr>
            <a:srgbClr val="A4A3A4"/>
          </p15:clr>
        </p15:guide>
        <p15:guide id="2" pos="2880" userDrawn="1">
          <p15:clr>
            <a:srgbClr val="A4A3A4"/>
          </p15:clr>
        </p15:guide>
        <p15:guide id="3" orient="horz" pos="62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6A8D1"/>
    <a:srgbClr val="7A7AA7"/>
    <a:srgbClr val="21092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C6D18687-D70A-4D2C-84B8-69CE667B2E3D}">
  <a:tblStyle styleId="{C6D18687-D70A-4D2C-84B8-69CE667B2E3D}"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0EB3B5B1-AB33-488E-BF12-CDE879368F06}"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72833802-FEF1-4C79-8D5D-14CF1EAF98D9}" styleName="淺色樣式 2 - 輔色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79" d="100"/>
          <a:sy n="79" d="100"/>
        </p:scale>
        <p:origin x="1316" y="204"/>
      </p:cViewPr>
      <p:guideLst>
        <p:guide orient="horz" pos="2164"/>
        <p:guide pos="2880"/>
        <p:guide orient="horz" pos="622"/>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3.fntdata"/><Relationship Id="rId68" Type="http://schemas.openxmlformats.org/officeDocument/2006/relationships/font" Target="fonts/font18.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font" Target="fonts/font3.fntdata"/><Relationship Id="rId58" Type="http://schemas.openxmlformats.org/officeDocument/2006/relationships/font" Target="fonts/font8.fntdata"/><Relationship Id="rId66" Type="http://schemas.openxmlformats.org/officeDocument/2006/relationships/font" Target="fonts/font16.fntdata"/><Relationship Id="rId74"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font" Target="fonts/font11.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6.fntdata"/><Relationship Id="rId64" Type="http://schemas.openxmlformats.org/officeDocument/2006/relationships/font" Target="fonts/font14.fntdata"/><Relationship Id="rId69" Type="http://schemas.openxmlformats.org/officeDocument/2006/relationships/font" Target="fonts/font19.fntdata"/><Relationship Id="rId8" Type="http://schemas.openxmlformats.org/officeDocument/2006/relationships/slide" Target="slides/slide6.xml"/><Relationship Id="rId51" Type="http://schemas.openxmlformats.org/officeDocument/2006/relationships/font" Target="fonts/font1.fntdata"/><Relationship Id="rId72"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9.fntdata"/><Relationship Id="rId67" Type="http://schemas.openxmlformats.org/officeDocument/2006/relationships/font" Target="fonts/font17.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4.fntdata"/><Relationship Id="rId62" Type="http://schemas.openxmlformats.org/officeDocument/2006/relationships/font" Target="fonts/font12.fntdata"/><Relationship Id="rId70" Type="http://schemas.openxmlformats.org/officeDocument/2006/relationships/font" Target="fonts/font20.fntdata"/><Relationship Id="rId75"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7.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2.fntdata"/><Relationship Id="rId60" Type="http://schemas.openxmlformats.org/officeDocument/2006/relationships/font" Target="fonts/font10.fntdata"/><Relationship Id="rId65" Type="http://schemas.openxmlformats.org/officeDocument/2006/relationships/font" Target="fonts/font15.fntdata"/><Relationship Id="rId73"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notesMaster" Target="notesMasters/notesMaster1.xml"/><Relationship Id="rId55" Type="http://schemas.openxmlformats.org/officeDocument/2006/relationships/font" Target="fonts/font5.fntdata"/><Relationship Id="rId76" Type="http://schemas.microsoft.com/office/2016/11/relationships/changesInfo" Target="changesInfos/changesInfo1.xml"/><Relationship Id="rId7" Type="http://schemas.openxmlformats.org/officeDocument/2006/relationships/slide" Target="slides/slide5.xml"/><Relationship Id="rId71" Type="http://schemas.openxmlformats.org/officeDocument/2006/relationships/font" Target="fonts/font21.fntdata"/></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Ian Tung" userId="abfc412d03a3ca0d" providerId="LiveId" clId="{42EC2797-CEDD-48B9-B66E-5A18257F34BB}"/>
    <pc:docChg chg="undo custSel addSld delSld modSld">
      <pc:chgData name="Ian Tung" userId="abfc412d03a3ca0d" providerId="LiveId" clId="{42EC2797-CEDD-48B9-B66E-5A18257F34BB}" dt="2026-02-25T13:17:19.675" v="190" actId="20577"/>
      <pc:docMkLst>
        <pc:docMk/>
      </pc:docMkLst>
      <pc:sldChg chg="addSp modSp mod">
        <pc:chgData name="Ian Tung" userId="abfc412d03a3ca0d" providerId="LiveId" clId="{42EC2797-CEDD-48B9-B66E-5A18257F34BB}" dt="2026-02-25T12:24:09.035" v="185" actId="20577"/>
        <pc:sldMkLst>
          <pc:docMk/>
          <pc:sldMk cId="0" sldId="256"/>
        </pc:sldMkLst>
        <pc:spChg chg="add mod">
          <ac:chgData name="Ian Tung" userId="abfc412d03a3ca0d" providerId="LiveId" clId="{42EC2797-CEDD-48B9-B66E-5A18257F34BB}" dt="2026-02-25T12:24:09.035" v="185" actId="20577"/>
          <ac:spMkLst>
            <pc:docMk/>
            <pc:sldMk cId="0" sldId="256"/>
            <ac:spMk id="2" creationId="{24EE64FF-8E76-171B-35E9-5727A5C7A6E2}"/>
          </ac:spMkLst>
        </pc:spChg>
      </pc:sldChg>
      <pc:sldChg chg="modSp mod modShow">
        <pc:chgData name="Ian Tung" userId="abfc412d03a3ca0d" providerId="LiveId" clId="{42EC2797-CEDD-48B9-B66E-5A18257F34BB}" dt="2026-02-25T12:23:24.660" v="184" actId="20577"/>
        <pc:sldMkLst>
          <pc:docMk/>
          <pc:sldMk cId="0" sldId="258"/>
        </pc:sldMkLst>
        <pc:spChg chg="mod">
          <ac:chgData name="Ian Tung" userId="abfc412d03a3ca0d" providerId="LiveId" clId="{42EC2797-CEDD-48B9-B66E-5A18257F34BB}" dt="2026-02-25T12:21:23.509" v="138" actId="113"/>
          <ac:spMkLst>
            <pc:docMk/>
            <pc:sldMk cId="0" sldId="258"/>
            <ac:spMk id="221" creationId="{00000000-0000-0000-0000-000000000000}"/>
          </ac:spMkLst>
        </pc:spChg>
        <pc:spChg chg="mod">
          <ac:chgData name="Ian Tung" userId="abfc412d03a3ca0d" providerId="LiveId" clId="{42EC2797-CEDD-48B9-B66E-5A18257F34BB}" dt="2026-02-25T12:21:20.690" v="137"/>
          <ac:spMkLst>
            <pc:docMk/>
            <pc:sldMk cId="0" sldId="258"/>
            <ac:spMk id="222" creationId="{00000000-0000-0000-0000-000000000000}"/>
          </ac:spMkLst>
        </pc:spChg>
        <pc:spChg chg="mod">
          <ac:chgData name="Ian Tung" userId="abfc412d03a3ca0d" providerId="LiveId" clId="{42EC2797-CEDD-48B9-B66E-5A18257F34BB}" dt="2026-02-25T12:21:55.568" v="146" actId="20577"/>
          <ac:spMkLst>
            <pc:docMk/>
            <pc:sldMk cId="0" sldId="258"/>
            <ac:spMk id="223" creationId="{00000000-0000-0000-0000-000000000000}"/>
          </ac:spMkLst>
        </pc:spChg>
        <pc:spChg chg="mod">
          <ac:chgData name="Ian Tung" userId="abfc412d03a3ca0d" providerId="LiveId" clId="{42EC2797-CEDD-48B9-B66E-5A18257F34BB}" dt="2026-02-25T12:21:57.359" v="147"/>
          <ac:spMkLst>
            <pc:docMk/>
            <pc:sldMk cId="0" sldId="258"/>
            <ac:spMk id="224" creationId="{00000000-0000-0000-0000-000000000000}"/>
          </ac:spMkLst>
        </pc:spChg>
        <pc:spChg chg="mod">
          <ac:chgData name="Ian Tung" userId="abfc412d03a3ca0d" providerId="LiveId" clId="{42EC2797-CEDD-48B9-B66E-5A18257F34BB}" dt="2026-02-25T12:23:24.660" v="184" actId="20577"/>
          <ac:spMkLst>
            <pc:docMk/>
            <pc:sldMk cId="0" sldId="258"/>
            <ac:spMk id="225" creationId="{00000000-0000-0000-0000-000000000000}"/>
          </ac:spMkLst>
        </pc:spChg>
        <pc:spChg chg="mod">
          <ac:chgData name="Ian Tung" userId="abfc412d03a3ca0d" providerId="LiveId" clId="{42EC2797-CEDD-48B9-B66E-5A18257F34BB}" dt="2026-02-25T12:22:27.943" v="166" actId="113"/>
          <ac:spMkLst>
            <pc:docMk/>
            <pc:sldMk cId="0" sldId="258"/>
            <ac:spMk id="226" creationId="{00000000-0000-0000-0000-000000000000}"/>
          </ac:spMkLst>
        </pc:spChg>
      </pc:sldChg>
      <pc:sldChg chg="modSp">
        <pc:chgData name="Ian Tung" userId="abfc412d03a3ca0d" providerId="LiveId" clId="{42EC2797-CEDD-48B9-B66E-5A18257F34BB}" dt="2026-02-25T13:17:15.572" v="189" actId="20577"/>
        <pc:sldMkLst>
          <pc:docMk/>
          <pc:sldMk cId="4210172154" sldId="298"/>
        </pc:sldMkLst>
        <pc:spChg chg="mod">
          <ac:chgData name="Ian Tung" userId="abfc412d03a3ca0d" providerId="LiveId" clId="{42EC2797-CEDD-48B9-B66E-5A18257F34BB}" dt="2026-02-25T13:17:15.572" v="189" actId="20577"/>
          <ac:spMkLst>
            <pc:docMk/>
            <pc:sldMk cId="4210172154" sldId="298"/>
            <ac:spMk id="6" creationId="{43C74BC3-0380-F311-E92B-46D782F915C8}"/>
          </ac:spMkLst>
        </pc:spChg>
      </pc:sldChg>
      <pc:sldChg chg="modSp">
        <pc:chgData name="Ian Tung" userId="abfc412d03a3ca0d" providerId="LiveId" clId="{42EC2797-CEDD-48B9-B66E-5A18257F34BB}" dt="2026-02-25T13:17:19.675" v="190" actId="20577"/>
        <pc:sldMkLst>
          <pc:docMk/>
          <pc:sldMk cId="1997213536" sldId="299"/>
        </pc:sldMkLst>
        <pc:spChg chg="mod">
          <ac:chgData name="Ian Tung" userId="abfc412d03a3ca0d" providerId="LiveId" clId="{42EC2797-CEDD-48B9-B66E-5A18257F34BB}" dt="2026-02-25T13:17:19.675" v="190" actId="20577"/>
          <ac:spMkLst>
            <pc:docMk/>
            <pc:sldMk cId="1997213536" sldId="299"/>
            <ac:spMk id="2" creationId="{8CC76FE9-C359-75E2-259D-1C34A81942F2}"/>
          </ac:spMkLst>
        </pc:spChg>
      </pc:sldChg>
      <pc:sldChg chg="addSp delSp modSp add mod">
        <pc:chgData name="Ian Tung" userId="abfc412d03a3ca0d" providerId="LiveId" clId="{42EC2797-CEDD-48B9-B66E-5A18257F34BB}" dt="2026-02-20T12:23:38.515" v="104" actId="20577"/>
        <pc:sldMkLst>
          <pc:docMk/>
          <pc:sldMk cId="417032196" sldId="303"/>
        </pc:sldMkLst>
        <pc:spChg chg="mod">
          <ac:chgData name="Ian Tung" userId="abfc412d03a3ca0d" providerId="LiveId" clId="{42EC2797-CEDD-48B9-B66E-5A18257F34BB}" dt="2026-02-20T12:19:28.295" v="16" actId="20577"/>
          <ac:spMkLst>
            <pc:docMk/>
            <pc:sldMk cId="417032196" sldId="303"/>
            <ac:spMk id="248" creationId="{787F53C9-7EF1-1B29-D0F4-C1D6E0864ADD}"/>
          </ac:spMkLst>
        </pc:spChg>
        <pc:graphicFrameChg chg="add mod modGraphic">
          <ac:chgData name="Ian Tung" userId="abfc412d03a3ca0d" providerId="LiveId" clId="{42EC2797-CEDD-48B9-B66E-5A18257F34BB}" dt="2026-02-20T12:23:38.515" v="104" actId="20577"/>
          <ac:graphicFrameMkLst>
            <pc:docMk/>
            <pc:sldMk cId="417032196" sldId="303"/>
            <ac:graphicFrameMk id="10" creationId="{0F8E955D-E449-6529-C3DA-258DF62CA91D}"/>
          </ac:graphicFrameMkLst>
        </pc:graphicFrameChg>
      </pc:sldChg>
    </pc:docChg>
  </pc:docChgLst>
  <pc:docChgLst>
    <pc:chgData name="Ian Tung" userId="abfc412d03a3ca0d" providerId="LiveId" clId="{62CDBF74-DFFF-4F27-A62A-8B577ED8CEA7}"/>
    <pc:docChg chg="undo custSel addSld delSld modSld sldOrd">
      <pc:chgData name="Ian Tung" userId="abfc412d03a3ca0d" providerId="LiveId" clId="{62CDBF74-DFFF-4F27-A62A-8B577ED8CEA7}" dt="2026-02-25T10:46:05.638" v="646" actId="20577"/>
      <pc:docMkLst>
        <pc:docMk/>
      </pc:docMkLst>
      <pc:sldChg chg="modSp mod">
        <pc:chgData name="Ian Tung" userId="abfc412d03a3ca0d" providerId="LiveId" clId="{62CDBF74-DFFF-4F27-A62A-8B577ED8CEA7}" dt="2026-02-24T15:59:13.181" v="637" actId="20577"/>
        <pc:sldMkLst>
          <pc:docMk/>
          <pc:sldMk cId="0" sldId="259"/>
        </pc:sldMkLst>
        <pc:spChg chg="mod">
          <ac:chgData name="Ian Tung" userId="abfc412d03a3ca0d" providerId="LiveId" clId="{62CDBF74-DFFF-4F27-A62A-8B577ED8CEA7}" dt="2026-02-24T15:59:13.181" v="637" actId="20577"/>
          <ac:spMkLst>
            <pc:docMk/>
            <pc:sldMk cId="0" sldId="259"/>
            <ac:spMk id="233" creationId="{00000000-0000-0000-0000-000000000000}"/>
          </ac:spMkLst>
        </pc:spChg>
      </pc:sldChg>
      <pc:sldChg chg="addSp delSp modSp mod">
        <pc:chgData name="Ian Tung" userId="abfc412d03a3ca0d" providerId="LiveId" clId="{62CDBF74-DFFF-4F27-A62A-8B577ED8CEA7}" dt="2026-02-19T15:21:14.178" v="360" actId="1076"/>
        <pc:sldMkLst>
          <pc:docMk/>
          <pc:sldMk cId="0" sldId="261"/>
        </pc:sldMkLst>
        <pc:spChg chg="add mod">
          <ac:chgData name="Ian Tung" userId="abfc412d03a3ca0d" providerId="LiveId" clId="{62CDBF74-DFFF-4F27-A62A-8B577ED8CEA7}" dt="2026-02-19T13:41:01.365" v="123" actId="1076"/>
          <ac:spMkLst>
            <pc:docMk/>
            <pc:sldMk cId="0" sldId="261"/>
            <ac:spMk id="7" creationId="{F161F341-4479-A4E1-DC87-5E45D79E1BB8}"/>
          </ac:spMkLst>
        </pc:spChg>
        <pc:spChg chg="add mod">
          <ac:chgData name="Ian Tung" userId="abfc412d03a3ca0d" providerId="LiveId" clId="{62CDBF74-DFFF-4F27-A62A-8B577ED8CEA7}" dt="2026-02-19T13:44:59.793" v="147" actId="113"/>
          <ac:spMkLst>
            <pc:docMk/>
            <pc:sldMk cId="0" sldId="261"/>
            <ac:spMk id="8" creationId="{B78D9CF9-376C-6501-0A80-12E9526E2016}"/>
          </ac:spMkLst>
        </pc:spChg>
        <pc:spChg chg="mod topLvl">
          <ac:chgData name="Ian Tung" userId="abfc412d03a3ca0d" providerId="LiveId" clId="{62CDBF74-DFFF-4F27-A62A-8B577ED8CEA7}" dt="2026-02-19T13:39:00.261" v="106" actId="165"/>
          <ac:spMkLst>
            <pc:docMk/>
            <pc:sldMk cId="0" sldId="261"/>
            <ac:spMk id="46" creationId="{83279DE8-EFFF-403F-6D76-841C706EFEEB}"/>
          </ac:spMkLst>
        </pc:spChg>
        <pc:spChg chg="mod topLvl">
          <ac:chgData name="Ian Tung" userId="abfc412d03a3ca0d" providerId="LiveId" clId="{62CDBF74-DFFF-4F27-A62A-8B577ED8CEA7}" dt="2026-02-19T13:39:23.572" v="109" actId="1076"/>
          <ac:spMkLst>
            <pc:docMk/>
            <pc:sldMk cId="0" sldId="261"/>
            <ac:spMk id="47" creationId="{0C84946A-2E4D-7CE5-BFC8-173CF3FE6125}"/>
          </ac:spMkLst>
        </pc:spChg>
        <pc:spChg chg="mod topLvl">
          <ac:chgData name="Ian Tung" userId="abfc412d03a3ca0d" providerId="LiveId" clId="{62CDBF74-DFFF-4F27-A62A-8B577ED8CEA7}" dt="2026-02-19T13:39:28.722" v="110" actId="1076"/>
          <ac:spMkLst>
            <pc:docMk/>
            <pc:sldMk cId="0" sldId="261"/>
            <ac:spMk id="49" creationId="{16DA96CE-9EF6-99F8-1775-04DC3181106F}"/>
          </ac:spMkLst>
        </pc:spChg>
        <pc:spChg chg="mod topLvl">
          <ac:chgData name="Ian Tung" userId="abfc412d03a3ca0d" providerId="LiveId" clId="{62CDBF74-DFFF-4F27-A62A-8B577ED8CEA7}" dt="2026-02-19T13:39:16.473" v="108" actId="1076"/>
          <ac:spMkLst>
            <pc:docMk/>
            <pc:sldMk cId="0" sldId="261"/>
            <ac:spMk id="50" creationId="{1A4760EE-010E-71AA-5CFC-DFFF401D5B4E}"/>
          </ac:spMkLst>
        </pc:spChg>
        <pc:spChg chg="mod">
          <ac:chgData name="Ian Tung" userId="abfc412d03a3ca0d" providerId="LiveId" clId="{62CDBF74-DFFF-4F27-A62A-8B577ED8CEA7}" dt="2026-02-19T13:39:28.722" v="110" actId="1076"/>
          <ac:spMkLst>
            <pc:docMk/>
            <pc:sldMk cId="0" sldId="261"/>
            <ac:spMk id="55" creationId="{B3B58ECB-B4A6-FE9A-11EE-73BB081DFA48}"/>
          </ac:spMkLst>
        </pc:spChg>
        <pc:spChg chg="mod">
          <ac:chgData name="Ian Tung" userId="abfc412d03a3ca0d" providerId="LiveId" clId="{62CDBF74-DFFF-4F27-A62A-8B577ED8CEA7}" dt="2026-02-19T13:39:32.639" v="111" actId="1076"/>
          <ac:spMkLst>
            <pc:docMk/>
            <pc:sldMk cId="0" sldId="261"/>
            <ac:spMk id="56" creationId="{64D91B8A-F836-6416-79F1-9A272661D671}"/>
          </ac:spMkLst>
        </pc:spChg>
        <pc:spChg chg="mod">
          <ac:chgData name="Ian Tung" userId="abfc412d03a3ca0d" providerId="LiveId" clId="{62CDBF74-DFFF-4F27-A62A-8B577ED8CEA7}" dt="2026-02-19T15:21:14.178" v="360" actId="1076"/>
          <ac:spMkLst>
            <pc:docMk/>
            <pc:sldMk cId="0" sldId="261"/>
            <ac:spMk id="248" creationId="{00000000-0000-0000-0000-000000000000}"/>
          </ac:spMkLst>
        </pc:spChg>
        <pc:spChg chg="mod">
          <ac:chgData name="Ian Tung" userId="abfc412d03a3ca0d" providerId="LiveId" clId="{62CDBF74-DFFF-4F27-A62A-8B577ED8CEA7}" dt="2026-02-19T13:41:06.627" v="125" actId="1076"/>
          <ac:spMkLst>
            <pc:docMk/>
            <pc:sldMk cId="0" sldId="261"/>
            <ac:spMk id="251" creationId="{00000000-0000-0000-0000-000000000000}"/>
          </ac:spMkLst>
        </pc:spChg>
        <pc:cxnChg chg="add mod">
          <ac:chgData name="Ian Tung" userId="abfc412d03a3ca0d" providerId="LiveId" clId="{62CDBF74-DFFF-4F27-A62A-8B577ED8CEA7}" dt="2026-02-19T13:42:14.282" v="136" actId="1076"/>
          <ac:cxnSpMkLst>
            <pc:docMk/>
            <pc:sldMk cId="0" sldId="261"/>
            <ac:cxnSpMk id="9" creationId="{44300238-43B7-CCA1-CD83-E031D25611CC}"/>
          </ac:cxnSpMkLst>
        </pc:cxnChg>
        <pc:cxnChg chg="mod">
          <ac:chgData name="Ian Tung" userId="abfc412d03a3ca0d" providerId="LiveId" clId="{62CDBF74-DFFF-4F27-A62A-8B577ED8CEA7}" dt="2026-02-19T13:42:37.705" v="143" actId="14100"/>
          <ac:cxnSpMkLst>
            <pc:docMk/>
            <pc:sldMk cId="0" sldId="261"/>
            <ac:cxnSpMk id="45" creationId="{058287DD-B372-E296-AA39-676B68AA4DE8}"/>
          </ac:cxnSpMkLst>
        </pc:cxnChg>
      </pc:sldChg>
      <pc:sldChg chg="modSp mod modShow">
        <pc:chgData name="Ian Tung" userId="abfc412d03a3ca0d" providerId="LiveId" clId="{62CDBF74-DFFF-4F27-A62A-8B577ED8CEA7}" dt="2026-02-19T16:44:29.424" v="529" actId="729"/>
        <pc:sldMkLst>
          <pc:docMk/>
          <pc:sldMk cId="0" sldId="262"/>
        </pc:sldMkLst>
        <pc:spChg chg="mod">
          <ac:chgData name="Ian Tung" userId="abfc412d03a3ca0d" providerId="LiveId" clId="{62CDBF74-DFFF-4F27-A62A-8B577ED8CEA7}" dt="2026-02-19T15:21:20.398" v="361" actId="1076"/>
          <ac:spMkLst>
            <pc:docMk/>
            <pc:sldMk cId="0" sldId="262"/>
            <ac:spMk id="256" creationId="{00000000-0000-0000-0000-000000000000}"/>
          </ac:spMkLst>
        </pc:spChg>
      </pc:sldChg>
      <pc:sldChg chg="addSp delSp modSp mod">
        <pc:chgData name="Ian Tung" userId="abfc412d03a3ca0d" providerId="LiveId" clId="{62CDBF74-DFFF-4F27-A62A-8B577ED8CEA7}" dt="2026-02-25T10:41:05.697" v="640"/>
        <pc:sldMkLst>
          <pc:docMk/>
          <pc:sldMk cId="0" sldId="263"/>
        </pc:sldMkLst>
        <pc:spChg chg="mod">
          <ac:chgData name="Ian Tung" userId="abfc412d03a3ca0d" providerId="LiveId" clId="{62CDBF74-DFFF-4F27-A62A-8B577ED8CEA7}" dt="2026-02-25T10:41:05.697" v="640"/>
          <ac:spMkLst>
            <pc:docMk/>
            <pc:sldMk cId="0" sldId="263"/>
            <ac:spMk id="59" creationId="{6F1033D0-C6AD-E730-B7D9-265E368964E7}"/>
          </ac:spMkLst>
        </pc:spChg>
        <pc:spChg chg="mod">
          <ac:chgData name="Ian Tung" userId="abfc412d03a3ca0d" providerId="LiveId" clId="{62CDBF74-DFFF-4F27-A62A-8B577ED8CEA7}" dt="2026-02-25T10:41:02.100" v="639"/>
          <ac:spMkLst>
            <pc:docMk/>
            <pc:sldMk cId="0" sldId="263"/>
            <ac:spMk id="60" creationId="{EBD1B4C2-CE0E-3075-EB97-7C18C59C2BC5}"/>
          </ac:spMkLst>
        </pc:spChg>
        <pc:spChg chg="mod">
          <ac:chgData name="Ian Tung" userId="abfc412d03a3ca0d" providerId="LiveId" clId="{62CDBF74-DFFF-4F27-A62A-8B577ED8CEA7}" dt="2026-02-19T15:21:04.263" v="359" actId="1076"/>
          <ac:spMkLst>
            <pc:docMk/>
            <pc:sldMk cId="0" sldId="263"/>
            <ac:spMk id="62" creationId="{6E91DB55-AA4A-5139-66F8-A3762A6D6DA2}"/>
          </ac:spMkLst>
        </pc:spChg>
        <pc:spChg chg="mod">
          <ac:chgData name="Ian Tung" userId="abfc412d03a3ca0d" providerId="LiveId" clId="{62CDBF74-DFFF-4F27-A62A-8B577ED8CEA7}" dt="2026-02-25T10:40:56.266" v="638"/>
          <ac:spMkLst>
            <pc:docMk/>
            <pc:sldMk cId="0" sldId="263"/>
            <ac:spMk id="273" creationId="{00000000-0000-0000-0000-000000000000}"/>
          </ac:spMkLst>
        </pc:spChg>
      </pc:sldChg>
      <pc:sldChg chg="addSp delSp modSp mod modShow">
        <pc:chgData name="Ian Tung" userId="abfc412d03a3ca0d" providerId="LiveId" clId="{62CDBF74-DFFF-4F27-A62A-8B577ED8CEA7}" dt="2026-02-19T15:36:25.927" v="465"/>
        <pc:sldMkLst>
          <pc:docMk/>
          <pc:sldMk cId="0" sldId="264"/>
        </pc:sldMkLst>
        <pc:spChg chg="mod">
          <ac:chgData name="Ian Tung" userId="abfc412d03a3ca0d" providerId="LiveId" clId="{62CDBF74-DFFF-4F27-A62A-8B577ED8CEA7}" dt="2026-02-19T15:24:23.381" v="395"/>
          <ac:spMkLst>
            <pc:docMk/>
            <pc:sldMk cId="0" sldId="264"/>
            <ac:spMk id="15" creationId="{19C9BC28-C846-6DBE-5CAB-5A51CF827E47}"/>
          </ac:spMkLst>
        </pc:spChg>
        <pc:spChg chg="mod">
          <ac:chgData name="Ian Tung" userId="abfc412d03a3ca0d" providerId="LiveId" clId="{62CDBF74-DFFF-4F27-A62A-8B577ED8CEA7}" dt="2026-02-19T15:24:23.381" v="395"/>
          <ac:spMkLst>
            <pc:docMk/>
            <pc:sldMk cId="0" sldId="264"/>
            <ac:spMk id="16" creationId="{91C8595B-2CEF-5AEF-B0E7-9770BCDC1D5B}"/>
          </ac:spMkLst>
        </pc:spChg>
        <pc:spChg chg="add mod">
          <ac:chgData name="Ian Tung" userId="abfc412d03a3ca0d" providerId="LiveId" clId="{62CDBF74-DFFF-4F27-A62A-8B577ED8CEA7}" dt="2026-02-19T15:31:40.522" v="445" actId="1076"/>
          <ac:spMkLst>
            <pc:docMk/>
            <pc:sldMk cId="0" sldId="264"/>
            <ac:spMk id="17" creationId="{518D3E0B-268E-B138-5297-9B362DC2A03F}"/>
          </ac:spMkLst>
        </pc:spChg>
        <pc:spChg chg="mod">
          <ac:chgData name="Ian Tung" userId="abfc412d03a3ca0d" providerId="LiveId" clId="{62CDBF74-DFFF-4F27-A62A-8B577ED8CEA7}" dt="2026-02-19T15:22:42.841" v="380" actId="113"/>
          <ac:spMkLst>
            <pc:docMk/>
            <pc:sldMk cId="0" sldId="264"/>
            <ac:spMk id="280" creationId="{00000000-0000-0000-0000-000000000000}"/>
          </ac:spMkLst>
        </pc:spChg>
        <pc:spChg chg="mod">
          <ac:chgData name="Ian Tung" userId="abfc412d03a3ca0d" providerId="LiveId" clId="{62CDBF74-DFFF-4F27-A62A-8B577ED8CEA7}" dt="2026-02-19T15:36:19.562" v="464"/>
          <ac:spMkLst>
            <pc:docMk/>
            <pc:sldMk cId="0" sldId="264"/>
            <ac:spMk id="290" creationId="{00000000-0000-0000-0000-000000000000}"/>
          </ac:spMkLst>
        </pc:spChg>
        <pc:spChg chg="mod">
          <ac:chgData name="Ian Tung" userId="abfc412d03a3ca0d" providerId="LiveId" clId="{62CDBF74-DFFF-4F27-A62A-8B577ED8CEA7}" dt="2026-02-19T15:36:25.927" v="465"/>
          <ac:spMkLst>
            <pc:docMk/>
            <pc:sldMk cId="0" sldId="264"/>
            <ac:spMk id="291" creationId="{00000000-0000-0000-0000-000000000000}"/>
          </ac:spMkLst>
        </pc:spChg>
        <pc:grpChg chg="add mod">
          <ac:chgData name="Ian Tung" userId="abfc412d03a3ca0d" providerId="LiveId" clId="{62CDBF74-DFFF-4F27-A62A-8B577ED8CEA7}" dt="2026-02-19T15:31:39.319" v="444" actId="1076"/>
          <ac:grpSpMkLst>
            <pc:docMk/>
            <pc:sldMk cId="0" sldId="264"/>
            <ac:grpSpMk id="14" creationId="{8A29222F-AC5A-DAF0-2733-9FE614D3F1E4}"/>
          </ac:grpSpMkLst>
        </pc:grpChg>
      </pc:sldChg>
      <pc:sldChg chg="mod modShow">
        <pc:chgData name="Ian Tung" userId="abfc412d03a3ca0d" providerId="LiveId" clId="{62CDBF74-DFFF-4F27-A62A-8B577ED8CEA7}" dt="2026-02-19T15:18:42.005" v="349" actId="729"/>
        <pc:sldMkLst>
          <pc:docMk/>
          <pc:sldMk cId="0" sldId="265"/>
        </pc:sldMkLst>
      </pc:sldChg>
      <pc:sldChg chg="mod modShow">
        <pc:chgData name="Ian Tung" userId="abfc412d03a3ca0d" providerId="LiveId" clId="{62CDBF74-DFFF-4F27-A62A-8B577ED8CEA7}" dt="2026-02-19T15:18:42.005" v="349" actId="729"/>
        <pc:sldMkLst>
          <pc:docMk/>
          <pc:sldMk cId="0" sldId="266"/>
        </pc:sldMkLst>
      </pc:sldChg>
      <pc:sldChg chg="mod modShow">
        <pc:chgData name="Ian Tung" userId="abfc412d03a3ca0d" providerId="LiveId" clId="{62CDBF74-DFFF-4F27-A62A-8B577ED8CEA7}" dt="2026-02-19T15:18:42.005" v="349" actId="729"/>
        <pc:sldMkLst>
          <pc:docMk/>
          <pc:sldMk cId="0" sldId="267"/>
        </pc:sldMkLst>
      </pc:sldChg>
      <pc:sldChg chg="mod modShow">
        <pc:chgData name="Ian Tung" userId="abfc412d03a3ca0d" providerId="LiveId" clId="{62CDBF74-DFFF-4F27-A62A-8B577ED8CEA7}" dt="2026-02-19T15:18:42.005" v="349" actId="729"/>
        <pc:sldMkLst>
          <pc:docMk/>
          <pc:sldMk cId="0" sldId="268"/>
        </pc:sldMkLst>
      </pc:sldChg>
      <pc:sldChg chg="mod modShow">
        <pc:chgData name="Ian Tung" userId="abfc412d03a3ca0d" providerId="LiveId" clId="{62CDBF74-DFFF-4F27-A62A-8B577ED8CEA7}" dt="2026-02-19T15:18:42.005" v="349" actId="729"/>
        <pc:sldMkLst>
          <pc:docMk/>
          <pc:sldMk cId="0" sldId="269"/>
        </pc:sldMkLst>
      </pc:sldChg>
      <pc:sldChg chg="mod modShow">
        <pc:chgData name="Ian Tung" userId="abfc412d03a3ca0d" providerId="LiveId" clId="{62CDBF74-DFFF-4F27-A62A-8B577ED8CEA7}" dt="2026-02-19T15:18:42.005" v="349" actId="729"/>
        <pc:sldMkLst>
          <pc:docMk/>
          <pc:sldMk cId="0" sldId="270"/>
        </pc:sldMkLst>
      </pc:sldChg>
      <pc:sldChg chg="mod modShow">
        <pc:chgData name="Ian Tung" userId="abfc412d03a3ca0d" providerId="LiveId" clId="{62CDBF74-DFFF-4F27-A62A-8B577ED8CEA7}" dt="2026-02-19T15:18:42.005" v="349" actId="729"/>
        <pc:sldMkLst>
          <pc:docMk/>
          <pc:sldMk cId="0" sldId="271"/>
        </pc:sldMkLst>
      </pc:sldChg>
      <pc:sldChg chg="mod modShow">
        <pc:chgData name="Ian Tung" userId="abfc412d03a3ca0d" providerId="LiveId" clId="{62CDBF74-DFFF-4F27-A62A-8B577ED8CEA7}" dt="2026-02-19T15:18:42.005" v="349" actId="729"/>
        <pc:sldMkLst>
          <pc:docMk/>
          <pc:sldMk cId="0" sldId="272"/>
        </pc:sldMkLst>
      </pc:sldChg>
      <pc:sldChg chg="mod modShow">
        <pc:chgData name="Ian Tung" userId="abfc412d03a3ca0d" providerId="LiveId" clId="{62CDBF74-DFFF-4F27-A62A-8B577ED8CEA7}" dt="2026-02-19T15:18:42.005" v="349" actId="729"/>
        <pc:sldMkLst>
          <pc:docMk/>
          <pc:sldMk cId="0" sldId="273"/>
        </pc:sldMkLst>
      </pc:sldChg>
      <pc:sldChg chg="mod modShow">
        <pc:chgData name="Ian Tung" userId="abfc412d03a3ca0d" providerId="LiveId" clId="{62CDBF74-DFFF-4F27-A62A-8B577ED8CEA7}" dt="2026-02-19T15:18:42.005" v="349" actId="729"/>
        <pc:sldMkLst>
          <pc:docMk/>
          <pc:sldMk cId="0" sldId="274"/>
        </pc:sldMkLst>
      </pc:sldChg>
      <pc:sldChg chg="addSp delSp modSp mod ord modShow">
        <pc:chgData name="Ian Tung" userId="abfc412d03a3ca0d" providerId="LiveId" clId="{62CDBF74-DFFF-4F27-A62A-8B577ED8CEA7}" dt="2026-02-19T15:23:47.178" v="393" actId="1076"/>
        <pc:sldMkLst>
          <pc:docMk/>
          <pc:sldMk cId="0" sldId="275"/>
        </pc:sldMkLst>
        <pc:spChg chg="mod">
          <ac:chgData name="Ian Tung" userId="abfc412d03a3ca0d" providerId="LiveId" clId="{62CDBF74-DFFF-4F27-A62A-8B577ED8CEA7}" dt="2026-02-19T15:23:47.178" v="393" actId="1076"/>
          <ac:spMkLst>
            <pc:docMk/>
            <pc:sldMk cId="0" sldId="275"/>
            <ac:spMk id="476" creationId="{00000000-0000-0000-0000-000000000000}"/>
          </ac:spMkLst>
        </pc:spChg>
      </pc:sldChg>
      <pc:sldChg chg="mod modShow">
        <pc:chgData name="Ian Tung" userId="abfc412d03a3ca0d" providerId="LiveId" clId="{62CDBF74-DFFF-4F27-A62A-8B577ED8CEA7}" dt="2026-02-19T15:18:42.005" v="349" actId="729"/>
        <pc:sldMkLst>
          <pc:docMk/>
          <pc:sldMk cId="0" sldId="276"/>
        </pc:sldMkLst>
      </pc:sldChg>
      <pc:sldChg chg="mod modShow">
        <pc:chgData name="Ian Tung" userId="abfc412d03a3ca0d" providerId="LiveId" clId="{62CDBF74-DFFF-4F27-A62A-8B577ED8CEA7}" dt="2026-02-19T15:18:42.005" v="349" actId="729"/>
        <pc:sldMkLst>
          <pc:docMk/>
          <pc:sldMk cId="0" sldId="277"/>
        </pc:sldMkLst>
      </pc:sldChg>
      <pc:sldChg chg="mod modShow">
        <pc:chgData name="Ian Tung" userId="abfc412d03a3ca0d" providerId="LiveId" clId="{62CDBF74-DFFF-4F27-A62A-8B577ED8CEA7}" dt="2026-02-19T15:18:42.005" v="349" actId="729"/>
        <pc:sldMkLst>
          <pc:docMk/>
          <pc:sldMk cId="0" sldId="278"/>
        </pc:sldMkLst>
      </pc:sldChg>
      <pc:sldChg chg="mod modShow">
        <pc:chgData name="Ian Tung" userId="abfc412d03a3ca0d" providerId="LiveId" clId="{62CDBF74-DFFF-4F27-A62A-8B577ED8CEA7}" dt="2026-02-19T15:18:42.005" v="349" actId="729"/>
        <pc:sldMkLst>
          <pc:docMk/>
          <pc:sldMk cId="0" sldId="279"/>
        </pc:sldMkLst>
      </pc:sldChg>
      <pc:sldChg chg="mod modShow">
        <pc:chgData name="Ian Tung" userId="abfc412d03a3ca0d" providerId="LiveId" clId="{62CDBF74-DFFF-4F27-A62A-8B577ED8CEA7}" dt="2026-02-19T15:18:42.005" v="349" actId="729"/>
        <pc:sldMkLst>
          <pc:docMk/>
          <pc:sldMk cId="0" sldId="280"/>
        </pc:sldMkLst>
      </pc:sldChg>
      <pc:sldChg chg="mod modShow">
        <pc:chgData name="Ian Tung" userId="abfc412d03a3ca0d" providerId="LiveId" clId="{62CDBF74-DFFF-4F27-A62A-8B577ED8CEA7}" dt="2026-02-19T15:18:42.005" v="349" actId="729"/>
        <pc:sldMkLst>
          <pc:docMk/>
          <pc:sldMk cId="0" sldId="281"/>
        </pc:sldMkLst>
      </pc:sldChg>
      <pc:sldChg chg="mod modShow">
        <pc:chgData name="Ian Tung" userId="abfc412d03a3ca0d" providerId="LiveId" clId="{62CDBF74-DFFF-4F27-A62A-8B577ED8CEA7}" dt="2026-02-19T15:18:42.005" v="349" actId="729"/>
        <pc:sldMkLst>
          <pc:docMk/>
          <pc:sldMk cId="0" sldId="282"/>
        </pc:sldMkLst>
      </pc:sldChg>
      <pc:sldChg chg="mod modShow">
        <pc:chgData name="Ian Tung" userId="abfc412d03a3ca0d" providerId="LiveId" clId="{62CDBF74-DFFF-4F27-A62A-8B577ED8CEA7}" dt="2026-02-19T15:18:42.005" v="349" actId="729"/>
        <pc:sldMkLst>
          <pc:docMk/>
          <pc:sldMk cId="0" sldId="283"/>
        </pc:sldMkLst>
      </pc:sldChg>
      <pc:sldChg chg="mod modShow">
        <pc:chgData name="Ian Tung" userId="abfc412d03a3ca0d" providerId="LiveId" clId="{62CDBF74-DFFF-4F27-A62A-8B577ED8CEA7}" dt="2026-02-19T15:18:42.005" v="349" actId="729"/>
        <pc:sldMkLst>
          <pc:docMk/>
          <pc:sldMk cId="0" sldId="284"/>
        </pc:sldMkLst>
      </pc:sldChg>
      <pc:sldChg chg="mod modShow">
        <pc:chgData name="Ian Tung" userId="abfc412d03a3ca0d" providerId="LiveId" clId="{62CDBF74-DFFF-4F27-A62A-8B577ED8CEA7}" dt="2026-02-19T15:18:42.005" v="349" actId="729"/>
        <pc:sldMkLst>
          <pc:docMk/>
          <pc:sldMk cId="0" sldId="285"/>
        </pc:sldMkLst>
      </pc:sldChg>
      <pc:sldChg chg="mod modShow">
        <pc:chgData name="Ian Tung" userId="abfc412d03a3ca0d" providerId="LiveId" clId="{62CDBF74-DFFF-4F27-A62A-8B577ED8CEA7}" dt="2026-02-19T15:18:42.005" v="349" actId="729"/>
        <pc:sldMkLst>
          <pc:docMk/>
          <pc:sldMk cId="0" sldId="286"/>
        </pc:sldMkLst>
      </pc:sldChg>
      <pc:sldChg chg="mod modShow">
        <pc:chgData name="Ian Tung" userId="abfc412d03a3ca0d" providerId="LiveId" clId="{62CDBF74-DFFF-4F27-A62A-8B577ED8CEA7}" dt="2026-02-19T15:18:42.005" v="349" actId="729"/>
        <pc:sldMkLst>
          <pc:docMk/>
          <pc:sldMk cId="0" sldId="287"/>
        </pc:sldMkLst>
      </pc:sldChg>
      <pc:sldChg chg="mod modShow">
        <pc:chgData name="Ian Tung" userId="abfc412d03a3ca0d" providerId="LiveId" clId="{62CDBF74-DFFF-4F27-A62A-8B577ED8CEA7}" dt="2026-02-19T15:18:42.005" v="349" actId="729"/>
        <pc:sldMkLst>
          <pc:docMk/>
          <pc:sldMk cId="0" sldId="288"/>
        </pc:sldMkLst>
      </pc:sldChg>
      <pc:sldChg chg="mod modShow">
        <pc:chgData name="Ian Tung" userId="abfc412d03a3ca0d" providerId="LiveId" clId="{62CDBF74-DFFF-4F27-A62A-8B577ED8CEA7}" dt="2026-02-19T15:18:42.005" v="349" actId="729"/>
        <pc:sldMkLst>
          <pc:docMk/>
          <pc:sldMk cId="0" sldId="289"/>
        </pc:sldMkLst>
      </pc:sldChg>
      <pc:sldChg chg="mod modShow">
        <pc:chgData name="Ian Tung" userId="abfc412d03a3ca0d" providerId="LiveId" clId="{62CDBF74-DFFF-4F27-A62A-8B577ED8CEA7}" dt="2026-02-19T15:18:42.005" v="349" actId="729"/>
        <pc:sldMkLst>
          <pc:docMk/>
          <pc:sldMk cId="0" sldId="290"/>
        </pc:sldMkLst>
      </pc:sldChg>
      <pc:sldChg chg="mod modShow">
        <pc:chgData name="Ian Tung" userId="abfc412d03a3ca0d" providerId="LiveId" clId="{62CDBF74-DFFF-4F27-A62A-8B577ED8CEA7}" dt="2026-02-19T15:18:42.005" v="349" actId="729"/>
        <pc:sldMkLst>
          <pc:docMk/>
          <pc:sldMk cId="0" sldId="291"/>
        </pc:sldMkLst>
      </pc:sldChg>
      <pc:sldChg chg="mod modShow">
        <pc:chgData name="Ian Tung" userId="abfc412d03a3ca0d" providerId="LiveId" clId="{62CDBF74-DFFF-4F27-A62A-8B577ED8CEA7}" dt="2026-02-19T15:18:42.005" v="349" actId="729"/>
        <pc:sldMkLst>
          <pc:docMk/>
          <pc:sldMk cId="0" sldId="292"/>
        </pc:sldMkLst>
      </pc:sldChg>
      <pc:sldChg chg="mod modShow">
        <pc:chgData name="Ian Tung" userId="abfc412d03a3ca0d" providerId="LiveId" clId="{62CDBF74-DFFF-4F27-A62A-8B577ED8CEA7}" dt="2026-02-19T15:18:42.005" v="349" actId="729"/>
        <pc:sldMkLst>
          <pc:docMk/>
          <pc:sldMk cId="0" sldId="293"/>
        </pc:sldMkLst>
      </pc:sldChg>
      <pc:sldChg chg="mod modShow">
        <pc:chgData name="Ian Tung" userId="abfc412d03a3ca0d" providerId="LiveId" clId="{62CDBF74-DFFF-4F27-A62A-8B577ED8CEA7}" dt="2026-02-19T15:18:42.005" v="349" actId="729"/>
        <pc:sldMkLst>
          <pc:docMk/>
          <pc:sldMk cId="0" sldId="294"/>
        </pc:sldMkLst>
      </pc:sldChg>
      <pc:sldChg chg="mod modShow">
        <pc:chgData name="Ian Tung" userId="abfc412d03a3ca0d" providerId="LiveId" clId="{62CDBF74-DFFF-4F27-A62A-8B577ED8CEA7}" dt="2026-02-19T15:18:42.005" v="349" actId="729"/>
        <pc:sldMkLst>
          <pc:docMk/>
          <pc:sldMk cId="0" sldId="295"/>
        </pc:sldMkLst>
      </pc:sldChg>
      <pc:sldChg chg="modSp mod">
        <pc:chgData name="Ian Tung" userId="abfc412d03a3ca0d" providerId="LiveId" clId="{62CDBF74-DFFF-4F27-A62A-8B577ED8CEA7}" dt="2026-02-24T10:25:07.271" v="605" actId="20577"/>
        <pc:sldMkLst>
          <pc:docMk/>
          <pc:sldMk cId="4155801661" sldId="296"/>
        </pc:sldMkLst>
        <pc:spChg chg="mod">
          <ac:chgData name="Ian Tung" userId="abfc412d03a3ca0d" providerId="LiveId" clId="{62CDBF74-DFFF-4F27-A62A-8B577ED8CEA7}" dt="2026-02-19T15:21:25.190" v="362" actId="1076"/>
          <ac:spMkLst>
            <pc:docMk/>
            <pc:sldMk cId="4155801661" sldId="296"/>
            <ac:spMk id="280" creationId="{703CE409-4FB6-C9C9-A038-E88D1755EF4E}"/>
          </ac:spMkLst>
        </pc:spChg>
        <pc:spChg chg="mod">
          <ac:chgData name="Ian Tung" userId="abfc412d03a3ca0d" providerId="LiveId" clId="{62CDBF74-DFFF-4F27-A62A-8B577ED8CEA7}" dt="2026-02-24T10:25:07.271" v="605" actId="20577"/>
          <ac:spMkLst>
            <pc:docMk/>
            <pc:sldMk cId="4155801661" sldId="296"/>
            <ac:spMk id="286" creationId="{18772D91-DA17-3ED2-32AF-630D7377CA7E}"/>
          </ac:spMkLst>
        </pc:spChg>
      </pc:sldChg>
      <pc:sldChg chg="addSp delSp modSp add mod">
        <pc:chgData name="Ian Tung" userId="abfc412d03a3ca0d" providerId="LiveId" clId="{62CDBF74-DFFF-4F27-A62A-8B577ED8CEA7}" dt="2026-02-21T12:14:51.053" v="586"/>
        <pc:sldMkLst>
          <pc:docMk/>
          <pc:sldMk cId="1379016968" sldId="297"/>
        </pc:sldMkLst>
        <pc:spChg chg="add mod">
          <ac:chgData name="Ian Tung" userId="abfc412d03a3ca0d" providerId="LiveId" clId="{62CDBF74-DFFF-4F27-A62A-8B577ED8CEA7}" dt="2026-02-19T14:26:43.183" v="272" actId="1035"/>
          <ac:spMkLst>
            <pc:docMk/>
            <pc:sldMk cId="1379016968" sldId="297"/>
            <ac:spMk id="5" creationId="{F0E84768-67CC-BA3E-4198-C89D3584EF16}"/>
          </ac:spMkLst>
        </pc:spChg>
        <pc:spChg chg="add mod">
          <ac:chgData name="Ian Tung" userId="abfc412d03a3ca0d" providerId="LiveId" clId="{62CDBF74-DFFF-4F27-A62A-8B577ED8CEA7}" dt="2026-02-19T14:26:21.730" v="269" actId="1076"/>
          <ac:spMkLst>
            <pc:docMk/>
            <pc:sldMk cId="1379016968" sldId="297"/>
            <ac:spMk id="6" creationId="{31D0B4FA-06FB-DC33-75BA-6DC9A2BA0C27}"/>
          </ac:spMkLst>
        </pc:spChg>
        <pc:spChg chg="add mod">
          <ac:chgData name="Ian Tung" userId="abfc412d03a3ca0d" providerId="LiveId" clId="{62CDBF74-DFFF-4F27-A62A-8B577ED8CEA7}" dt="2026-02-19T13:36:24.644" v="71" actId="14100"/>
          <ac:spMkLst>
            <pc:docMk/>
            <pc:sldMk cId="1379016968" sldId="297"/>
            <ac:spMk id="7" creationId="{F7CE0DF8-8D53-25BA-2ED3-A589D43247FA}"/>
          </ac:spMkLst>
        </pc:spChg>
        <pc:spChg chg="add mod">
          <ac:chgData name="Ian Tung" userId="abfc412d03a3ca0d" providerId="LiveId" clId="{62CDBF74-DFFF-4F27-A62A-8B577ED8CEA7}" dt="2026-02-19T13:36:13.553" v="69" actId="1076"/>
          <ac:spMkLst>
            <pc:docMk/>
            <pc:sldMk cId="1379016968" sldId="297"/>
            <ac:spMk id="8" creationId="{AD30A10B-4568-C8AC-0FEF-8E728B55CF74}"/>
          </ac:spMkLst>
        </pc:spChg>
        <pc:spChg chg="add mod">
          <ac:chgData name="Ian Tung" userId="abfc412d03a3ca0d" providerId="LiveId" clId="{62CDBF74-DFFF-4F27-A62A-8B577ED8CEA7}" dt="2026-02-19T13:45:52.100" v="157" actId="14100"/>
          <ac:spMkLst>
            <pc:docMk/>
            <pc:sldMk cId="1379016968" sldId="297"/>
            <ac:spMk id="9" creationId="{3D8757D7-9F2A-4739-4742-D6CB3C1D437A}"/>
          </ac:spMkLst>
        </pc:spChg>
        <pc:spChg chg="add mod">
          <ac:chgData name="Ian Tung" userId="abfc412d03a3ca0d" providerId="LiveId" clId="{62CDBF74-DFFF-4F27-A62A-8B577ED8CEA7}" dt="2026-02-19T13:48:59.177" v="171" actId="113"/>
          <ac:spMkLst>
            <pc:docMk/>
            <pc:sldMk cId="1379016968" sldId="297"/>
            <ac:spMk id="10" creationId="{42E2438E-AB59-7B6C-CE20-ECB5EE958235}"/>
          </ac:spMkLst>
        </pc:spChg>
        <pc:spChg chg="mod">
          <ac:chgData name="Ian Tung" userId="abfc412d03a3ca0d" providerId="LiveId" clId="{62CDBF74-DFFF-4F27-A62A-8B577ED8CEA7}" dt="2026-02-19T13:35:47.302" v="66" actId="1076"/>
          <ac:spMkLst>
            <pc:docMk/>
            <pc:sldMk cId="1379016968" sldId="297"/>
            <ac:spMk id="59" creationId="{A3DED417-C10B-4F43-C5CF-F8C1057B30CC}"/>
          </ac:spMkLst>
        </pc:spChg>
        <pc:spChg chg="mod">
          <ac:chgData name="Ian Tung" userId="abfc412d03a3ca0d" providerId="LiveId" clId="{62CDBF74-DFFF-4F27-A62A-8B577ED8CEA7}" dt="2026-02-19T13:31:31.059" v="48" actId="1076"/>
          <ac:spMkLst>
            <pc:docMk/>
            <pc:sldMk cId="1379016968" sldId="297"/>
            <ac:spMk id="61" creationId="{DAF67831-F118-FCD6-D00D-EE2C096876AF}"/>
          </ac:spMkLst>
        </pc:spChg>
        <pc:spChg chg="mod">
          <ac:chgData name="Ian Tung" userId="abfc412d03a3ca0d" providerId="LiveId" clId="{62CDBF74-DFFF-4F27-A62A-8B577ED8CEA7}" dt="2026-02-21T12:14:51.053" v="586"/>
          <ac:spMkLst>
            <pc:docMk/>
            <pc:sldMk cId="1379016968" sldId="297"/>
            <ac:spMk id="62" creationId="{BCB3B8C6-123D-DB79-FAEB-CBB4FF4AF47B}"/>
          </ac:spMkLst>
        </pc:spChg>
        <pc:spChg chg="mod">
          <ac:chgData name="Ian Tung" userId="abfc412d03a3ca0d" providerId="LiveId" clId="{62CDBF74-DFFF-4F27-A62A-8B577ED8CEA7}" dt="2026-02-19T13:46:55.548" v="158"/>
          <ac:spMkLst>
            <pc:docMk/>
            <pc:sldMk cId="1379016968" sldId="297"/>
            <ac:spMk id="269" creationId="{2D364BF7-1795-BF31-A416-AA9035505530}"/>
          </ac:spMkLst>
        </pc:spChg>
      </pc:sldChg>
      <pc:sldChg chg="addSp delSp modSp add mod">
        <pc:chgData name="Ian Tung" userId="abfc412d03a3ca0d" providerId="LiveId" clId="{62CDBF74-DFFF-4F27-A62A-8B577ED8CEA7}" dt="2026-02-25T10:46:01.349" v="644" actId="20577"/>
        <pc:sldMkLst>
          <pc:docMk/>
          <pc:sldMk cId="4210172154" sldId="298"/>
        </pc:sldMkLst>
        <pc:spChg chg="mod">
          <ac:chgData name="Ian Tung" userId="abfc412d03a3ca0d" providerId="LiveId" clId="{62CDBF74-DFFF-4F27-A62A-8B577ED8CEA7}" dt="2026-02-19T13:54:14.936" v="200" actId="1076"/>
          <ac:spMkLst>
            <pc:docMk/>
            <pc:sldMk cId="4210172154" sldId="298"/>
            <ac:spMk id="5" creationId="{2DD28F62-A538-6F01-A1A4-0A0CC5D52625}"/>
          </ac:spMkLst>
        </pc:spChg>
        <pc:spChg chg="mod">
          <ac:chgData name="Ian Tung" userId="abfc412d03a3ca0d" providerId="LiveId" clId="{62CDBF74-DFFF-4F27-A62A-8B577ED8CEA7}" dt="2026-02-25T10:46:01.349" v="644" actId="20577"/>
          <ac:spMkLst>
            <pc:docMk/>
            <pc:sldMk cId="4210172154" sldId="298"/>
            <ac:spMk id="6" creationId="{43C74BC3-0380-F311-E92B-46D782F915C8}"/>
          </ac:spMkLst>
        </pc:spChg>
        <pc:spChg chg="add del mod">
          <ac:chgData name="Ian Tung" userId="abfc412d03a3ca0d" providerId="LiveId" clId="{62CDBF74-DFFF-4F27-A62A-8B577ED8CEA7}" dt="2026-02-19T14:30:05.024" v="305" actId="1076"/>
          <ac:spMkLst>
            <pc:docMk/>
            <pc:sldMk cId="4210172154" sldId="298"/>
            <ac:spMk id="9" creationId="{226AD157-0BA5-4F93-83FF-781445A7FB9D}"/>
          </ac:spMkLst>
        </pc:spChg>
        <pc:spChg chg="mod">
          <ac:chgData name="Ian Tung" userId="abfc412d03a3ca0d" providerId="LiveId" clId="{62CDBF74-DFFF-4F27-A62A-8B577ED8CEA7}" dt="2026-02-19T14:30:11.026" v="307" actId="113"/>
          <ac:spMkLst>
            <pc:docMk/>
            <pc:sldMk cId="4210172154" sldId="298"/>
            <ac:spMk id="10" creationId="{317082A7-8AB6-13E4-EE88-A3996C36297B}"/>
          </ac:spMkLst>
        </pc:spChg>
        <pc:spChg chg="mod">
          <ac:chgData name="Ian Tung" userId="abfc412d03a3ca0d" providerId="LiveId" clId="{62CDBF74-DFFF-4F27-A62A-8B577ED8CEA7}" dt="2026-02-21T12:14:39.351" v="585"/>
          <ac:spMkLst>
            <pc:docMk/>
            <pc:sldMk cId="4210172154" sldId="298"/>
            <ac:spMk id="62" creationId="{AF9BC8DC-AAE5-D17D-4244-9D394894561D}"/>
          </ac:spMkLst>
        </pc:spChg>
      </pc:sldChg>
      <pc:sldChg chg="addSp delSp modSp add mod">
        <pc:chgData name="Ian Tung" userId="abfc412d03a3ca0d" providerId="LiveId" clId="{62CDBF74-DFFF-4F27-A62A-8B577ED8CEA7}" dt="2026-02-25T10:46:05.638" v="646" actId="20577"/>
        <pc:sldMkLst>
          <pc:docMk/>
          <pc:sldMk cId="1997213536" sldId="299"/>
        </pc:sldMkLst>
        <pc:spChg chg="add mod">
          <ac:chgData name="Ian Tung" userId="abfc412d03a3ca0d" providerId="LiveId" clId="{62CDBF74-DFFF-4F27-A62A-8B577ED8CEA7}" dt="2026-02-25T10:46:05.638" v="646" actId="20577"/>
          <ac:spMkLst>
            <pc:docMk/>
            <pc:sldMk cId="1997213536" sldId="299"/>
            <ac:spMk id="2" creationId="{8CC76FE9-C359-75E2-259D-1C34A81942F2}"/>
          </ac:spMkLst>
        </pc:spChg>
        <pc:spChg chg="add mod">
          <ac:chgData name="Ian Tung" userId="abfc412d03a3ca0d" providerId="LiveId" clId="{62CDBF74-DFFF-4F27-A62A-8B577ED8CEA7}" dt="2026-02-19T14:02:26.313" v="268" actId="1076"/>
          <ac:spMkLst>
            <pc:docMk/>
            <pc:sldMk cId="1997213536" sldId="299"/>
            <ac:spMk id="3" creationId="{9C81BBA0-37CC-EBC6-2815-123D12BB9B42}"/>
          </ac:spMkLst>
        </pc:spChg>
        <pc:spChg chg="add mod">
          <ac:chgData name="Ian Tung" userId="abfc412d03a3ca0d" providerId="LiveId" clId="{62CDBF74-DFFF-4F27-A62A-8B577ED8CEA7}" dt="2026-02-19T14:31:37.594" v="311"/>
          <ac:spMkLst>
            <pc:docMk/>
            <pc:sldMk cId="1997213536" sldId="299"/>
            <ac:spMk id="4" creationId="{81BCAEF9-D762-7396-7802-B6FCCD6A0461}"/>
          </ac:spMkLst>
        </pc:spChg>
        <pc:spChg chg="mod">
          <ac:chgData name="Ian Tung" userId="abfc412d03a3ca0d" providerId="LiveId" clId="{62CDBF74-DFFF-4F27-A62A-8B577ED8CEA7}" dt="2026-02-19T13:59:40.364" v="248" actId="1076"/>
          <ac:spMkLst>
            <pc:docMk/>
            <pc:sldMk cId="1997213536" sldId="299"/>
            <ac:spMk id="5" creationId="{17CD7E49-F038-D83D-787E-9793C8037FE7}"/>
          </ac:spMkLst>
        </pc:spChg>
        <pc:spChg chg="mod">
          <ac:chgData name="Ian Tung" userId="abfc412d03a3ca0d" providerId="LiveId" clId="{62CDBF74-DFFF-4F27-A62A-8B577ED8CEA7}" dt="2026-02-19T13:59:18.810" v="244" actId="1076"/>
          <ac:spMkLst>
            <pc:docMk/>
            <pc:sldMk cId="1997213536" sldId="299"/>
            <ac:spMk id="6" creationId="{0F57A9E2-74B0-15CB-F352-4D0995A34490}"/>
          </ac:spMkLst>
        </pc:spChg>
        <pc:spChg chg="mod">
          <ac:chgData name="Ian Tung" userId="abfc412d03a3ca0d" providerId="LiveId" clId="{62CDBF74-DFFF-4F27-A62A-8B577ED8CEA7}" dt="2026-02-21T12:12:09.927" v="550" actId="20577"/>
          <ac:spMkLst>
            <pc:docMk/>
            <pc:sldMk cId="1997213536" sldId="299"/>
            <ac:spMk id="7" creationId="{9CD2DF20-744C-2894-026B-6854921A3071}"/>
          </ac:spMkLst>
        </pc:spChg>
        <pc:spChg chg="mod">
          <ac:chgData name="Ian Tung" userId="abfc412d03a3ca0d" providerId="LiveId" clId="{62CDBF74-DFFF-4F27-A62A-8B577ED8CEA7}" dt="2026-02-19T14:01:18.871" v="265" actId="1076"/>
          <ac:spMkLst>
            <pc:docMk/>
            <pc:sldMk cId="1997213536" sldId="299"/>
            <ac:spMk id="8" creationId="{720D140D-AA67-D5CF-0236-757E0937BA31}"/>
          </ac:spMkLst>
        </pc:spChg>
        <pc:spChg chg="add del mod">
          <ac:chgData name="Ian Tung" userId="abfc412d03a3ca0d" providerId="LiveId" clId="{62CDBF74-DFFF-4F27-A62A-8B577ED8CEA7}" dt="2026-02-21T12:13:37.679" v="580"/>
          <ac:spMkLst>
            <pc:docMk/>
            <pc:sldMk cId="1997213536" sldId="299"/>
            <ac:spMk id="9" creationId="{D9070F66-931D-6C91-67F2-D9B84E8C73F0}"/>
          </ac:spMkLst>
        </pc:spChg>
        <pc:spChg chg="mod">
          <ac:chgData name="Ian Tung" userId="abfc412d03a3ca0d" providerId="LiveId" clId="{62CDBF74-DFFF-4F27-A62A-8B577ED8CEA7}" dt="2026-02-21T12:13:22.559" v="579"/>
          <ac:spMkLst>
            <pc:docMk/>
            <pc:sldMk cId="1997213536" sldId="299"/>
            <ac:spMk id="10" creationId="{D0C7D53A-9ED3-CA14-C491-697FDB9FEE93}"/>
          </ac:spMkLst>
        </pc:spChg>
        <pc:spChg chg="mod">
          <ac:chgData name="Ian Tung" userId="abfc412d03a3ca0d" providerId="LiveId" clId="{62CDBF74-DFFF-4F27-A62A-8B577ED8CEA7}" dt="2026-02-19T13:59:49.757" v="250" actId="1076"/>
          <ac:spMkLst>
            <pc:docMk/>
            <pc:sldMk cId="1997213536" sldId="299"/>
            <ac:spMk id="59" creationId="{7F63EDEB-662F-75E1-D785-0683ABCC81A7}"/>
          </ac:spMkLst>
        </pc:spChg>
        <pc:spChg chg="mod">
          <ac:chgData name="Ian Tung" userId="abfc412d03a3ca0d" providerId="LiveId" clId="{62CDBF74-DFFF-4F27-A62A-8B577ED8CEA7}" dt="2026-02-19T13:59:45.982" v="249" actId="1076"/>
          <ac:spMkLst>
            <pc:docMk/>
            <pc:sldMk cId="1997213536" sldId="299"/>
            <ac:spMk id="61" creationId="{128EE846-7624-9612-6949-72905F7DBD3D}"/>
          </ac:spMkLst>
        </pc:spChg>
        <pc:spChg chg="mod">
          <ac:chgData name="Ian Tung" userId="abfc412d03a3ca0d" providerId="LiveId" clId="{62CDBF74-DFFF-4F27-A62A-8B577ED8CEA7}" dt="2026-02-21T12:13:49.337" v="582"/>
          <ac:spMkLst>
            <pc:docMk/>
            <pc:sldMk cId="1997213536" sldId="299"/>
            <ac:spMk id="62" creationId="{57186041-7BE2-27A1-F2EE-EBAD667B9858}"/>
          </ac:spMkLst>
        </pc:spChg>
        <pc:spChg chg="mod">
          <ac:chgData name="Ian Tung" userId="abfc412d03a3ca0d" providerId="LiveId" clId="{62CDBF74-DFFF-4F27-A62A-8B577ED8CEA7}" dt="2026-02-19T14:00:43.165" v="259" actId="1076"/>
          <ac:spMkLst>
            <pc:docMk/>
            <pc:sldMk cId="1997213536" sldId="299"/>
            <ac:spMk id="269" creationId="{77B27F8B-F422-E731-D18C-01678C69763E}"/>
          </ac:spMkLst>
        </pc:spChg>
      </pc:sldChg>
      <pc:sldChg chg="addSp delSp modSp add mod modShow">
        <pc:chgData name="Ian Tung" userId="abfc412d03a3ca0d" providerId="LiveId" clId="{62CDBF74-DFFF-4F27-A62A-8B577ED8CEA7}" dt="2026-02-19T15:42:10.418" v="528" actId="1076"/>
        <pc:sldMkLst>
          <pc:docMk/>
          <pc:sldMk cId="2717040817" sldId="301"/>
        </pc:sldMkLst>
        <pc:spChg chg="add mod">
          <ac:chgData name="Ian Tung" userId="abfc412d03a3ca0d" providerId="LiveId" clId="{62CDBF74-DFFF-4F27-A62A-8B577ED8CEA7}" dt="2026-02-19T15:41:58.176" v="525" actId="1076"/>
          <ac:spMkLst>
            <pc:docMk/>
            <pc:sldMk cId="2717040817" sldId="301"/>
            <ac:spMk id="20" creationId="{B1EFDDC2-E4DA-2421-17F9-3FE32D4FBB70}"/>
          </ac:spMkLst>
        </pc:spChg>
        <pc:spChg chg="mod">
          <ac:chgData name="Ian Tung" userId="abfc412d03a3ca0d" providerId="LiveId" clId="{62CDBF74-DFFF-4F27-A62A-8B577ED8CEA7}" dt="2026-02-19T15:40:09.231" v="491"/>
          <ac:spMkLst>
            <pc:docMk/>
            <pc:sldMk cId="2717040817" sldId="301"/>
            <ac:spMk id="27" creationId="{3E8E86AA-6674-CD5C-14B0-BDAEEA11AD15}"/>
          </ac:spMkLst>
        </pc:spChg>
        <pc:spChg chg="mod">
          <ac:chgData name="Ian Tung" userId="abfc412d03a3ca0d" providerId="LiveId" clId="{62CDBF74-DFFF-4F27-A62A-8B577ED8CEA7}" dt="2026-02-19T15:40:09.231" v="491"/>
          <ac:spMkLst>
            <pc:docMk/>
            <pc:sldMk cId="2717040817" sldId="301"/>
            <ac:spMk id="28" creationId="{033FDBC0-9F6A-0AB1-8C40-FC9E7C831E8E}"/>
          </ac:spMkLst>
        </pc:spChg>
        <pc:spChg chg="mod">
          <ac:chgData name="Ian Tung" userId="abfc412d03a3ca0d" providerId="LiveId" clId="{62CDBF74-DFFF-4F27-A62A-8B577ED8CEA7}" dt="2026-02-19T15:40:09.231" v="491"/>
          <ac:spMkLst>
            <pc:docMk/>
            <pc:sldMk cId="2717040817" sldId="301"/>
            <ac:spMk id="29" creationId="{4CD377B8-7475-B078-514F-F8BB03F81643}"/>
          </ac:spMkLst>
        </pc:spChg>
        <pc:spChg chg="mod">
          <ac:chgData name="Ian Tung" userId="abfc412d03a3ca0d" providerId="LiveId" clId="{62CDBF74-DFFF-4F27-A62A-8B577ED8CEA7}" dt="2026-02-19T15:40:50.712" v="509" actId="14100"/>
          <ac:spMkLst>
            <pc:docMk/>
            <pc:sldMk cId="2717040817" sldId="301"/>
            <ac:spMk id="30" creationId="{03E93F03-54B4-61B5-1837-95D7ADD4E9FB}"/>
          </ac:spMkLst>
        </pc:spChg>
        <pc:spChg chg="add del mod">
          <ac:chgData name="Ian Tung" userId="abfc412d03a3ca0d" providerId="LiveId" clId="{62CDBF74-DFFF-4F27-A62A-8B577ED8CEA7}" dt="2026-02-19T15:40:47.074" v="507" actId="14100"/>
          <ac:spMkLst>
            <pc:docMk/>
            <pc:sldMk cId="2717040817" sldId="301"/>
            <ac:spMk id="31" creationId="{E5AFFFD5-DD23-D7A6-8007-360AC1A8D4E2}"/>
          </ac:spMkLst>
        </pc:spChg>
        <pc:spChg chg="mod">
          <ac:chgData name="Ian Tung" userId="abfc412d03a3ca0d" providerId="LiveId" clId="{62CDBF74-DFFF-4F27-A62A-8B577ED8CEA7}" dt="2026-02-19T15:40:09.231" v="491"/>
          <ac:spMkLst>
            <pc:docMk/>
            <pc:sldMk cId="2717040817" sldId="301"/>
            <ac:spMk id="32" creationId="{507B3028-3BE8-FFF8-5770-06054D5C1D4B}"/>
          </ac:spMkLst>
        </pc:spChg>
        <pc:spChg chg="mod">
          <ac:chgData name="Ian Tung" userId="abfc412d03a3ca0d" providerId="LiveId" clId="{62CDBF74-DFFF-4F27-A62A-8B577ED8CEA7}" dt="2026-02-19T15:40:09.231" v="491"/>
          <ac:spMkLst>
            <pc:docMk/>
            <pc:sldMk cId="2717040817" sldId="301"/>
            <ac:spMk id="33" creationId="{9DE921E6-B62B-FF37-2F33-F8A96D0C08ED}"/>
          </ac:spMkLst>
        </pc:spChg>
        <pc:spChg chg="mod">
          <ac:chgData name="Ian Tung" userId="abfc412d03a3ca0d" providerId="LiveId" clId="{62CDBF74-DFFF-4F27-A62A-8B577ED8CEA7}" dt="2026-02-19T15:40:09.231" v="491"/>
          <ac:spMkLst>
            <pc:docMk/>
            <pc:sldMk cId="2717040817" sldId="301"/>
            <ac:spMk id="35" creationId="{7AE31CC4-9662-82A4-0F3D-767323178BD8}"/>
          </ac:spMkLst>
        </pc:spChg>
        <pc:spChg chg="mod">
          <ac:chgData name="Ian Tung" userId="abfc412d03a3ca0d" providerId="LiveId" clId="{62CDBF74-DFFF-4F27-A62A-8B577ED8CEA7}" dt="2026-02-19T15:40:09.231" v="491"/>
          <ac:spMkLst>
            <pc:docMk/>
            <pc:sldMk cId="2717040817" sldId="301"/>
            <ac:spMk id="36" creationId="{A19AC6AC-A62D-99FB-12DD-CB34ACF34639}"/>
          </ac:spMkLst>
        </pc:spChg>
        <pc:spChg chg="mod">
          <ac:chgData name="Ian Tung" userId="abfc412d03a3ca0d" providerId="LiveId" clId="{62CDBF74-DFFF-4F27-A62A-8B577ED8CEA7}" dt="2026-02-19T15:40:09.231" v="491"/>
          <ac:spMkLst>
            <pc:docMk/>
            <pc:sldMk cId="2717040817" sldId="301"/>
            <ac:spMk id="37" creationId="{3B51E284-C541-54E0-A70B-DCCC84A045BB}"/>
          </ac:spMkLst>
        </pc:spChg>
        <pc:spChg chg="add mod">
          <ac:chgData name="Ian Tung" userId="abfc412d03a3ca0d" providerId="LiveId" clId="{62CDBF74-DFFF-4F27-A62A-8B577ED8CEA7}" dt="2026-02-19T15:42:10.418" v="528" actId="1076"/>
          <ac:spMkLst>
            <pc:docMk/>
            <pc:sldMk cId="2717040817" sldId="301"/>
            <ac:spMk id="38" creationId="{E48E53C4-804D-BF6B-7F22-D6C795E00956}"/>
          </ac:spMkLst>
        </pc:spChg>
        <pc:spChg chg="add mod">
          <ac:chgData name="Ian Tung" userId="abfc412d03a3ca0d" providerId="LiveId" clId="{62CDBF74-DFFF-4F27-A62A-8B577ED8CEA7}" dt="2026-02-19T15:41:54.596" v="524" actId="1076"/>
          <ac:spMkLst>
            <pc:docMk/>
            <pc:sldMk cId="2717040817" sldId="301"/>
            <ac:spMk id="39" creationId="{FD1CFE0B-7649-B13F-506E-3AE0DBECB86E}"/>
          </ac:spMkLst>
        </pc:spChg>
        <pc:spChg chg="add mod">
          <ac:chgData name="Ian Tung" userId="abfc412d03a3ca0d" providerId="LiveId" clId="{62CDBF74-DFFF-4F27-A62A-8B577ED8CEA7}" dt="2026-02-19T15:42:07.826" v="527" actId="1076"/>
          <ac:spMkLst>
            <pc:docMk/>
            <pc:sldMk cId="2717040817" sldId="301"/>
            <ac:spMk id="40" creationId="{0F3E5534-BC36-92E5-9D81-313946F790CE}"/>
          </ac:spMkLst>
        </pc:spChg>
        <pc:spChg chg="mod">
          <ac:chgData name="Ian Tung" userId="abfc412d03a3ca0d" providerId="LiveId" clId="{62CDBF74-DFFF-4F27-A62A-8B577ED8CEA7}" dt="2026-02-19T15:23:09.172" v="385" actId="1076"/>
          <ac:spMkLst>
            <pc:docMk/>
            <pc:sldMk cId="2717040817" sldId="301"/>
            <ac:spMk id="280" creationId="{6D9DF97A-247E-33DF-ABDF-6394C3C54743}"/>
          </ac:spMkLst>
        </pc:spChg>
        <pc:grpChg chg="mod">
          <ac:chgData name="Ian Tung" userId="abfc412d03a3ca0d" providerId="LiveId" clId="{62CDBF74-DFFF-4F27-A62A-8B577ED8CEA7}" dt="2026-02-19T15:40:15.952" v="493" actId="1076"/>
          <ac:grpSpMkLst>
            <pc:docMk/>
            <pc:sldMk cId="2717040817" sldId="301"/>
            <ac:grpSpMk id="21" creationId="{BADE6EDD-2E9B-D908-62FE-334262BA9FF2}"/>
          </ac:grpSpMkLst>
        </pc:grpChg>
      </pc:sldChg>
      <pc:sldChg chg="addSp delSp modSp add mod">
        <pc:chgData name="Ian Tung" userId="abfc412d03a3ca0d" providerId="LiveId" clId="{62CDBF74-DFFF-4F27-A62A-8B577ED8CEA7}" dt="2026-02-19T15:36:40.035" v="468"/>
        <pc:sldMkLst>
          <pc:docMk/>
          <pc:sldMk cId="965412038" sldId="302"/>
        </pc:sldMkLst>
        <pc:spChg chg="mod">
          <ac:chgData name="Ian Tung" userId="abfc412d03a3ca0d" providerId="LiveId" clId="{62CDBF74-DFFF-4F27-A62A-8B577ED8CEA7}" dt="2026-02-19T15:34:45.616" v="449"/>
          <ac:spMkLst>
            <pc:docMk/>
            <pc:sldMk cId="965412038" sldId="302"/>
            <ac:spMk id="3" creationId="{1C446767-5F23-FA07-3EE9-5F5E3445CEA5}"/>
          </ac:spMkLst>
        </pc:spChg>
        <pc:spChg chg="mod">
          <ac:chgData name="Ian Tung" userId="abfc412d03a3ca0d" providerId="LiveId" clId="{62CDBF74-DFFF-4F27-A62A-8B577ED8CEA7}" dt="2026-02-19T15:34:45.616" v="449"/>
          <ac:spMkLst>
            <pc:docMk/>
            <pc:sldMk cId="965412038" sldId="302"/>
            <ac:spMk id="4" creationId="{61CD9BCF-3375-E0FA-7D06-99C9489A0318}"/>
          </ac:spMkLst>
        </pc:spChg>
        <pc:spChg chg="add mod">
          <ac:chgData name="Ian Tung" userId="abfc412d03a3ca0d" providerId="LiveId" clId="{62CDBF74-DFFF-4F27-A62A-8B577ED8CEA7}" dt="2026-02-19T15:35:25.349" v="457" actId="14100"/>
          <ac:spMkLst>
            <pc:docMk/>
            <pc:sldMk cId="965412038" sldId="302"/>
            <ac:spMk id="5" creationId="{84D4675D-95F9-4389-0278-BF2B549266C3}"/>
          </ac:spMkLst>
        </pc:spChg>
        <pc:spChg chg="mod">
          <ac:chgData name="Ian Tung" userId="abfc412d03a3ca0d" providerId="LiveId" clId="{62CDBF74-DFFF-4F27-A62A-8B577ED8CEA7}" dt="2026-02-19T15:34:42.390" v="448"/>
          <ac:spMkLst>
            <pc:docMk/>
            <pc:sldMk cId="965412038" sldId="302"/>
            <ac:spMk id="280" creationId="{4EA36AAB-5ED2-3AAF-E93A-A30A68CE3B41}"/>
          </ac:spMkLst>
        </pc:spChg>
        <pc:spChg chg="mod">
          <ac:chgData name="Ian Tung" userId="abfc412d03a3ca0d" providerId="LiveId" clId="{62CDBF74-DFFF-4F27-A62A-8B577ED8CEA7}" dt="2026-02-19T15:36:40.035" v="468"/>
          <ac:spMkLst>
            <pc:docMk/>
            <pc:sldMk cId="965412038" sldId="302"/>
            <ac:spMk id="290" creationId="{1E49CB39-8E8C-54E4-10AC-BA1EC2D73FA1}"/>
          </ac:spMkLst>
        </pc:spChg>
        <pc:spChg chg="mod">
          <ac:chgData name="Ian Tung" userId="abfc412d03a3ca0d" providerId="LiveId" clId="{62CDBF74-DFFF-4F27-A62A-8B577ED8CEA7}" dt="2026-02-19T15:36:35.794" v="467"/>
          <ac:spMkLst>
            <pc:docMk/>
            <pc:sldMk cId="965412038" sldId="302"/>
            <ac:spMk id="291" creationId="{8B0CAA05-61B4-D92E-60E6-D59FF1D6BD94}"/>
          </ac:spMkLst>
        </pc:spChg>
        <pc:grpChg chg="add mod">
          <ac:chgData name="Ian Tung" userId="abfc412d03a3ca0d" providerId="LiveId" clId="{62CDBF74-DFFF-4F27-A62A-8B577ED8CEA7}" dt="2026-02-19T15:35:52.132" v="462" actId="1076"/>
          <ac:grpSpMkLst>
            <pc:docMk/>
            <pc:sldMk cId="965412038" sldId="302"/>
            <ac:grpSpMk id="2" creationId="{A02BD018-48F0-4C4D-BC42-22727B3024C6}"/>
          </ac:grpSpMkLst>
        </pc:grpChg>
      </pc:sldChg>
      <pc:sldChg chg="addSp modSp mod">
        <pc:chgData name="Ian Tung" userId="abfc412d03a3ca0d" providerId="LiveId" clId="{62CDBF74-DFFF-4F27-A62A-8B577ED8CEA7}" dt="2026-02-24T10:40:56.011" v="632" actId="255"/>
        <pc:sldMkLst>
          <pc:docMk/>
          <pc:sldMk cId="417032196" sldId="303"/>
        </pc:sldMkLst>
        <pc:spChg chg="add mod">
          <ac:chgData name="Ian Tung" userId="abfc412d03a3ca0d" providerId="LiveId" clId="{62CDBF74-DFFF-4F27-A62A-8B577ED8CEA7}" dt="2026-02-24T10:39:57.161" v="611" actId="1076"/>
          <ac:spMkLst>
            <pc:docMk/>
            <pc:sldMk cId="417032196" sldId="303"/>
            <ac:spMk id="2" creationId="{C8881326-B7B2-BF0E-9FA6-F52AF7F396BF}"/>
          </ac:spMkLst>
        </pc:spChg>
        <pc:graphicFrameChg chg="mod modGraphic">
          <ac:chgData name="Ian Tung" userId="abfc412d03a3ca0d" providerId="LiveId" clId="{62CDBF74-DFFF-4F27-A62A-8B577ED8CEA7}" dt="2026-02-24T10:40:56.011" v="632" actId="255"/>
          <ac:graphicFrameMkLst>
            <pc:docMk/>
            <pc:sldMk cId="417032196" sldId="303"/>
            <ac:graphicFrameMk id="10" creationId="{0F8E955D-E449-6529-C3DA-258DF62CA91D}"/>
          </ac:graphicFrameMkLst>
        </pc:graphicFrame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
        <p:cNvGrpSpPr/>
        <p:nvPr/>
      </p:nvGrpSpPr>
      <p:grpSpPr>
        <a:xfrm>
          <a:off x="0" y="0"/>
          <a:ext cx="0" cy="0"/>
          <a:chOff x="0" y="0"/>
          <a:chExt cx="0" cy="0"/>
        </a:xfrm>
      </p:grpSpPr>
      <p:sp>
        <p:nvSpPr>
          <p:cNvPr id="191" name="Google Shape;191;g25461d30ac9_0_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 name="Google Shape;192;g25461d30ac9_0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
        <p:cNvGrpSpPr/>
        <p:nvPr/>
      </p:nvGrpSpPr>
      <p:grpSpPr>
        <a:xfrm>
          <a:off x="0" y="0"/>
          <a:ext cx="0" cy="0"/>
          <a:chOff x="0" y="0"/>
          <a:chExt cx="0" cy="0"/>
        </a:xfrm>
      </p:grpSpPr>
      <p:sp>
        <p:nvSpPr>
          <p:cNvPr id="202" name="Google Shape;202;g254565c6ce3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3" name="Google Shape;203;g254565c6ce3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
        <p:cNvGrpSpPr/>
        <p:nvPr/>
      </p:nvGrpSpPr>
      <p:grpSpPr>
        <a:xfrm>
          <a:off x="0" y="0"/>
          <a:ext cx="0" cy="0"/>
          <a:chOff x="0" y="0"/>
          <a:chExt cx="0" cy="0"/>
        </a:xfrm>
      </p:grpSpPr>
      <p:sp>
        <p:nvSpPr>
          <p:cNvPr id="211" name="Google Shape;211;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2" name="Google Shape;212;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
          <a:extLst>
            <a:ext uri="{FF2B5EF4-FFF2-40B4-BE49-F238E27FC236}">
              <a16:creationId xmlns:a16="http://schemas.microsoft.com/office/drawing/2014/main" id="{211B8F44-DB4E-5CBB-3169-2B7F49BBD4EA}"/>
            </a:ext>
          </a:extLst>
        </p:cNvPr>
        <p:cNvGrpSpPr/>
        <p:nvPr/>
      </p:nvGrpSpPr>
      <p:grpSpPr>
        <a:xfrm>
          <a:off x="0" y="0"/>
          <a:ext cx="0" cy="0"/>
          <a:chOff x="0" y="0"/>
          <a:chExt cx="0" cy="0"/>
        </a:xfrm>
      </p:grpSpPr>
      <p:sp>
        <p:nvSpPr>
          <p:cNvPr id="277" name="Google Shape;277;g184d99d1a72_0_2:notes">
            <a:extLst>
              <a:ext uri="{FF2B5EF4-FFF2-40B4-BE49-F238E27FC236}">
                <a16:creationId xmlns:a16="http://schemas.microsoft.com/office/drawing/2014/main" id="{F047E976-F165-6A6E-3B32-04D4A3D832C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 name="Google Shape;278;g184d99d1a72_0_2:notes">
            <a:extLst>
              <a:ext uri="{FF2B5EF4-FFF2-40B4-BE49-F238E27FC236}">
                <a16:creationId xmlns:a16="http://schemas.microsoft.com/office/drawing/2014/main" id="{2C3A78C4-896B-EDA8-0D67-04172F28506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5694964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
        <p:cNvGrpSpPr/>
        <p:nvPr/>
      </p:nvGrpSpPr>
      <p:grpSpPr>
        <a:xfrm>
          <a:off x="0" y="0"/>
          <a:ext cx="0" cy="0"/>
          <a:chOff x="0" y="0"/>
          <a:chExt cx="0" cy="0"/>
        </a:xfrm>
      </p:grpSpPr>
      <p:sp>
        <p:nvSpPr>
          <p:cNvPr id="236" name="Google Shape;236;g254565c6ce3_0_1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 name="Google Shape;237;g254565c6ce3_0_1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2"/>
        <p:cNvGrpSpPr/>
        <p:nvPr/>
      </p:nvGrpSpPr>
      <p:grpSpPr>
        <a:xfrm>
          <a:off x="0" y="0"/>
          <a:ext cx="0" cy="0"/>
          <a:chOff x="0" y="0"/>
          <a:chExt cx="0" cy="0"/>
        </a:xfrm>
      </p:grpSpPr>
      <p:sp>
        <p:nvSpPr>
          <p:cNvPr id="253" name="Google Shape;253;g184d99d1a7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4" name="Google Shape;254;g184d99d1a7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
        <p:cNvGrpSpPr/>
        <p:nvPr/>
      </p:nvGrpSpPr>
      <p:grpSpPr>
        <a:xfrm>
          <a:off x="0" y="0"/>
          <a:ext cx="0" cy="0"/>
          <a:chOff x="0" y="0"/>
          <a:chExt cx="0" cy="0"/>
        </a:xfrm>
      </p:grpSpPr>
      <p:sp>
        <p:nvSpPr>
          <p:cNvPr id="244" name="Google Shape;244;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 name="Google Shape;245;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
          <a:extLst>
            <a:ext uri="{FF2B5EF4-FFF2-40B4-BE49-F238E27FC236}">
              <a16:creationId xmlns:a16="http://schemas.microsoft.com/office/drawing/2014/main" id="{864D3447-4CEB-703B-E072-CA2AA34D1653}"/>
            </a:ext>
          </a:extLst>
        </p:cNvPr>
        <p:cNvGrpSpPr/>
        <p:nvPr/>
      </p:nvGrpSpPr>
      <p:grpSpPr>
        <a:xfrm>
          <a:off x="0" y="0"/>
          <a:ext cx="0" cy="0"/>
          <a:chOff x="0" y="0"/>
          <a:chExt cx="0" cy="0"/>
        </a:xfrm>
      </p:grpSpPr>
      <p:sp>
        <p:nvSpPr>
          <p:cNvPr id="244" name="Google Shape;244;g54dda1946d_6_332:notes">
            <a:extLst>
              <a:ext uri="{FF2B5EF4-FFF2-40B4-BE49-F238E27FC236}">
                <a16:creationId xmlns:a16="http://schemas.microsoft.com/office/drawing/2014/main" id="{FB5C5787-6842-420D-DB9F-3DBB50575E4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 name="Google Shape;245;g54dda1946d_6_332:notes">
            <a:extLst>
              <a:ext uri="{FF2B5EF4-FFF2-40B4-BE49-F238E27FC236}">
                <a16:creationId xmlns:a16="http://schemas.microsoft.com/office/drawing/2014/main" id="{A09B806A-FB08-4F02-A398-9EC19EACB50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43697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
        <p:cNvGrpSpPr/>
        <p:nvPr/>
      </p:nvGrpSpPr>
      <p:grpSpPr>
        <a:xfrm>
          <a:off x="0" y="0"/>
          <a:ext cx="0" cy="0"/>
          <a:chOff x="0" y="0"/>
          <a:chExt cx="0" cy="0"/>
        </a:xfrm>
      </p:grpSpPr>
      <p:sp>
        <p:nvSpPr>
          <p:cNvPr id="264" name="Google Shape;264;g184d99d1a72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5" name="Google Shape;265;g184d99d1a72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
          <a:extLst>
            <a:ext uri="{FF2B5EF4-FFF2-40B4-BE49-F238E27FC236}">
              <a16:creationId xmlns:a16="http://schemas.microsoft.com/office/drawing/2014/main" id="{C39F1F20-136A-C87F-5684-9D6B90526EF2}"/>
            </a:ext>
          </a:extLst>
        </p:cNvPr>
        <p:cNvGrpSpPr/>
        <p:nvPr/>
      </p:nvGrpSpPr>
      <p:grpSpPr>
        <a:xfrm>
          <a:off x="0" y="0"/>
          <a:ext cx="0" cy="0"/>
          <a:chOff x="0" y="0"/>
          <a:chExt cx="0" cy="0"/>
        </a:xfrm>
      </p:grpSpPr>
      <p:sp>
        <p:nvSpPr>
          <p:cNvPr id="264" name="Google Shape;264;g184d99d1a72_0_57:notes">
            <a:extLst>
              <a:ext uri="{FF2B5EF4-FFF2-40B4-BE49-F238E27FC236}">
                <a16:creationId xmlns:a16="http://schemas.microsoft.com/office/drawing/2014/main" id="{B3F4B77E-D5B7-0C94-157F-D02E534393C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5" name="Google Shape;265;g184d99d1a72_0_57:notes">
            <a:extLst>
              <a:ext uri="{FF2B5EF4-FFF2-40B4-BE49-F238E27FC236}">
                <a16:creationId xmlns:a16="http://schemas.microsoft.com/office/drawing/2014/main" id="{CC77AA6A-0825-5E39-8EFC-CEE938C43F1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0041835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
          <a:extLst>
            <a:ext uri="{FF2B5EF4-FFF2-40B4-BE49-F238E27FC236}">
              <a16:creationId xmlns:a16="http://schemas.microsoft.com/office/drawing/2014/main" id="{81217CDB-0F0E-A34B-5245-DF254E9CC6AB}"/>
            </a:ext>
          </a:extLst>
        </p:cNvPr>
        <p:cNvGrpSpPr/>
        <p:nvPr/>
      </p:nvGrpSpPr>
      <p:grpSpPr>
        <a:xfrm>
          <a:off x="0" y="0"/>
          <a:ext cx="0" cy="0"/>
          <a:chOff x="0" y="0"/>
          <a:chExt cx="0" cy="0"/>
        </a:xfrm>
      </p:grpSpPr>
      <p:sp>
        <p:nvSpPr>
          <p:cNvPr id="264" name="Google Shape;264;g184d99d1a72_0_57:notes">
            <a:extLst>
              <a:ext uri="{FF2B5EF4-FFF2-40B4-BE49-F238E27FC236}">
                <a16:creationId xmlns:a16="http://schemas.microsoft.com/office/drawing/2014/main" id="{42538A67-A395-B08C-FA5F-F8C63B29EE0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5" name="Google Shape;265;g184d99d1a72_0_57:notes">
            <a:extLst>
              <a:ext uri="{FF2B5EF4-FFF2-40B4-BE49-F238E27FC236}">
                <a16:creationId xmlns:a16="http://schemas.microsoft.com/office/drawing/2014/main" id="{2575D569-E87D-6231-54C2-FFA3E2985E1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1023511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
          <a:extLst>
            <a:ext uri="{FF2B5EF4-FFF2-40B4-BE49-F238E27FC236}">
              <a16:creationId xmlns:a16="http://schemas.microsoft.com/office/drawing/2014/main" id="{1843F188-3113-9519-3797-3348BD529931}"/>
            </a:ext>
          </a:extLst>
        </p:cNvPr>
        <p:cNvGrpSpPr/>
        <p:nvPr/>
      </p:nvGrpSpPr>
      <p:grpSpPr>
        <a:xfrm>
          <a:off x="0" y="0"/>
          <a:ext cx="0" cy="0"/>
          <a:chOff x="0" y="0"/>
          <a:chExt cx="0" cy="0"/>
        </a:xfrm>
      </p:grpSpPr>
      <p:sp>
        <p:nvSpPr>
          <p:cNvPr id="264" name="Google Shape;264;g184d99d1a72_0_57:notes">
            <a:extLst>
              <a:ext uri="{FF2B5EF4-FFF2-40B4-BE49-F238E27FC236}">
                <a16:creationId xmlns:a16="http://schemas.microsoft.com/office/drawing/2014/main" id="{0B1724BB-6E34-F7CA-0B5B-888FC789455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5" name="Google Shape;265;g184d99d1a72_0_57:notes">
            <a:extLst>
              <a:ext uri="{FF2B5EF4-FFF2-40B4-BE49-F238E27FC236}">
                <a16:creationId xmlns:a16="http://schemas.microsoft.com/office/drawing/2014/main" id="{6D71E74A-02B7-2BA4-2C95-28780A0A1E1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1614443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
        <p:cNvGrpSpPr/>
        <p:nvPr/>
      </p:nvGrpSpPr>
      <p:grpSpPr>
        <a:xfrm>
          <a:off x="0" y="0"/>
          <a:ext cx="0" cy="0"/>
          <a:chOff x="0" y="0"/>
          <a:chExt cx="0" cy="0"/>
        </a:xfrm>
      </p:grpSpPr>
      <p:sp>
        <p:nvSpPr>
          <p:cNvPr id="277" name="Google Shape;277;g184d99d1a72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 name="Google Shape;278;g184d99d1a72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
          <a:extLst>
            <a:ext uri="{FF2B5EF4-FFF2-40B4-BE49-F238E27FC236}">
              <a16:creationId xmlns:a16="http://schemas.microsoft.com/office/drawing/2014/main" id="{51D90DEA-FD02-07A5-420B-DC97C4A7A781}"/>
            </a:ext>
          </a:extLst>
        </p:cNvPr>
        <p:cNvGrpSpPr/>
        <p:nvPr/>
      </p:nvGrpSpPr>
      <p:grpSpPr>
        <a:xfrm>
          <a:off x="0" y="0"/>
          <a:ext cx="0" cy="0"/>
          <a:chOff x="0" y="0"/>
          <a:chExt cx="0" cy="0"/>
        </a:xfrm>
      </p:grpSpPr>
      <p:sp>
        <p:nvSpPr>
          <p:cNvPr id="277" name="Google Shape;277;g184d99d1a72_0_2:notes">
            <a:extLst>
              <a:ext uri="{FF2B5EF4-FFF2-40B4-BE49-F238E27FC236}">
                <a16:creationId xmlns:a16="http://schemas.microsoft.com/office/drawing/2014/main" id="{CB1D296B-CCA2-E94B-FFA1-E5DD0691A48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 name="Google Shape;278;g184d99d1a72_0_2:notes">
            <a:extLst>
              <a:ext uri="{FF2B5EF4-FFF2-40B4-BE49-F238E27FC236}">
                <a16:creationId xmlns:a16="http://schemas.microsoft.com/office/drawing/2014/main" id="{819196B6-8D26-4419-E7C5-671E5983A65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3835807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
          <a:extLst>
            <a:ext uri="{FF2B5EF4-FFF2-40B4-BE49-F238E27FC236}">
              <a16:creationId xmlns:a16="http://schemas.microsoft.com/office/drawing/2014/main" id="{4DF9CDC7-03DA-2881-A62E-651955596EB2}"/>
            </a:ext>
          </a:extLst>
        </p:cNvPr>
        <p:cNvGrpSpPr/>
        <p:nvPr/>
      </p:nvGrpSpPr>
      <p:grpSpPr>
        <a:xfrm>
          <a:off x="0" y="0"/>
          <a:ext cx="0" cy="0"/>
          <a:chOff x="0" y="0"/>
          <a:chExt cx="0" cy="0"/>
        </a:xfrm>
      </p:grpSpPr>
      <p:sp>
        <p:nvSpPr>
          <p:cNvPr id="277" name="Google Shape;277;g184d99d1a72_0_2:notes">
            <a:extLst>
              <a:ext uri="{FF2B5EF4-FFF2-40B4-BE49-F238E27FC236}">
                <a16:creationId xmlns:a16="http://schemas.microsoft.com/office/drawing/2014/main" id="{2CD295A3-6E68-8E7A-DF37-7ABE70FF29E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 name="Google Shape;278;g184d99d1a72_0_2:notes">
            <a:extLst>
              <a:ext uri="{FF2B5EF4-FFF2-40B4-BE49-F238E27FC236}">
                <a16:creationId xmlns:a16="http://schemas.microsoft.com/office/drawing/2014/main" id="{3964A9D6-E317-B8A1-A620-839FADCDE21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8385113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5"/>
        <p:cNvGrpSpPr/>
        <p:nvPr/>
      </p:nvGrpSpPr>
      <p:grpSpPr>
        <a:xfrm>
          <a:off x="0" y="0"/>
          <a:ext cx="0" cy="0"/>
          <a:chOff x="0" y="0"/>
          <a:chExt cx="0" cy="0"/>
        </a:xfrm>
      </p:grpSpPr>
      <p:sp>
        <p:nvSpPr>
          <p:cNvPr id="466" name="Google Shape;466;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7" name="Google Shape;467;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3"/>
        <p:cNvGrpSpPr/>
        <p:nvPr/>
      </p:nvGrpSpPr>
      <p:grpSpPr>
        <a:xfrm>
          <a:off x="0" y="0"/>
          <a:ext cx="0" cy="0"/>
          <a:chOff x="0" y="0"/>
          <a:chExt cx="0" cy="0"/>
        </a:xfrm>
      </p:grpSpPr>
      <p:sp>
        <p:nvSpPr>
          <p:cNvPr id="304" name="Google Shape;304;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5" name="Google Shape;305;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
        <p:cNvGrpSpPr/>
        <p:nvPr/>
      </p:nvGrpSpPr>
      <p:grpSpPr>
        <a:xfrm>
          <a:off x="0" y="0"/>
          <a:ext cx="0" cy="0"/>
          <a:chOff x="0" y="0"/>
          <a:chExt cx="0" cy="0"/>
        </a:xfrm>
      </p:grpSpPr>
      <p:sp>
        <p:nvSpPr>
          <p:cNvPr id="313" name="Google Shape;313;g216241d4a3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4" name="Google Shape;314;g216241d4a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1"/>
        <p:cNvGrpSpPr/>
        <p:nvPr/>
      </p:nvGrpSpPr>
      <p:grpSpPr>
        <a:xfrm>
          <a:off x="0" y="0"/>
          <a:ext cx="0" cy="0"/>
          <a:chOff x="0" y="0"/>
          <a:chExt cx="0" cy="0"/>
        </a:xfrm>
      </p:grpSpPr>
      <p:sp>
        <p:nvSpPr>
          <p:cNvPr id="332" name="Google Shape;332;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3" name="Google Shape;333;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190cccfa97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190cccfa97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5"/>
        <p:cNvGrpSpPr/>
        <p:nvPr/>
      </p:nvGrpSpPr>
      <p:grpSpPr>
        <a:xfrm>
          <a:off x="0" y="0"/>
          <a:ext cx="0" cy="0"/>
          <a:chOff x="0" y="0"/>
          <a:chExt cx="0" cy="0"/>
        </a:xfrm>
      </p:grpSpPr>
      <p:sp>
        <p:nvSpPr>
          <p:cNvPr id="366" name="Google Shape;366;g54dda1946d_4_27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7" name="Google Shape;367;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4"/>
        <p:cNvGrpSpPr/>
        <p:nvPr/>
      </p:nvGrpSpPr>
      <p:grpSpPr>
        <a:xfrm>
          <a:off x="0" y="0"/>
          <a:ext cx="0" cy="0"/>
          <a:chOff x="0" y="0"/>
          <a:chExt cx="0" cy="0"/>
        </a:xfrm>
      </p:grpSpPr>
      <p:sp>
        <p:nvSpPr>
          <p:cNvPr id="395" name="Google Shape;395;g25471033bd5_0_275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6" name="Google Shape;396;g25471033bd5_0_275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2"/>
        <p:cNvGrpSpPr/>
        <p:nvPr/>
      </p:nvGrpSpPr>
      <p:grpSpPr>
        <a:xfrm>
          <a:off x="0" y="0"/>
          <a:ext cx="0" cy="0"/>
          <a:chOff x="0" y="0"/>
          <a:chExt cx="0" cy="0"/>
        </a:xfrm>
      </p:grpSpPr>
      <p:sp>
        <p:nvSpPr>
          <p:cNvPr id="423" name="Google Shape;423;g216241d4a31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4" name="Google Shape;424;g216241d4a31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9"/>
        <p:cNvGrpSpPr/>
        <p:nvPr/>
      </p:nvGrpSpPr>
      <p:grpSpPr>
        <a:xfrm>
          <a:off x="0" y="0"/>
          <a:ext cx="0" cy="0"/>
          <a:chOff x="0" y="0"/>
          <a:chExt cx="0" cy="0"/>
        </a:xfrm>
      </p:grpSpPr>
      <p:sp>
        <p:nvSpPr>
          <p:cNvPr id="440" name="Google Shape;440;g1869d044d7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1" name="Google Shape;441;g1869d044d7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1"/>
        <p:cNvGrpSpPr/>
        <p:nvPr/>
      </p:nvGrpSpPr>
      <p:grpSpPr>
        <a:xfrm>
          <a:off x="0" y="0"/>
          <a:ext cx="0" cy="0"/>
          <a:chOff x="0" y="0"/>
          <a:chExt cx="0" cy="0"/>
        </a:xfrm>
      </p:grpSpPr>
      <p:sp>
        <p:nvSpPr>
          <p:cNvPr id="452" name="Google Shape;452;g16bb02b265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3" name="Google Shape;453;g16bb02b265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8"/>
        <p:cNvGrpSpPr/>
        <p:nvPr/>
      </p:nvGrpSpPr>
      <p:grpSpPr>
        <a:xfrm>
          <a:off x="0" y="0"/>
          <a:ext cx="0" cy="0"/>
          <a:chOff x="0" y="0"/>
          <a:chExt cx="0" cy="0"/>
        </a:xfrm>
      </p:grpSpPr>
      <p:sp>
        <p:nvSpPr>
          <p:cNvPr id="489" name="Google Shape;489;gd44c0c1fca_0_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0" name="Google Shape;490;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
        <p:cNvGrpSpPr/>
        <p:nvPr/>
      </p:nvGrpSpPr>
      <p:grpSpPr>
        <a:xfrm>
          <a:off x="0" y="0"/>
          <a:ext cx="0" cy="0"/>
          <a:chOff x="0" y="0"/>
          <a:chExt cx="0" cy="0"/>
        </a:xfrm>
      </p:grpSpPr>
      <p:sp>
        <p:nvSpPr>
          <p:cNvPr id="711" name="Google Shape;711;g51b1a71d38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2" name="Google Shape;712;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6"/>
        <p:cNvGrpSpPr/>
        <p:nvPr/>
      </p:nvGrpSpPr>
      <p:grpSpPr>
        <a:xfrm>
          <a:off x="0" y="0"/>
          <a:ext cx="0" cy="0"/>
          <a:chOff x="0" y="0"/>
          <a:chExt cx="0" cy="0"/>
        </a:xfrm>
      </p:grpSpPr>
      <p:sp>
        <p:nvSpPr>
          <p:cNvPr id="717" name="Google Shape;717;g25471033bd5_0_137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8" name="Google Shape;718;g25471033bd5_0_137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g25471033bd5_0_137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 name="Google Shape;724;g25471033bd5_0_137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8"/>
        <p:cNvGrpSpPr/>
        <p:nvPr/>
      </p:nvGrpSpPr>
      <p:grpSpPr>
        <a:xfrm>
          <a:off x="0" y="0"/>
          <a:ext cx="0" cy="0"/>
          <a:chOff x="0" y="0"/>
          <a:chExt cx="0" cy="0"/>
        </a:xfrm>
      </p:grpSpPr>
      <p:sp>
        <p:nvSpPr>
          <p:cNvPr id="729" name="Google Shape;729;g25471033bd5_0_137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0" name="Google Shape;730;g25471033bd5_0_137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6"/>
        <p:cNvGrpSpPr/>
        <p:nvPr/>
      </p:nvGrpSpPr>
      <p:grpSpPr>
        <a:xfrm>
          <a:off x="0" y="0"/>
          <a:ext cx="0" cy="0"/>
          <a:chOff x="0" y="0"/>
          <a:chExt cx="0" cy="0"/>
        </a:xfrm>
      </p:grpSpPr>
      <p:sp>
        <p:nvSpPr>
          <p:cNvPr id="747" name="Google Shape;747;g25471033bd5_0_137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8" name="Google Shape;748;g25471033bd5_0_137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2"/>
        <p:cNvGrpSpPr/>
        <p:nvPr/>
      </p:nvGrpSpPr>
      <p:grpSpPr>
        <a:xfrm>
          <a:off x="0" y="0"/>
          <a:ext cx="0" cy="0"/>
          <a:chOff x="0" y="0"/>
          <a:chExt cx="0" cy="0"/>
        </a:xfrm>
      </p:grpSpPr>
      <p:sp>
        <p:nvSpPr>
          <p:cNvPr id="763" name="Google Shape;763;g25471033bd5_0_137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4" name="Google Shape;764;g25471033bd5_0_137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9"/>
        <p:cNvGrpSpPr/>
        <p:nvPr/>
      </p:nvGrpSpPr>
      <p:grpSpPr>
        <a:xfrm>
          <a:off x="0" y="0"/>
          <a:ext cx="0" cy="0"/>
          <a:chOff x="0" y="0"/>
          <a:chExt cx="0" cy="0"/>
        </a:xfrm>
      </p:grpSpPr>
      <p:sp>
        <p:nvSpPr>
          <p:cNvPr id="1100" name="Google Shape;1100;g25471033bd5_0_141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1" name="Google Shape;1101;g25471033bd5_0_141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13"/>
        <p:cNvGrpSpPr/>
        <p:nvPr/>
      </p:nvGrpSpPr>
      <p:grpSpPr>
        <a:xfrm>
          <a:off x="0" y="0"/>
          <a:ext cx="0" cy="0"/>
          <a:chOff x="0" y="0"/>
          <a:chExt cx="0" cy="0"/>
        </a:xfrm>
      </p:grpSpPr>
      <p:sp>
        <p:nvSpPr>
          <p:cNvPr id="7014" name="Google Shape;7014;g25471033bd5_0_200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15" name="Google Shape;7015;g25471033bd5_0_200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40"/>
        <p:cNvGrpSpPr/>
        <p:nvPr/>
      </p:nvGrpSpPr>
      <p:grpSpPr>
        <a:xfrm>
          <a:off x="0" y="0"/>
          <a:ext cx="0" cy="0"/>
          <a:chOff x="0" y="0"/>
          <a:chExt cx="0" cy="0"/>
        </a:xfrm>
      </p:grpSpPr>
      <p:sp>
        <p:nvSpPr>
          <p:cNvPr id="7441" name="Google Shape;7441;g25471033bd5_0_204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42" name="Google Shape;7442;g25471033bd5_0_204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03"/>
        <p:cNvGrpSpPr/>
        <p:nvPr/>
      </p:nvGrpSpPr>
      <p:grpSpPr>
        <a:xfrm>
          <a:off x="0" y="0"/>
          <a:ext cx="0" cy="0"/>
          <a:chOff x="0" y="0"/>
          <a:chExt cx="0" cy="0"/>
        </a:xfrm>
      </p:grpSpPr>
      <p:sp>
        <p:nvSpPr>
          <p:cNvPr id="7604" name="Google Shape;7604;g25471033bd5_0_206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05" name="Google Shape;7605;g25471033bd5_0_206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05"/>
        <p:cNvGrpSpPr/>
        <p:nvPr/>
      </p:nvGrpSpPr>
      <p:grpSpPr>
        <a:xfrm>
          <a:off x="0" y="0"/>
          <a:ext cx="0" cy="0"/>
          <a:chOff x="0" y="0"/>
          <a:chExt cx="0" cy="0"/>
        </a:xfrm>
      </p:grpSpPr>
      <p:sp>
        <p:nvSpPr>
          <p:cNvPr id="8006" name="Google Shape;8006;g25471033bd5_0_210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07" name="Google Shape;8007;g25471033bd5_0_210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76"/>
        <p:cNvGrpSpPr/>
        <p:nvPr/>
      </p:nvGrpSpPr>
      <p:grpSpPr>
        <a:xfrm>
          <a:off x="0" y="0"/>
          <a:ext cx="0" cy="0"/>
          <a:chOff x="0" y="0"/>
          <a:chExt cx="0" cy="0"/>
        </a:xfrm>
      </p:grpSpPr>
      <p:sp>
        <p:nvSpPr>
          <p:cNvPr id="8377" name="Google Shape;8377;g25471033bd5_0_213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78" name="Google Shape;8378;g25471033bd5_0_213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65"/>
        <p:cNvGrpSpPr/>
        <p:nvPr/>
      </p:nvGrpSpPr>
      <p:grpSpPr>
        <a:xfrm>
          <a:off x="0" y="0"/>
          <a:ext cx="0" cy="0"/>
          <a:chOff x="0" y="0"/>
          <a:chExt cx="0" cy="0"/>
        </a:xfrm>
      </p:grpSpPr>
      <p:sp>
        <p:nvSpPr>
          <p:cNvPr id="8766" name="Google Shape;8766;g25471033bd5_0_217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67" name="Google Shape;8767;g25471033bd5_0_217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96"/>
        <p:cNvGrpSpPr/>
        <p:nvPr/>
      </p:nvGrpSpPr>
      <p:grpSpPr>
        <a:xfrm>
          <a:off x="0" y="0"/>
          <a:ext cx="0" cy="0"/>
          <a:chOff x="0" y="0"/>
          <a:chExt cx="0" cy="0"/>
        </a:xfrm>
      </p:grpSpPr>
      <p:sp>
        <p:nvSpPr>
          <p:cNvPr id="9197" name="Google Shape;9197;g25471033bd5_0_22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98" name="Google Shape;9198;g25471033bd5_0_22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9"/>
        <p:cNvGrpSpPr/>
        <p:nvPr/>
      </p:nvGrpSpPr>
      <p:grpSpPr>
        <a:xfrm>
          <a:off x="0" y="0"/>
          <a:ext cx="0" cy="0"/>
          <a:chOff x="0" y="0"/>
          <a:chExt cx="0" cy="0"/>
        </a:xfrm>
      </p:grpSpPr>
      <p:sp>
        <p:nvSpPr>
          <p:cNvPr id="9990" name="Google Shape;9990;g25471033bd5_0_230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91" name="Google Shape;9991;g25471033bd5_0_230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30"/>
        <p:cNvGrpSpPr/>
        <p:nvPr/>
      </p:nvGrpSpPr>
      <p:grpSpPr>
        <a:xfrm>
          <a:off x="0" y="0"/>
          <a:ext cx="0" cy="0"/>
          <a:chOff x="0" y="0"/>
          <a:chExt cx="0" cy="0"/>
        </a:xfrm>
      </p:grpSpPr>
      <p:sp>
        <p:nvSpPr>
          <p:cNvPr id="10731" name="Google Shape;10731;g25471033bd5_0_237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32" name="Google Shape;10732;g25471033bd5_0_237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23"/>
        <p:cNvGrpSpPr/>
        <p:nvPr/>
      </p:nvGrpSpPr>
      <p:grpSpPr>
        <a:xfrm>
          <a:off x="0" y="0"/>
          <a:ext cx="0" cy="0"/>
          <a:chOff x="0" y="0"/>
          <a:chExt cx="0" cy="0"/>
        </a:xfrm>
      </p:grpSpPr>
      <p:sp>
        <p:nvSpPr>
          <p:cNvPr id="11424" name="Google Shape;11424;g25471033bd5_0_244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5" name="Google Shape;11425;g25471033bd5_0_244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25"/>
        <p:cNvGrpSpPr/>
        <p:nvPr/>
      </p:nvGrpSpPr>
      <p:grpSpPr>
        <a:xfrm>
          <a:off x="0" y="0"/>
          <a:ext cx="0" cy="0"/>
          <a:chOff x="0" y="0"/>
          <a:chExt cx="0" cy="0"/>
        </a:xfrm>
      </p:grpSpPr>
      <p:sp>
        <p:nvSpPr>
          <p:cNvPr id="11726" name="Google Shape;11726;g25471033bd5_0_247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27" name="Google Shape;11727;g25471033bd5_0_247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5"/>
        <p:cNvGrpSpPr/>
        <p:nvPr/>
      </p:nvGrpSpPr>
      <p:grpSpPr>
        <a:xfrm>
          <a:off x="0" y="0"/>
          <a:ext cx="0" cy="0"/>
          <a:chOff x="0" y="0"/>
          <a:chExt cx="0" cy="0"/>
        </a:xfrm>
      </p:grpSpPr>
      <p:sp>
        <p:nvSpPr>
          <p:cNvPr id="12366" name="Google Shape;12366;g25471033bd5_0_273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67" name="Google Shape;12367;g25471033bd5_0_273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4.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4.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4.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4.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5.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7.png"/><Relationship Id="rId4" Type="http://schemas.openxmlformats.org/officeDocument/2006/relationships/image" Target="../media/image5.png"/></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4.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mt="31000"/>
          </a:blip>
          <a:srcRect l="6784" t="9212" r="6792" b="17848"/>
          <a:stretch/>
        </p:blipFill>
        <p:spPr>
          <a:xfrm>
            <a:off x="-1" y="0"/>
            <a:ext cx="9144003" cy="5143501"/>
          </a:xfrm>
          <a:prstGeom prst="rect">
            <a:avLst/>
          </a:prstGeom>
          <a:noFill/>
          <a:ln>
            <a:noFill/>
          </a:ln>
        </p:spPr>
      </p:pic>
      <p:sp>
        <p:nvSpPr>
          <p:cNvPr id="10" name="Google Shape;10;p2"/>
          <p:cNvSpPr txBox="1">
            <a:spLocks noGrp="1"/>
          </p:cNvSpPr>
          <p:nvPr>
            <p:ph type="ctrTitle"/>
          </p:nvPr>
        </p:nvSpPr>
        <p:spPr>
          <a:xfrm>
            <a:off x="869825" y="1732850"/>
            <a:ext cx="7404300" cy="1690500"/>
          </a:xfrm>
          <a:prstGeom prst="rect">
            <a:avLst/>
          </a:prstGeom>
        </p:spPr>
        <p:txBody>
          <a:bodyPr spcFirstLastPara="1" wrap="square" lIns="91425" tIns="91425" rIns="91425" bIns="91425" anchor="b" anchorCtr="0">
            <a:noAutofit/>
          </a:bodyPr>
          <a:lstStyle>
            <a:lvl1pPr lvl="0" algn="ctr">
              <a:lnSpc>
                <a:spcPct val="115000"/>
              </a:lnSpc>
              <a:spcBef>
                <a:spcPts val="0"/>
              </a:spcBef>
              <a:spcAft>
                <a:spcPts val="0"/>
              </a:spcAft>
              <a:buClr>
                <a:srgbClr val="191919"/>
              </a:buClr>
              <a:buSzPts val="5200"/>
              <a:buNone/>
              <a:defRPr sz="42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870017" y="3311625"/>
            <a:ext cx="7404000" cy="475800"/>
          </a:xfrm>
          <a:prstGeom prst="rect">
            <a:avLst/>
          </a:prstGeom>
          <a:noFill/>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pic>
        <p:nvPicPr>
          <p:cNvPr id="13" name="Google Shape;13;p3"/>
          <p:cNvPicPr preferRelativeResize="0"/>
          <p:nvPr/>
        </p:nvPicPr>
        <p:blipFill rotWithShape="1">
          <a:blip r:embed="rId2">
            <a:alphaModFix amt="31000"/>
          </a:blip>
          <a:srcRect l="6784" t="9212" r="6792" b="17848"/>
          <a:stretch/>
        </p:blipFill>
        <p:spPr>
          <a:xfrm>
            <a:off x="-1" y="0"/>
            <a:ext cx="9144003" cy="5143501"/>
          </a:xfrm>
          <a:prstGeom prst="rect">
            <a:avLst/>
          </a:prstGeom>
          <a:noFill/>
          <a:ln>
            <a:noFill/>
          </a:ln>
        </p:spPr>
      </p:pic>
      <p:pic>
        <p:nvPicPr>
          <p:cNvPr id="14" name="Google Shape;14;p3"/>
          <p:cNvPicPr preferRelativeResize="0"/>
          <p:nvPr/>
        </p:nvPicPr>
        <p:blipFill>
          <a:blip r:embed="rId3">
            <a:alphaModFix/>
          </a:blip>
          <a:stretch>
            <a:fillRect/>
          </a:stretch>
        </p:blipFill>
        <p:spPr>
          <a:xfrm rot="10800000">
            <a:off x="6373745" y="3792725"/>
            <a:ext cx="3130699" cy="2154400"/>
          </a:xfrm>
          <a:prstGeom prst="rect">
            <a:avLst/>
          </a:prstGeom>
          <a:noFill/>
          <a:ln>
            <a:noFill/>
          </a:ln>
        </p:spPr>
      </p:pic>
      <p:sp>
        <p:nvSpPr>
          <p:cNvPr id="15" name="Google Shape;15;p3"/>
          <p:cNvSpPr txBox="1">
            <a:spLocks noGrp="1"/>
          </p:cNvSpPr>
          <p:nvPr>
            <p:ph type="title"/>
          </p:nvPr>
        </p:nvSpPr>
        <p:spPr>
          <a:xfrm>
            <a:off x="4047175" y="2571975"/>
            <a:ext cx="4383600" cy="8418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6" name="Google Shape;16;p3"/>
          <p:cNvSpPr txBox="1">
            <a:spLocks noGrp="1"/>
          </p:cNvSpPr>
          <p:nvPr>
            <p:ph type="title" idx="2" hasCustomPrompt="1"/>
          </p:nvPr>
        </p:nvSpPr>
        <p:spPr>
          <a:xfrm>
            <a:off x="5507725" y="1512200"/>
            <a:ext cx="1462500" cy="965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7000">
                <a:solidFill>
                  <a:schemeClr val="dk2"/>
                </a:solidFill>
                <a:latin typeface="Quicksand SemiBold"/>
                <a:ea typeface="Quicksand SemiBold"/>
                <a:cs typeface="Quicksand SemiBold"/>
                <a:sym typeface="Quicksand Semi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7" name="Google Shape;17;p3"/>
          <p:cNvSpPr>
            <a:spLocks noGrp="1"/>
          </p:cNvSpPr>
          <p:nvPr>
            <p:ph type="pic" idx="3"/>
          </p:nvPr>
        </p:nvSpPr>
        <p:spPr>
          <a:xfrm>
            <a:off x="-1861900" y="-202800"/>
            <a:ext cx="5549100" cy="5549100"/>
          </a:xfrm>
          <a:prstGeom prst="ellipse">
            <a:avLst/>
          </a:prstGeom>
          <a:noFill/>
          <a:ln>
            <a:noFill/>
          </a:ln>
        </p:spPr>
        <p:txBody>
          <a:bodyPr/>
          <a:lstStyle/>
          <a:p>
            <a:endParaRPr lang="zh-TW"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8"/>
        <p:cNvGrpSpPr/>
        <p:nvPr/>
      </p:nvGrpSpPr>
      <p:grpSpPr>
        <a:xfrm>
          <a:off x="0" y="0"/>
          <a:ext cx="0" cy="0"/>
          <a:chOff x="0" y="0"/>
          <a:chExt cx="0" cy="0"/>
        </a:xfrm>
      </p:grpSpPr>
      <p:pic>
        <p:nvPicPr>
          <p:cNvPr id="19" name="Google Shape;19;p4"/>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grpSp>
        <p:nvGrpSpPr>
          <p:cNvPr id="20" name="Google Shape;20;p4"/>
          <p:cNvGrpSpPr/>
          <p:nvPr/>
        </p:nvGrpSpPr>
        <p:grpSpPr>
          <a:xfrm>
            <a:off x="-1455771" y="-903012"/>
            <a:ext cx="11760581" cy="6547280"/>
            <a:chOff x="-1455771" y="-903012"/>
            <a:chExt cx="11760581" cy="6547280"/>
          </a:xfrm>
        </p:grpSpPr>
        <p:pic>
          <p:nvPicPr>
            <p:cNvPr id="21" name="Google Shape;21;p4"/>
            <p:cNvPicPr preferRelativeResize="0"/>
            <p:nvPr/>
          </p:nvPicPr>
          <p:blipFill>
            <a:blip r:embed="rId3">
              <a:alphaModFix/>
            </a:blip>
            <a:stretch>
              <a:fillRect/>
            </a:stretch>
          </p:blipFill>
          <p:spPr>
            <a:xfrm>
              <a:off x="-1222375" y="3941302"/>
              <a:ext cx="2707500" cy="1702965"/>
            </a:xfrm>
            <a:prstGeom prst="rect">
              <a:avLst/>
            </a:prstGeom>
            <a:noFill/>
            <a:ln>
              <a:noFill/>
            </a:ln>
          </p:spPr>
        </p:pic>
        <p:pic>
          <p:nvPicPr>
            <p:cNvPr id="22" name="Google Shape;22;p4"/>
            <p:cNvPicPr preferRelativeResize="0"/>
            <p:nvPr/>
          </p:nvPicPr>
          <p:blipFill>
            <a:blip r:embed="rId4">
              <a:alphaModFix/>
            </a:blip>
            <a:stretch>
              <a:fillRect/>
            </a:stretch>
          </p:blipFill>
          <p:spPr>
            <a:xfrm rot="945403">
              <a:off x="-1206838" y="-416212"/>
              <a:ext cx="2240076" cy="2143375"/>
            </a:xfrm>
            <a:prstGeom prst="rect">
              <a:avLst/>
            </a:prstGeom>
            <a:noFill/>
            <a:ln>
              <a:noFill/>
            </a:ln>
          </p:spPr>
        </p:pic>
        <p:pic>
          <p:nvPicPr>
            <p:cNvPr id="23" name="Google Shape;23;p4"/>
            <p:cNvPicPr preferRelativeResize="0"/>
            <p:nvPr/>
          </p:nvPicPr>
          <p:blipFill>
            <a:blip r:embed="rId5">
              <a:alphaModFix/>
            </a:blip>
            <a:stretch>
              <a:fillRect/>
            </a:stretch>
          </p:blipFill>
          <p:spPr>
            <a:xfrm rot="5400000">
              <a:off x="6541847" y="-207900"/>
              <a:ext cx="4458075" cy="3067851"/>
            </a:xfrm>
            <a:prstGeom prst="rect">
              <a:avLst/>
            </a:prstGeom>
            <a:noFill/>
            <a:ln>
              <a:noFill/>
            </a:ln>
          </p:spPr>
        </p:pic>
      </p:grpSp>
      <p:sp>
        <p:nvSpPr>
          <p:cNvPr id="24" name="Google Shape;24;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5" name="Google Shape;25;p4"/>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6"/>
        <p:cNvGrpSpPr/>
        <p:nvPr/>
      </p:nvGrpSpPr>
      <p:grpSpPr>
        <a:xfrm>
          <a:off x="0" y="0"/>
          <a:ext cx="0" cy="0"/>
          <a:chOff x="0" y="0"/>
          <a:chExt cx="0" cy="0"/>
        </a:xfrm>
      </p:grpSpPr>
      <p:pic>
        <p:nvPicPr>
          <p:cNvPr id="27" name="Google Shape;27;p5"/>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grpSp>
        <p:nvGrpSpPr>
          <p:cNvPr id="28" name="Google Shape;28;p5"/>
          <p:cNvGrpSpPr/>
          <p:nvPr/>
        </p:nvGrpSpPr>
        <p:grpSpPr>
          <a:xfrm>
            <a:off x="-1455771" y="-903012"/>
            <a:ext cx="11760581" cy="6547280"/>
            <a:chOff x="-1455771" y="-903012"/>
            <a:chExt cx="11760581" cy="6547280"/>
          </a:xfrm>
        </p:grpSpPr>
        <p:pic>
          <p:nvPicPr>
            <p:cNvPr id="29" name="Google Shape;29;p5"/>
            <p:cNvPicPr preferRelativeResize="0"/>
            <p:nvPr/>
          </p:nvPicPr>
          <p:blipFill>
            <a:blip r:embed="rId3">
              <a:alphaModFix/>
            </a:blip>
            <a:stretch>
              <a:fillRect/>
            </a:stretch>
          </p:blipFill>
          <p:spPr>
            <a:xfrm>
              <a:off x="-1222375" y="3941302"/>
              <a:ext cx="2707500" cy="1702965"/>
            </a:xfrm>
            <a:prstGeom prst="rect">
              <a:avLst/>
            </a:prstGeom>
            <a:noFill/>
            <a:ln>
              <a:noFill/>
            </a:ln>
          </p:spPr>
        </p:pic>
        <p:pic>
          <p:nvPicPr>
            <p:cNvPr id="30" name="Google Shape;30;p5"/>
            <p:cNvPicPr preferRelativeResize="0"/>
            <p:nvPr/>
          </p:nvPicPr>
          <p:blipFill>
            <a:blip r:embed="rId4">
              <a:alphaModFix/>
            </a:blip>
            <a:stretch>
              <a:fillRect/>
            </a:stretch>
          </p:blipFill>
          <p:spPr>
            <a:xfrm rot="945403">
              <a:off x="-1206838" y="-416212"/>
              <a:ext cx="2240076" cy="2143375"/>
            </a:xfrm>
            <a:prstGeom prst="rect">
              <a:avLst/>
            </a:prstGeom>
            <a:noFill/>
            <a:ln>
              <a:noFill/>
            </a:ln>
          </p:spPr>
        </p:pic>
        <p:pic>
          <p:nvPicPr>
            <p:cNvPr id="31" name="Google Shape;31;p5"/>
            <p:cNvPicPr preferRelativeResize="0"/>
            <p:nvPr/>
          </p:nvPicPr>
          <p:blipFill>
            <a:blip r:embed="rId5">
              <a:alphaModFix/>
            </a:blip>
            <a:stretch>
              <a:fillRect/>
            </a:stretch>
          </p:blipFill>
          <p:spPr>
            <a:xfrm rot="5400000">
              <a:off x="6541847" y="-207900"/>
              <a:ext cx="4458075" cy="3067851"/>
            </a:xfrm>
            <a:prstGeom prst="rect">
              <a:avLst/>
            </a:prstGeom>
            <a:noFill/>
            <a:ln>
              <a:noFill/>
            </a:ln>
          </p:spPr>
        </p:pic>
      </p:grpSp>
      <p:sp>
        <p:nvSpPr>
          <p:cNvPr id="32" name="Google Shape;32;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3" name="Google Shape;33;p5"/>
          <p:cNvSpPr txBox="1">
            <a:spLocks noGrp="1"/>
          </p:cNvSpPr>
          <p:nvPr>
            <p:ph type="subTitle" idx="1"/>
          </p:nvPr>
        </p:nvSpPr>
        <p:spPr>
          <a:xfrm>
            <a:off x="4951372" y="2313400"/>
            <a:ext cx="2707500" cy="1561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4" name="Google Shape;34;p5"/>
          <p:cNvSpPr txBox="1">
            <a:spLocks noGrp="1"/>
          </p:cNvSpPr>
          <p:nvPr>
            <p:ph type="subTitle" idx="2"/>
          </p:nvPr>
        </p:nvSpPr>
        <p:spPr>
          <a:xfrm>
            <a:off x="1485128" y="2313400"/>
            <a:ext cx="2707500" cy="1561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5" name="Google Shape;35;p5"/>
          <p:cNvSpPr txBox="1">
            <a:spLocks noGrp="1"/>
          </p:cNvSpPr>
          <p:nvPr>
            <p:ph type="subTitle" idx="3"/>
          </p:nvPr>
        </p:nvSpPr>
        <p:spPr>
          <a:xfrm>
            <a:off x="1485128" y="1725800"/>
            <a:ext cx="2707500" cy="572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36" name="Google Shape;36;p5"/>
          <p:cNvSpPr txBox="1">
            <a:spLocks noGrp="1"/>
          </p:cNvSpPr>
          <p:nvPr>
            <p:ph type="subTitle" idx="4"/>
          </p:nvPr>
        </p:nvSpPr>
        <p:spPr>
          <a:xfrm>
            <a:off x="4951372" y="1725800"/>
            <a:ext cx="2707500" cy="572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7"/>
        <p:cNvGrpSpPr/>
        <p:nvPr/>
      </p:nvGrpSpPr>
      <p:grpSpPr>
        <a:xfrm>
          <a:off x="0" y="0"/>
          <a:ext cx="0" cy="0"/>
          <a:chOff x="0" y="0"/>
          <a:chExt cx="0" cy="0"/>
        </a:xfrm>
      </p:grpSpPr>
      <p:pic>
        <p:nvPicPr>
          <p:cNvPr id="38" name="Google Shape;38;p6"/>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sp>
        <p:nvSpPr>
          <p:cNvPr id="39" name="Google Shape;39;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40" name="Google Shape;40;p6"/>
          <p:cNvGrpSpPr/>
          <p:nvPr/>
        </p:nvGrpSpPr>
        <p:grpSpPr>
          <a:xfrm>
            <a:off x="-1666425" y="-712925"/>
            <a:ext cx="11515100" cy="6164775"/>
            <a:chOff x="-1666425" y="-712925"/>
            <a:chExt cx="11515100" cy="6164775"/>
          </a:xfrm>
        </p:grpSpPr>
        <p:pic>
          <p:nvPicPr>
            <p:cNvPr id="41" name="Google Shape;41;p6"/>
            <p:cNvPicPr preferRelativeResize="0"/>
            <p:nvPr/>
          </p:nvPicPr>
          <p:blipFill>
            <a:blip r:embed="rId3">
              <a:alphaModFix/>
            </a:blip>
            <a:stretch>
              <a:fillRect/>
            </a:stretch>
          </p:blipFill>
          <p:spPr>
            <a:xfrm>
              <a:off x="7664213" y="3361675"/>
              <a:ext cx="2184461" cy="2090175"/>
            </a:xfrm>
            <a:prstGeom prst="rect">
              <a:avLst/>
            </a:prstGeom>
            <a:noFill/>
            <a:ln>
              <a:noFill/>
            </a:ln>
          </p:spPr>
        </p:pic>
        <p:pic>
          <p:nvPicPr>
            <p:cNvPr id="42" name="Google Shape;42;p6"/>
            <p:cNvPicPr preferRelativeResize="0"/>
            <p:nvPr/>
          </p:nvPicPr>
          <p:blipFill>
            <a:blip r:embed="rId4">
              <a:alphaModFix/>
            </a:blip>
            <a:stretch>
              <a:fillRect/>
            </a:stretch>
          </p:blipFill>
          <p:spPr>
            <a:xfrm rot="2272656">
              <a:off x="-1438152" y="-86709"/>
              <a:ext cx="2601305" cy="1636168"/>
            </a:xfrm>
            <a:prstGeom prst="rect">
              <a:avLst/>
            </a:prstGeom>
            <a:noFill/>
            <a:ln>
              <a:noFill/>
            </a:ln>
          </p:spPr>
        </p:pic>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3"/>
        <p:cNvGrpSpPr/>
        <p:nvPr/>
      </p:nvGrpSpPr>
      <p:grpSpPr>
        <a:xfrm>
          <a:off x="0" y="0"/>
          <a:ext cx="0" cy="0"/>
          <a:chOff x="0" y="0"/>
          <a:chExt cx="0" cy="0"/>
        </a:xfrm>
      </p:grpSpPr>
      <p:pic>
        <p:nvPicPr>
          <p:cNvPr id="44" name="Google Shape;44;p7"/>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sp>
        <p:nvSpPr>
          <p:cNvPr id="45" name="Google Shape;45;p7"/>
          <p:cNvSpPr txBox="1">
            <a:spLocks noGrp="1"/>
          </p:cNvSpPr>
          <p:nvPr>
            <p:ph type="title"/>
          </p:nvPr>
        </p:nvSpPr>
        <p:spPr>
          <a:xfrm>
            <a:off x="709625" y="1074575"/>
            <a:ext cx="4107300" cy="5727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000"/>
              <a:buNone/>
              <a:defRPr/>
            </a:lvl1pPr>
            <a:lvl2pPr lvl="1" algn="l" rtl="0">
              <a:spcBef>
                <a:spcPts val="0"/>
              </a:spcBef>
              <a:spcAft>
                <a:spcPts val="0"/>
              </a:spcAft>
              <a:buSzPts val="3000"/>
              <a:buNone/>
              <a:defRPr/>
            </a:lvl2pPr>
            <a:lvl3pPr lvl="2" algn="l" rtl="0">
              <a:spcBef>
                <a:spcPts val="0"/>
              </a:spcBef>
              <a:spcAft>
                <a:spcPts val="0"/>
              </a:spcAft>
              <a:buSzPts val="3000"/>
              <a:buNone/>
              <a:defRPr/>
            </a:lvl3pPr>
            <a:lvl4pPr lvl="3" algn="l" rtl="0">
              <a:spcBef>
                <a:spcPts val="0"/>
              </a:spcBef>
              <a:spcAft>
                <a:spcPts val="0"/>
              </a:spcAft>
              <a:buSzPts val="3000"/>
              <a:buNone/>
              <a:defRPr/>
            </a:lvl4pPr>
            <a:lvl5pPr lvl="4" algn="l" rtl="0">
              <a:spcBef>
                <a:spcPts val="0"/>
              </a:spcBef>
              <a:spcAft>
                <a:spcPts val="0"/>
              </a:spcAft>
              <a:buSzPts val="3000"/>
              <a:buNone/>
              <a:defRPr/>
            </a:lvl5pPr>
            <a:lvl6pPr lvl="5" algn="l" rtl="0">
              <a:spcBef>
                <a:spcPts val="0"/>
              </a:spcBef>
              <a:spcAft>
                <a:spcPts val="0"/>
              </a:spcAft>
              <a:buSzPts val="3000"/>
              <a:buNone/>
              <a:defRPr/>
            </a:lvl6pPr>
            <a:lvl7pPr lvl="6" algn="l" rtl="0">
              <a:spcBef>
                <a:spcPts val="0"/>
              </a:spcBef>
              <a:spcAft>
                <a:spcPts val="0"/>
              </a:spcAft>
              <a:buSzPts val="3000"/>
              <a:buNone/>
              <a:defRPr/>
            </a:lvl7pPr>
            <a:lvl8pPr lvl="7" algn="l" rtl="0">
              <a:spcBef>
                <a:spcPts val="0"/>
              </a:spcBef>
              <a:spcAft>
                <a:spcPts val="0"/>
              </a:spcAft>
              <a:buSzPts val="3000"/>
              <a:buNone/>
              <a:defRPr/>
            </a:lvl8pPr>
            <a:lvl9pPr lvl="8" algn="l" rtl="0">
              <a:spcBef>
                <a:spcPts val="0"/>
              </a:spcBef>
              <a:spcAft>
                <a:spcPts val="0"/>
              </a:spcAft>
              <a:buSzPts val="3000"/>
              <a:buNone/>
              <a:defRPr/>
            </a:lvl9pPr>
          </a:lstStyle>
          <a:p>
            <a:endParaRPr/>
          </a:p>
        </p:txBody>
      </p:sp>
      <p:sp>
        <p:nvSpPr>
          <p:cNvPr id="46" name="Google Shape;46;p7"/>
          <p:cNvSpPr txBox="1">
            <a:spLocks noGrp="1"/>
          </p:cNvSpPr>
          <p:nvPr>
            <p:ph type="subTitle" idx="1"/>
          </p:nvPr>
        </p:nvSpPr>
        <p:spPr>
          <a:xfrm>
            <a:off x="709625" y="1789825"/>
            <a:ext cx="4107300" cy="229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rtl="0">
              <a:lnSpc>
                <a:spcPct val="100000"/>
              </a:lnSpc>
              <a:spcBef>
                <a:spcPts val="0"/>
              </a:spcBef>
              <a:spcAft>
                <a:spcPts val="0"/>
              </a:spcAft>
              <a:buClr>
                <a:srgbClr val="E76A28"/>
              </a:buClr>
              <a:buSzPts val="1200"/>
              <a:buFont typeface="Nunito Light"/>
              <a:buChar char="○"/>
              <a:defRPr/>
            </a:lvl2pPr>
            <a:lvl3pPr lvl="2" rtl="0">
              <a:lnSpc>
                <a:spcPct val="100000"/>
              </a:lnSpc>
              <a:spcBef>
                <a:spcPts val="0"/>
              </a:spcBef>
              <a:spcAft>
                <a:spcPts val="0"/>
              </a:spcAft>
              <a:buClr>
                <a:srgbClr val="E76A28"/>
              </a:buClr>
              <a:buSzPts val="1200"/>
              <a:buFont typeface="Nunito Light"/>
              <a:buChar char="■"/>
              <a:defRPr/>
            </a:lvl3pPr>
            <a:lvl4pPr lvl="3" rtl="0">
              <a:lnSpc>
                <a:spcPct val="100000"/>
              </a:lnSpc>
              <a:spcBef>
                <a:spcPts val="0"/>
              </a:spcBef>
              <a:spcAft>
                <a:spcPts val="0"/>
              </a:spcAft>
              <a:buClr>
                <a:srgbClr val="E76A28"/>
              </a:buClr>
              <a:buSzPts val="1200"/>
              <a:buFont typeface="Nunito Light"/>
              <a:buChar char="●"/>
              <a:defRPr/>
            </a:lvl4pPr>
            <a:lvl5pPr lvl="4" rtl="0">
              <a:lnSpc>
                <a:spcPct val="100000"/>
              </a:lnSpc>
              <a:spcBef>
                <a:spcPts val="0"/>
              </a:spcBef>
              <a:spcAft>
                <a:spcPts val="0"/>
              </a:spcAft>
              <a:buClr>
                <a:srgbClr val="E76A28"/>
              </a:buClr>
              <a:buSzPts val="1200"/>
              <a:buFont typeface="Nunito Light"/>
              <a:buChar char="○"/>
              <a:defRPr/>
            </a:lvl5pPr>
            <a:lvl6pPr lvl="5" rtl="0">
              <a:lnSpc>
                <a:spcPct val="100000"/>
              </a:lnSpc>
              <a:spcBef>
                <a:spcPts val="0"/>
              </a:spcBef>
              <a:spcAft>
                <a:spcPts val="0"/>
              </a:spcAft>
              <a:buClr>
                <a:srgbClr val="999999"/>
              </a:buClr>
              <a:buSzPts val="1200"/>
              <a:buFont typeface="Nunito Light"/>
              <a:buChar char="■"/>
              <a:defRPr/>
            </a:lvl6pPr>
            <a:lvl7pPr lvl="6" rtl="0">
              <a:lnSpc>
                <a:spcPct val="100000"/>
              </a:lnSpc>
              <a:spcBef>
                <a:spcPts val="0"/>
              </a:spcBef>
              <a:spcAft>
                <a:spcPts val="0"/>
              </a:spcAft>
              <a:buClr>
                <a:srgbClr val="999999"/>
              </a:buClr>
              <a:buSzPts val="1200"/>
              <a:buFont typeface="Nunito Light"/>
              <a:buChar char="●"/>
              <a:defRPr/>
            </a:lvl7pPr>
            <a:lvl8pPr lvl="7" rtl="0">
              <a:lnSpc>
                <a:spcPct val="100000"/>
              </a:lnSpc>
              <a:spcBef>
                <a:spcPts val="0"/>
              </a:spcBef>
              <a:spcAft>
                <a:spcPts val="0"/>
              </a:spcAft>
              <a:buClr>
                <a:srgbClr val="999999"/>
              </a:buClr>
              <a:buSzPts val="1200"/>
              <a:buFont typeface="Nunito Light"/>
              <a:buChar char="○"/>
              <a:defRPr/>
            </a:lvl8pPr>
            <a:lvl9pPr lvl="8" rtl="0">
              <a:lnSpc>
                <a:spcPct val="100000"/>
              </a:lnSpc>
              <a:spcBef>
                <a:spcPts val="0"/>
              </a:spcBef>
              <a:spcAft>
                <a:spcPts val="0"/>
              </a:spcAft>
              <a:buClr>
                <a:srgbClr val="999999"/>
              </a:buClr>
              <a:buSzPts val="1200"/>
              <a:buFont typeface="Nunito Light"/>
              <a:buChar char="■"/>
              <a:defRPr/>
            </a:lvl9pPr>
          </a:lstStyle>
          <a:p>
            <a:endParaRPr/>
          </a:p>
        </p:txBody>
      </p:sp>
      <p:sp>
        <p:nvSpPr>
          <p:cNvPr id="47" name="Google Shape;47;p7"/>
          <p:cNvSpPr>
            <a:spLocks noGrp="1"/>
          </p:cNvSpPr>
          <p:nvPr>
            <p:ph type="pic" idx="2"/>
          </p:nvPr>
        </p:nvSpPr>
        <p:spPr>
          <a:xfrm>
            <a:off x="5028025" y="848400"/>
            <a:ext cx="3446700" cy="3446700"/>
          </a:xfrm>
          <a:prstGeom prst="ellipse">
            <a:avLst/>
          </a:prstGeom>
          <a:noFill/>
          <a:ln>
            <a:noFill/>
          </a:ln>
        </p:spPr>
        <p:txBody>
          <a:bodyPr/>
          <a:lstStyle/>
          <a:p>
            <a:endParaRPr lang="zh-TW" altLang="en-US"/>
          </a:p>
        </p:txBody>
      </p:sp>
      <p:grpSp>
        <p:nvGrpSpPr>
          <p:cNvPr id="48" name="Google Shape;48;p7"/>
          <p:cNvGrpSpPr/>
          <p:nvPr/>
        </p:nvGrpSpPr>
        <p:grpSpPr>
          <a:xfrm>
            <a:off x="-868293" y="3298405"/>
            <a:ext cx="12567395" cy="3965470"/>
            <a:chOff x="-868293" y="3298405"/>
            <a:chExt cx="12567395" cy="3965470"/>
          </a:xfrm>
        </p:grpSpPr>
        <p:pic>
          <p:nvPicPr>
            <p:cNvPr id="49" name="Google Shape;49;p7"/>
            <p:cNvPicPr preferRelativeResize="0"/>
            <p:nvPr/>
          </p:nvPicPr>
          <p:blipFill>
            <a:blip r:embed="rId3">
              <a:alphaModFix/>
            </a:blip>
            <a:stretch>
              <a:fillRect/>
            </a:stretch>
          </p:blipFill>
          <p:spPr>
            <a:xfrm rot="-1635323">
              <a:off x="-573452" y="3814574"/>
              <a:ext cx="2726651" cy="1948675"/>
            </a:xfrm>
            <a:prstGeom prst="rect">
              <a:avLst/>
            </a:prstGeom>
            <a:noFill/>
            <a:ln>
              <a:noFill/>
            </a:ln>
          </p:spPr>
        </p:pic>
        <p:pic>
          <p:nvPicPr>
            <p:cNvPr id="50" name="Google Shape;50;p7"/>
            <p:cNvPicPr preferRelativeResize="0"/>
            <p:nvPr/>
          </p:nvPicPr>
          <p:blipFill>
            <a:blip r:embed="rId3">
              <a:alphaModFix/>
            </a:blip>
            <a:stretch>
              <a:fillRect/>
            </a:stretch>
          </p:blipFill>
          <p:spPr>
            <a:xfrm>
              <a:off x="7038226" y="3932875"/>
              <a:ext cx="4660876" cy="3331001"/>
            </a:xfrm>
            <a:prstGeom prst="rect">
              <a:avLst/>
            </a:prstGeom>
            <a:noFill/>
            <a:ln>
              <a:noFill/>
            </a:ln>
          </p:spPr>
        </p:pic>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1"/>
        <p:cNvGrpSpPr/>
        <p:nvPr/>
      </p:nvGrpSpPr>
      <p:grpSpPr>
        <a:xfrm>
          <a:off x="0" y="0"/>
          <a:ext cx="0" cy="0"/>
          <a:chOff x="0" y="0"/>
          <a:chExt cx="0" cy="0"/>
        </a:xfrm>
      </p:grpSpPr>
      <p:pic>
        <p:nvPicPr>
          <p:cNvPr id="52" name="Google Shape;52;p8"/>
          <p:cNvPicPr preferRelativeResize="0"/>
          <p:nvPr/>
        </p:nvPicPr>
        <p:blipFill rotWithShape="1">
          <a:blip r:embed="rId2">
            <a:alphaModFix amt="31000"/>
          </a:blip>
          <a:srcRect l="6784" t="9212" r="6792" b="17848"/>
          <a:stretch/>
        </p:blipFill>
        <p:spPr>
          <a:xfrm>
            <a:off x="-1" y="0"/>
            <a:ext cx="9144003" cy="5143501"/>
          </a:xfrm>
          <a:prstGeom prst="rect">
            <a:avLst/>
          </a:prstGeom>
          <a:noFill/>
          <a:ln>
            <a:noFill/>
          </a:ln>
        </p:spPr>
      </p:pic>
      <p:sp>
        <p:nvSpPr>
          <p:cNvPr id="53" name="Google Shape;53;p8"/>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4"/>
        <p:cNvGrpSpPr/>
        <p:nvPr/>
      </p:nvGrpSpPr>
      <p:grpSpPr>
        <a:xfrm>
          <a:off x="0" y="0"/>
          <a:ext cx="0" cy="0"/>
          <a:chOff x="0" y="0"/>
          <a:chExt cx="0" cy="0"/>
        </a:xfrm>
      </p:grpSpPr>
      <p:pic>
        <p:nvPicPr>
          <p:cNvPr id="55" name="Google Shape;55;p9"/>
          <p:cNvPicPr preferRelativeResize="0"/>
          <p:nvPr/>
        </p:nvPicPr>
        <p:blipFill rotWithShape="1">
          <a:blip r:embed="rId2">
            <a:alphaModFix amt="31000"/>
          </a:blip>
          <a:srcRect l="6784" t="9212" r="6792" b="17848"/>
          <a:stretch/>
        </p:blipFill>
        <p:spPr>
          <a:xfrm>
            <a:off x="-1" y="0"/>
            <a:ext cx="9144003" cy="5143501"/>
          </a:xfrm>
          <a:prstGeom prst="rect">
            <a:avLst/>
          </a:prstGeom>
          <a:noFill/>
          <a:ln>
            <a:noFill/>
          </a:ln>
        </p:spPr>
      </p:pic>
      <p:sp>
        <p:nvSpPr>
          <p:cNvPr id="56" name="Google Shape;56;p9"/>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15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57" name="Google Shape;57;p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8"/>
        <p:cNvGrpSpPr/>
        <p:nvPr/>
      </p:nvGrpSpPr>
      <p:grpSpPr>
        <a:xfrm>
          <a:off x="0" y="0"/>
          <a:ext cx="0" cy="0"/>
          <a:chOff x="0" y="0"/>
          <a:chExt cx="0" cy="0"/>
        </a:xfrm>
      </p:grpSpPr>
      <p:sp>
        <p:nvSpPr>
          <p:cNvPr id="59" name="Google Shape;59;p10"/>
          <p:cNvSpPr txBox="1">
            <a:spLocks noGrp="1"/>
          </p:cNvSpPr>
          <p:nvPr>
            <p:ph type="title"/>
          </p:nvPr>
        </p:nvSpPr>
        <p:spPr>
          <a:xfrm>
            <a:off x="720000" y="4014450"/>
            <a:ext cx="7704000" cy="572700"/>
          </a:xfrm>
          <a:prstGeom prst="rect">
            <a:avLst/>
          </a:prstGeom>
          <a:solidFill>
            <a:schemeClr val="accent2"/>
          </a:solidFill>
        </p:spPr>
        <p:txBody>
          <a:bodyPr spcFirstLastPara="1" wrap="square" lIns="91425" tIns="91425" rIns="91425" bIns="91425" anchor="t" anchorCtr="0">
            <a:noAutofit/>
          </a:bodyPr>
          <a:lstStyle>
            <a:lvl1pPr lvl="0" algn="ctr" rtl="0">
              <a:spcBef>
                <a:spcPts val="0"/>
              </a:spcBef>
              <a:spcAft>
                <a:spcPts val="0"/>
              </a:spcAft>
              <a:buSzPts val="3000"/>
              <a:buNone/>
              <a:defRPr>
                <a:solidFill>
                  <a:schemeClr val="lt1"/>
                </a:solidFill>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0"/>
        <p:cNvGrpSpPr/>
        <p:nvPr/>
      </p:nvGrpSpPr>
      <p:grpSpPr>
        <a:xfrm>
          <a:off x="0" y="0"/>
          <a:ext cx="0" cy="0"/>
          <a:chOff x="0" y="0"/>
          <a:chExt cx="0" cy="0"/>
        </a:xfrm>
      </p:grpSpPr>
      <p:pic>
        <p:nvPicPr>
          <p:cNvPr id="61" name="Google Shape;61;p11"/>
          <p:cNvPicPr preferRelativeResize="0"/>
          <p:nvPr/>
        </p:nvPicPr>
        <p:blipFill rotWithShape="1">
          <a:blip r:embed="rId2">
            <a:alphaModFix amt="31000"/>
          </a:blip>
          <a:srcRect l="6784" t="9212" r="6792" b="17848"/>
          <a:stretch/>
        </p:blipFill>
        <p:spPr>
          <a:xfrm>
            <a:off x="-1" y="0"/>
            <a:ext cx="9144003" cy="5143501"/>
          </a:xfrm>
          <a:prstGeom prst="rect">
            <a:avLst/>
          </a:prstGeom>
          <a:noFill/>
          <a:ln>
            <a:noFill/>
          </a:ln>
        </p:spPr>
      </p:pic>
      <p:sp>
        <p:nvSpPr>
          <p:cNvPr id="62" name="Google Shape;62;p11"/>
          <p:cNvSpPr txBox="1">
            <a:spLocks noGrp="1"/>
          </p:cNvSpPr>
          <p:nvPr>
            <p:ph type="title" hasCustomPrompt="1"/>
          </p:nvPr>
        </p:nvSpPr>
        <p:spPr>
          <a:xfrm>
            <a:off x="1284000" y="1790388"/>
            <a:ext cx="6576000" cy="11310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6000">
                <a:latin typeface="Quicksand SemiBold"/>
                <a:ea typeface="Quicksand SemiBold"/>
                <a:cs typeface="Quicksand SemiBold"/>
                <a:sym typeface="Quicksand SemiBold"/>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3" name="Google Shape;63;p11"/>
          <p:cNvSpPr txBox="1">
            <a:spLocks noGrp="1"/>
          </p:cNvSpPr>
          <p:nvPr>
            <p:ph type="subTitle" idx="1"/>
          </p:nvPr>
        </p:nvSpPr>
        <p:spPr>
          <a:xfrm>
            <a:off x="1284000" y="2856013"/>
            <a:ext cx="65760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64" name="Google Shape;64;p11"/>
          <p:cNvGrpSpPr/>
          <p:nvPr/>
        </p:nvGrpSpPr>
        <p:grpSpPr>
          <a:xfrm>
            <a:off x="-1445910" y="-1377149"/>
            <a:ext cx="12207085" cy="7768953"/>
            <a:chOff x="-1445910" y="-1377149"/>
            <a:chExt cx="12207085" cy="7768953"/>
          </a:xfrm>
        </p:grpSpPr>
        <p:pic>
          <p:nvPicPr>
            <p:cNvPr id="65" name="Google Shape;65;p11"/>
            <p:cNvPicPr preferRelativeResize="0"/>
            <p:nvPr/>
          </p:nvPicPr>
          <p:blipFill>
            <a:blip r:embed="rId3">
              <a:alphaModFix/>
            </a:blip>
            <a:stretch>
              <a:fillRect/>
            </a:stretch>
          </p:blipFill>
          <p:spPr>
            <a:xfrm rot="-9910196">
              <a:off x="6574215" y="-930150"/>
              <a:ext cx="3875346" cy="2939302"/>
            </a:xfrm>
            <a:prstGeom prst="rect">
              <a:avLst/>
            </a:prstGeom>
            <a:noFill/>
            <a:ln>
              <a:noFill/>
            </a:ln>
          </p:spPr>
        </p:pic>
        <p:pic>
          <p:nvPicPr>
            <p:cNvPr id="66" name="Google Shape;66;p11"/>
            <p:cNvPicPr preferRelativeResize="0"/>
            <p:nvPr/>
          </p:nvPicPr>
          <p:blipFill>
            <a:blip r:embed="rId4">
              <a:alphaModFix/>
            </a:blip>
            <a:stretch>
              <a:fillRect/>
            </a:stretch>
          </p:blipFill>
          <p:spPr>
            <a:xfrm rot="-6901131">
              <a:off x="-1358178" y="2834748"/>
              <a:ext cx="3773352" cy="2596652"/>
            </a:xfrm>
            <a:prstGeom prst="rect">
              <a:avLst/>
            </a:prstGeom>
            <a:noFill/>
            <a:ln>
              <a:noFill/>
            </a:ln>
          </p:spPr>
        </p:pic>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6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68"/>
        <p:cNvGrpSpPr/>
        <p:nvPr/>
      </p:nvGrpSpPr>
      <p:grpSpPr>
        <a:xfrm>
          <a:off x="0" y="0"/>
          <a:ext cx="0" cy="0"/>
          <a:chOff x="0" y="0"/>
          <a:chExt cx="0" cy="0"/>
        </a:xfrm>
      </p:grpSpPr>
      <p:pic>
        <p:nvPicPr>
          <p:cNvPr id="69" name="Google Shape;69;p13"/>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grpSp>
        <p:nvGrpSpPr>
          <p:cNvPr id="70" name="Google Shape;70;p13"/>
          <p:cNvGrpSpPr/>
          <p:nvPr/>
        </p:nvGrpSpPr>
        <p:grpSpPr>
          <a:xfrm>
            <a:off x="-744057" y="-692315"/>
            <a:ext cx="10964532" cy="7418514"/>
            <a:chOff x="-744057" y="-692315"/>
            <a:chExt cx="10964532" cy="7418514"/>
          </a:xfrm>
        </p:grpSpPr>
        <p:pic>
          <p:nvPicPr>
            <p:cNvPr id="71" name="Google Shape;71;p13"/>
            <p:cNvPicPr preferRelativeResize="0"/>
            <p:nvPr/>
          </p:nvPicPr>
          <p:blipFill>
            <a:blip r:embed="rId3">
              <a:alphaModFix/>
            </a:blip>
            <a:stretch>
              <a:fillRect/>
            </a:stretch>
          </p:blipFill>
          <p:spPr>
            <a:xfrm rot="5892668">
              <a:off x="-1049252" y="-86708"/>
              <a:ext cx="2601306" cy="1636168"/>
            </a:xfrm>
            <a:prstGeom prst="rect">
              <a:avLst/>
            </a:prstGeom>
            <a:noFill/>
            <a:ln>
              <a:noFill/>
            </a:ln>
          </p:spPr>
        </p:pic>
        <p:pic>
          <p:nvPicPr>
            <p:cNvPr id="72" name="Google Shape;72;p13"/>
            <p:cNvPicPr preferRelativeResize="0"/>
            <p:nvPr/>
          </p:nvPicPr>
          <p:blipFill>
            <a:blip r:embed="rId4">
              <a:alphaModFix/>
            </a:blip>
            <a:stretch>
              <a:fillRect/>
            </a:stretch>
          </p:blipFill>
          <p:spPr>
            <a:xfrm rot="-3580408">
              <a:off x="7646207" y="-266937"/>
              <a:ext cx="2184461" cy="2090174"/>
            </a:xfrm>
            <a:prstGeom prst="rect">
              <a:avLst/>
            </a:prstGeom>
            <a:noFill/>
            <a:ln>
              <a:noFill/>
            </a:ln>
          </p:spPr>
        </p:pic>
        <p:pic>
          <p:nvPicPr>
            <p:cNvPr id="73" name="Google Shape;73;p13"/>
            <p:cNvPicPr preferRelativeResize="0"/>
            <p:nvPr/>
          </p:nvPicPr>
          <p:blipFill rotWithShape="1">
            <a:blip r:embed="rId5">
              <a:alphaModFix/>
            </a:blip>
            <a:srcRect/>
            <a:stretch/>
          </p:blipFill>
          <p:spPr>
            <a:xfrm rot="8897385" flipH="1">
              <a:off x="6327076" y="3559981"/>
              <a:ext cx="3519575" cy="2422013"/>
            </a:xfrm>
            <a:prstGeom prst="rect">
              <a:avLst/>
            </a:prstGeom>
            <a:noFill/>
            <a:ln>
              <a:noFill/>
            </a:ln>
          </p:spPr>
        </p:pic>
      </p:grpSp>
      <p:sp>
        <p:nvSpPr>
          <p:cNvPr id="74" name="Google Shape;74;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5" name="Google Shape;75;p13"/>
          <p:cNvSpPr txBox="1">
            <a:spLocks noGrp="1"/>
          </p:cNvSpPr>
          <p:nvPr>
            <p:ph type="title" idx="2" hasCustomPrompt="1"/>
          </p:nvPr>
        </p:nvSpPr>
        <p:spPr>
          <a:xfrm>
            <a:off x="1505375" y="1559333"/>
            <a:ext cx="734700" cy="5727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600">
                <a:solidFill>
                  <a:schemeClr val="dk2"/>
                </a:solidFill>
                <a:latin typeface="Quicksand SemiBold"/>
                <a:ea typeface="Quicksand SemiBold"/>
                <a:cs typeface="Quicksand SemiBold"/>
                <a:sym typeface="Quicksand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6" name="Google Shape;76;p13"/>
          <p:cNvSpPr txBox="1">
            <a:spLocks noGrp="1"/>
          </p:cNvSpPr>
          <p:nvPr>
            <p:ph type="title" idx="3" hasCustomPrompt="1"/>
          </p:nvPr>
        </p:nvSpPr>
        <p:spPr>
          <a:xfrm>
            <a:off x="1505375" y="2992751"/>
            <a:ext cx="734700" cy="5760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600">
                <a:solidFill>
                  <a:schemeClr val="dk2"/>
                </a:solidFill>
                <a:latin typeface="Quicksand SemiBold"/>
                <a:ea typeface="Quicksand SemiBold"/>
                <a:cs typeface="Quicksand SemiBold"/>
                <a:sym typeface="Quicksand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7" name="Google Shape;77;p13"/>
          <p:cNvSpPr txBox="1">
            <a:spLocks noGrp="1"/>
          </p:cNvSpPr>
          <p:nvPr>
            <p:ph type="title" idx="4" hasCustomPrompt="1"/>
          </p:nvPr>
        </p:nvSpPr>
        <p:spPr>
          <a:xfrm>
            <a:off x="4204650" y="1559333"/>
            <a:ext cx="734700" cy="5727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600">
                <a:solidFill>
                  <a:schemeClr val="dk2"/>
                </a:solidFill>
                <a:latin typeface="Quicksand SemiBold"/>
                <a:ea typeface="Quicksand SemiBold"/>
                <a:cs typeface="Quicksand SemiBold"/>
                <a:sym typeface="Quicksand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8" name="Google Shape;78;p13"/>
          <p:cNvSpPr txBox="1">
            <a:spLocks noGrp="1"/>
          </p:cNvSpPr>
          <p:nvPr>
            <p:ph type="title" idx="5" hasCustomPrompt="1"/>
          </p:nvPr>
        </p:nvSpPr>
        <p:spPr>
          <a:xfrm>
            <a:off x="4204650" y="2992751"/>
            <a:ext cx="734700" cy="5760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600">
                <a:solidFill>
                  <a:schemeClr val="dk2"/>
                </a:solidFill>
                <a:latin typeface="Quicksand SemiBold"/>
                <a:ea typeface="Quicksand SemiBold"/>
                <a:cs typeface="Quicksand SemiBold"/>
                <a:sym typeface="Quicksand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3"/>
          <p:cNvSpPr txBox="1">
            <a:spLocks noGrp="1"/>
          </p:cNvSpPr>
          <p:nvPr>
            <p:ph type="title" idx="6" hasCustomPrompt="1"/>
          </p:nvPr>
        </p:nvSpPr>
        <p:spPr>
          <a:xfrm>
            <a:off x="6903925" y="1559333"/>
            <a:ext cx="734700" cy="5727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600">
                <a:solidFill>
                  <a:schemeClr val="dk2"/>
                </a:solidFill>
                <a:latin typeface="Quicksand SemiBold"/>
                <a:ea typeface="Quicksand SemiBold"/>
                <a:cs typeface="Quicksand SemiBold"/>
                <a:sym typeface="Quicksand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 name="Google Shape;80;p13"/>
          <p:cNvSpPr txBox="1">
            <a:spLocks noGrp="1"/>
          </p:cNvSpPr>
          <p:nvPr>
            <p:ph type="title" idx="7" hasCustomPrompt="1"/>
          </p:nvPr>
        </p:nvSpPr>
        <p:spPr>
          <a:xfrm>
            <a:off x="6903925" y="2992751"/>
            <a:ext cx="734700" cy="5760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600">
                <a:solidFill>
                  <a:schemeClr val="dk2"/>
                </a:solidFill>
                <a:latin typeface="Quicksand SemiBold"/>
                <a:ea typeface="Quicksand SemiBold"/>
                <a:cs typeface="Quicksand SemiBold"/>
                <a:sym typeface="Quicksand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a:spLocks noGrp="1"/>
          </p:cNvSpPr>
          <p:nvPr>
            <p:ph type="subTitle" idx="1"/>
          </p:nvPr>
        </p:nvSpPr>
        <p:spPr>
          <a:xfrm>
            <a:off x="719975" y="2064875"/>
            <a:ext cx="2305500" cy="41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Quicksand"/>
              <a:buNone/>
              <a:defRPr sz="1800">
                <a:solidFill>
                  <a:schemeClr val="dk1"/>
                </a:solidFill>
              </a:defRPr>
            </a:lvl1pPr>
            <a:lvl2pPr lvl="1"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82" name="Google Shape;82;p13"/>
          <p:cNvSpPr txBox="1">
            <a:spLocks noGrp="1"/>
          </p:cNvSpPr>
          <p:nvPr>
            <p:ph type="subTitle" idx="8"/>
          </p:nvPr>
        </p:nvSpPr>
        <p:spPr>
          <a:xfrm>
            <a:off x="3419250" y="2064875"/>
            <a:ext cx="2305500" cy="41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Quicksand"/>
              <a:buNone/>
              <a:defRPr sz="1800">
                <a:solidFill>
                  <a:schemeClr val="dk1"/>
                </a:solidFill>
              </a:defRPr>
            </a:lvl1pPr>
            <a:lvl2pPr lvl="1"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83" name="Google Shape;83;p13"/>
          <p:cNvSpPr txBox="1">
            <a:spLocks noGrp="1"/>
          </p:cNvSpPr>
          <p:nvPr>
            <p:ph type="subTitle" idx="9"/>
          </p:nvPr>
        </p:nvSpPr>
        <p:spPr>
          <a:xfrm>
            <a:off x="6118525" y="2064875"/>
            <a:ext cx="2305500" cy="41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Quicksand"/>
              <a:buNone/>
              <a:defRPr sz="1800">
                <a:solidFill>
                  <a:schemeClr val="dk1"/>
                </a:solidFill>
              </a:defRPr>
            </a:lvl1pPr>
            <a:lvl2pPr lvl="1"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84" name="Google Shape;84;p13"/>
          <p:cNvSpPr txBox="1">
            <a:spLocks noGrp="1"/>
          </p:cNvSpPr>
          <p:nvPr>
            <p:ph type="subTitle" idx="13"/>
          </p:nvPr>
        </p:nvSpPr>
        <p:spPr>
          <a:xfrm>
            <a:off x="719975" y="3498350"/>
            <a:ext cx="2305500" cy="420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Quicksand"/>
              <a:buNone/>
              <a:defRPr sz="1800">
                <a:solidFill>
                  <a:schemeClr val="dk1"/>
                </a:solidFill>
              </a:defRPr>
            </a:lvl1pPr>
            <a:lvl2pPr lvl="1"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85" name="Google Shape;85;p13"/>
          <p:cNvSpPr txBox="1">
            <a:spLocks noGrp="1"/>
          </p:cNvSpPr>
          <p:nvPr>
            <p:ph type="subTitle" idx="14"/>
          </p:nvPr>
        </p:nvSpPr>
        <p:spPr>
          <a:xfrm>
            <a:off x="3419250" y="3498350"/>
            <a:ext cx="2305500" cy="420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Quicksand"/>
              <a:buNone/>
              <a:defRPr sz="1800">
                <a:solidFill>
                  <a:schemeClr val="dk1"/>
                </a:solidFill>
              </a:defRPr>
            </a:lvl1pPr>
            <a:lvl2pPr lvl="1"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86" name="Google Shape;86;p13"/>
          <p:cNvSpPr txBox="1">
            <a:spLocks noGrp="1"/>
          </p:cNvSpPr>
          <p:nvPr>
            <p:ph type="subTitle" idx="15"/>
          </p:nvPr>
        </p:nvSpPr>
        <p:spPr>
          <a:xfrm>
            <a:off x="6118525" y="3498350"/>
            <a:ext cx="2305500" cy="420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Quicksand"/>
              <a:buNone/>
              <a:defRPr sz="1800">
                <a:solidFill>
                  <a:schemeClr val="dk1"/>
                </a:solidFill>
              </a:defRPr>
            </a:lvl1pPr>
            <a:lvl2pPr lvl="1"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87"/>
        <p:cNvGrpSpPr/>
        <p:nvPr/>
      </p:nvGrpSpPr>
      <p:grpSpPr>
        <a:xfrm>
          <a:off x="0" y="0"/>
          <a:ext cx="0" cy="0"/>
          <a:chOff x="0" y="0"/>
          <a:chExt cx="0" cy="0"/>
        </a:xfrm>
      </p:grpSpPr>
      <p:pic>
        <p:nvPicPr>
          <p:cNvPr id="88" name="Google Shape;88;p14"/>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sp>
        <p:nvSpPr>
          <p:cNvPr id="89" name="Google Shape;89;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90" name="Google Shape;90;p14"/>
          <p:cNvGrpSpPr/>
          <p:nvPr/>
        </p:nvGrpSpPr>
        <p:grpSpPr>
          <a:xfrm>
            <a:off x="-1531971" y="-903012"/>
            <a:ext cx="11836781" cy="6547280"/>
            <a:chOff x="-1531971" y="-903012"/>
            <a:chExt cx="11836781" cy="6547280"/>
          </a:xfrm>
        </p:grpSpPr>
        <p:pic>
          <p:nvPicPr>
            <p:cNvPr id="91" name="Google Shape;91;p14"/>
            <p:cNvPicPr preferRelativeResize="0"/>
            <p:nvPr/>
          </p:nvPicPr>
          <p:blipFill>
            <a:blip r:embed="rId3">
              <a:alphaModFix/>
            </a:blip>
            <a:stretch>
              <a:fillRect/>
            </a:stretch>
          </p:blipFill>
          <p:spPr>
            <a:xfrm>
              <a:off x="-1222375" y="3941302"/>
              <a:ext cx="2707500" cy="1702965"/>
            </a:xfrm>
            <a:prstGeom prst="rect">
              <a:avLst/>
            </a:prstGeom>
            <a:noFill/>
            <a:ln>
              <a:noFill/>
            </a:ln>
          </p:spPr>
        </p:pic>
        <p:pic>
          <p:nvPicPr>
            <p:cNvPr id="92" name="Google Shape;92;p14"/>
            <p:cNvPicPr preferRelativeResize="0"/>
            <p:nvPr/>
          </p:nvPicPr>
          <p:blipFill>
            <a:blip r:embed="rId4">
              <a:alphaModFix/>
            </a:blip>
            <a:stretch>
              <a:fillRect/>
            </a:stretch>
          </p:blipFill>
          <p:spPr>
            <a:xfrm rot="945403">
              <a:off x="-1283038" y="-416212"/>
              <a:ext cx="2240076" cy="2143375"/>
            </a:xfrm>
            <a:prstGeom prst="rect">
              <a:avLst/>
            </a:prstGeom>
            <a:noFill/>
            <a:ln>
              <a:noFill/>
            </a:ln>
          </p:spPr>
        </p:pic>
        <p:pic>
          <p:nvPicPr>
            <p:cNvPr id="93" name="Google Shape;93;p14"/>
            <p:cNvPicPr preferRelativeResize="0"/>
            <p:nvPr/>
          </p:nvPicPr>
          <p:blipFill>
            <a:blip r:embed="rId5">
              <a:alphaModFix/>
            </a:blip>
            <a:stretch>
              <a:fillRect/>
            </a:stretch>
          </p:blipFill>
          <p:spPr>
            <a:xfrm rot="5400000">
              <a:off x="6541847" y="-207900"/>
              <a:ext cx="4458075" cy="3067851"/>
            </a:xfrm>
            <a:prstGeom prst="rect">
              <a:avLst/>
            </a:prstGeom>
            <a:noFill/>
            <a:ln>
              <a:noFill/>
            </a:ln>
          </p:spPr>
        </p:pic>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94"/>
        <p:cNvGrpSpPr/>
        <p:nvPr/>
      </p:nvGrpSpPr>
      <p:grpSpPr>
        <a:xfrm>
          <a:off x="0" y="0"/>
          <a:ext cx="0" cy="0"/>
          <a:chOff x="0" y="0"/>
          <a:chExt cx="0" cy="0"/>
        </a:xfrm>
      </p:grpSpPr>
      <p:pic>
        <p:nvPicPr>
          <p:cNvPr id="95" name="Google Shape;95;p15"/>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sp>
        <p:nvSpPr>
          <p:cNvPr id="96" name="Google Shape;96;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97" name="Google Shape;97;p15"/>
          <p:cNvGrpSpPr/>
          <p:nvPr/>
        </p:nvGrpSpPr>
        <p:grpSpPr>
          <a:xfrm>
            <a:off x="-2706942" y="-970424"/>
            <a:ext cx="12828265" cy="6657121"/>
            <a:chOff x="-2706942" y="-970424"/>
            <a:chExt cx="12828265" cy="6657121"/>
          </a:xfrm>
        </p:grpSpPr>
        <p:pic>
          <p:nvPicPr>
            <p:cNvPr id="98" name="Google Shape;98;p15"/>
            <p:cNvPicPr preferRelativeResize="0"/>
            <p:nvPr/>
          </p:nvPicPr>
          <p:blipFill>
            <a:blip r:embed="rId3">
              <a:alphaModFix/>
            </a:blip>
            <a:stretch>
              <a:fillRect/>
            </a:stretch>
          </p:blipFill>
          <p:spPr>
            <a:xfrm rot="10800000">
              <a:off x="-2706942" y="-970424"/>
              <a:ext cx="4283823" cy="2947928"/>
            </a:xfrm>
            <a:prstGeom prst="rect">
              <a:avLst/>
            </a:prstGeom>
            <a:noFill/>
            <a:ln>
              <a:noFill/>
            </a:ln>
          </p:spPr>
        </p:pic>
        <p:pic>
          <p:nvPicPr>
            <p:cNvPr id="99" name="Google Shape;99;p15"/>
            <p:cNvPicPr preferRelativeResize="0"/>
            <p:nvPr/>
          </p:nvPicPr>
          <p:blipFill>
            <a:blip r:embed="rId4">
              <a:alphaModFix/>
            </a:blip>
            <a:stretch>
              <a:fillRect/>
            </a:stretch>
          </p:blipFill>
          <p:spPr>
            <a:xfrm rot="-10486034">
              <a:off x="-359828" y="3935317"/>
              <a:ext cx="2601305" cy="1636168"/>
            </a:xfrm>
            <a:prstGeom prst="rect">
              <a:avLst/>
            </a:prstGeom>
            <a:noFill/>
            <a:ln>
              <a:noFill/>
            </a:ln>
          </p:spPr>
        </p:pic>
        <p:pic>
          <p:nvPicPr>
            <p:cNvPr id="100" name="Google Shape;100;p15"/>
            <p:cNvPicPr preferRelativeResize="0"/>
            <p:nvPr/>
          </p:nvPicPr>
          <p:blipFill>
            <a:blip r:embed="rId5">
              <a:alphaModFix/>
            </a:blip>
            <a:stretch>
              <a:fillRect/>
            </a:stretch>
          </p:blipFill>
          <p:spPr>
            <a:xfrm rot="-1142607">
              <a:off x="8173100" y="9350"/>
              <a:ext cx="1726026" cy="1651499"/>
            </a:xfrm>
            <a:prstGeom prst="rect">
              <a:avLst/>
            </a:prstGeom>
            <a:noFill/>
            <a:ln>
              <a:noFill/>
            </a:ln>
          </p:spPr>
        </p:pic>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3">
  <p:cSld name="TITLE_ONLY_3">
    <p:spTree>
      <p:nvGrpSpPr>
        <p:cNvPr id="1" name="Shape 101"/>
        <p:cNvGrpSpPr/>
        <p:nvPr/>
      </p:nvGrpSpPr>
      <p:grpSpPr>
        <a:xfrm>
          <a:off x="0" y="0"/>
          <a:ext cx="0" cy="0"/>
          <a:chOff x="0" y="0"/>
          <a:chExt cx="0" cy="0"/>
        </a:xfrm>
      </p:grpSpPr>
      <p:pic>
        <p:nvPicPr>
          <p:cNvPr id="102" name="Google Shape;102;p16"/>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sp>
        <p:nvSpPr>
          <p:cNvPr id="103" name="Google Shape;103;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4" name="Google Shape;104;p16"/>
          <p:cNvGrpSpPr/>
          <p:nvPr/>
        </p:nvGrpSpPr>
        <p:grpSpPr>
          <a:xfrm>
            <a:off x="-2706942" y="-970424"/>
            <a:ext cx="12828265" cy="6657121"/>
            <a:chOff x="-2706942" y="-970424"/>
            <a:chExt cx="12828265" cy="6657121"/>
          </a:xfrm>
        </p:grpSpPr>
        <p:pic>
          <p:nvPicPr>
            <p:cNvPr id="105" name="Google Shape;105;p16"/>
            <p:cNvPicPr preferRelativeResize="0"/>
            <p:nvPr/>
          </p:nvPicPr>
          <p:blipFill>
            <a:blip r:embed="rId3">
              <a:alphaModFix/>
            </a:blip>
            <a:stretch>
              <a:fillRect/>
            </a:stretch>
          </p:blipFill>
          <p:spPr>
            <a:xfrm rot="10800000">
              <a:off x="-2706942" y="-970424"/>
              <a:ext cx="4283823" cy="2947928"/>
            </a:xfrm>
            <a:prstGeom prst="rect">
              <a:avLst/>
            </a:prstGeom>
            <a:noFill/>
            <a:ln>
              <a:noFill/>
            </a:ln>
          </p:spPr>
        </p:pic>
        <p:pic>
          <p:nvPicPr>
            <p:cNvPr id="106" name="Google Shape;106;p16"/>
            <p:cNvPicPr preferRelativeResize="0"/>
            <p:nvPr/>
          </p:nvPicPr>
          <p:blipFill>
            <a:blip r:embed="rId4">
              <a:alphaModFix/>
            </a:blip>
            <a:stretch>
              <a:fillRect/>
            </a:stretch>
          </p:blipFill>
          <p:spPr>
            <a:xfrm rot="-10486034">
              <a:off x="-359828" y="3935317"/>
              <a:ext cx="2601305" cy="1636168"/>
            </a:xfrm>
            <a:prstGeom prst="rect">
              <a:avLst/>
            </a:prstGeom>
            <a:noFill/>
            <a:ln>
              <a:noFill/>
            </a:ln>
          </p:spPr>
        </p:pic>
        <p:pic>
          <p:nvPicPr>
            <p:cNvPr id="107" name="Google Shape;107;p16"/>
            <p:cNvPicPr preferRelativeResize="0"/>
            <p:nvPr/>
          </p:nvPicPr>
          <p:blipFill>
            <a:blip r:embed="rId5">
              <a:alphaModFix/>
            </a:blip>
            <a:stretch>
              <a:fillRect/>
            </a:stretch>
          </p:blipFill>
          <p:spPr>
            <a:xfrm rot="-1142607">
              <a:off x="8173100" y="9350"/>
              <a:ext cx="1726026" cy="1651499"/>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8"/>
        <p:cNvGrpSpPr/>
        <p:nvPr/>
      </p:nvGrpSpPr>
      <p:grpSpPr>
        <a:xfrm>
          <a:off x="0" y="0"/>
          <a:ext cx="0" cy="0"/>
          <a:chOff x="0" y="0"/>
          <a:chExt cx="0" cy="0"/>
        </a:xfrm>
      </p:grpSpPr>
      <p:pic>
        <p:nvPicPr>
          <p:cNvPr id="109" name="Google Shape;109;p17"/>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grpSp>
        <p:nvGrpSpPr>
          <p:cNvPr id="110" name="Google Shape;110;p17"/>
          <p:cNvGrpSpPr/>
          <p:nvPr/>
        </p:nvGrpSpPr>
        <p:grpSpPr>
          <a:xfrm>
            <a:off x="-2677556" y="-609035"/>
            <a:ext cx="13235931" cy="7524527"/>
            <a:chOff x="-2677556" y="-609035"/>
            <a:chExt cx="13235931" cy="7524527"/>
          </a:xfrm>
        </p:grpSpPr>
        <p:pic>
          <p:nvPicPr>
            <p:cNvPr id="111" name="Google Shape;111;p17"/>
            <p:cNvPicPr preferRelativeResize="0"/>
            <p:nvPr/>
          </p:nvPicPr>
          <p:blipFill>
            <a:blip r:embed="rId3">
              <a:alphaModFix/>
            </a:blip>
            <a:stretch>
              <a:fillRect/>
            </a:stretch>
          </p:blipFill>
          <p:spPr>
            <a:xfrm rot="-1861719">
              <a:off x="-2397801" y="111352"/>
              <a:ext cx="3354925" cy="2016748"/>
            </a:xfrm>
            <a:prstGeom prst="rect">
              <a:avLst/>
            </a:prstGeom>
            <a:noFill/>
            <a:ln>
              <a:noFill/>
            </a:ln>
          </p:spPr>
        </p:pic>
        <p:pic>
          <p:nvPicPr>
            <p:cNvPr id="112" name="Google Shape;112;p17"/>
            <p:cNvPicPr preferRelativeResize="0"/>
            <p:nvPr/>
          </p:nvPicPr>
          <p:blipFill>
            <a:blip r:embed="rId4">
              <a:alphaModFix/>
            </a:blip>
            <a:stretch>
              <a:fillRect/>
            </a:stretch>
          </p:blipFill>
          <p:spPr>
            <a:xfrm rot="-1401669">
              <a:off x="1121073" y="3802749"/>
              <a:ext cx="3522628" cy="2517526"/>
            </a:xfrm>
            <a:prstGeom prst="rect">
              <a:avLst/>
            </a:prstGeom>
            <a:noFill/>
            <a:ln>
              <a:noFill/>
            </a:ln>
          </p:spPr>
        </p:pic>
        <p:pic>
          <p:nvPicPr>
            <p:cNvPr id="113" name="Google Shape;113;p17"/>
            <p:cNvPicPr preferRelativeResize="0"/>
            <p:nvPr/>
          </p:nvPicPr>
          <p:blipFill>
            <a:blip r:embed="rId5">
              <a:alphaModFix/>
            </a:blip>
            <a:stretch>
              <a:fillRect/>
            </a:stretch>
          </p:blipFill>
          <p:spPr>
            <a:xfrm rot="-1509432">
              <a:off x="8222243" y="829923"/>
              <a:ext cx="2020965" cy="1933729"/>
            </a:xfrm>
            <a:prstGeom prst="rect">
              <a:avLst/>
            </a:prstGeom>
            <a:noFill/>
            <a:ln>
              <a:noFill/>
            </a:ln>
          </p:spPr>
        </p:pic>
      </p:grpSp>
      <p:sp>
        <p:nvSpPr>
          <p:cNvPr id="114" name="Google Shape;114;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5" name="Google Shape;115;p17"/>
          <p:cNvSpPr txBox="1">
            <a:spLocks noGrp="1"/>
          </p:cNvSpPr>
          <p:nvPr>
            <p:ph type="subTitle" idx="1"/>
          </p:nvPr>
        </p:nvSpPr>
        <p:spPr>
          <a:xfrm>
            <a:off x="720014" y="2275025"/>
            <a:ext cx="2305500" cy="159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6" name="Google Shape;116;p17"/>
          <p:cNvSpPr txBox="1">
            <a:spLocks noGrp="1"/>
          </p:cNvSpPr>
          <p:nvPr>
            <p:ph type="subTitle" idx="2"/>
          </p:nvPr>
        </p:nvSpPr>
        <p:spPr>
          <a:xfrm>
            <a:off x="3419252" y="2275025"/>
            <a:ext cx="2305500" cy="159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7" name="Google Shape;117;p17"/>
          <p:cNvSpPr txBox="1">
            <a:spLocks noGrp="1"/>
          </p:cNvSpPr>
          <p:nvPr>
            <p:ph type="subTitle" idx="3"/>
          </p:nvPr>
        </p:nvSpPr>
        <p:spPr>
          <a:xfrm>
            <a:off x="6118486" y="2275025"/>
            <a:ext cx="2305500" cy="159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8" name="Google Shape;118;p17"/>
          <p:cNvSpPr txBox="1">
            <a:spLocks noGrp="1"/>
          </p:cNvSpPr>
          <p:nvPr>
            <p:ph type="subTitle" idx="4"/>
          </p:nvPr>
        </p:nvSpPr>
        <p:spPr>
          <a:xfrm>
            <a:off x="720014" y="1685500"/>
            <a:ext cx="2305500" cy="572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119" name="Google Shape;119;p17"/>
          <p:cNvSpPr txBox="1">
            <a:spLocks noGrp="1"/>
          </p:cNvSpPr>
          <p:nvPr>
            <p:ph type="subTitle" idx="5"/>
          </p:nvPr>
        </p:nvSpPr>
        <p:spPr>
          <a:xfrm>
            <a:off x="3419248" y="1685500"/>
            <a:ext cx="2305500" cy="572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120" name="Google Shape;120;p17"/>
          <p:cNvSpPr txBox="1">
            <a:spLocks noGrp="1"/>
          </p:cNvSpPr>
          <p:nvPr>
            <p:ph type="subTitle" idx="6"/>
          </p:nvPr>
        </p:nvSpPr>
        <p:spPr>
          <a:xfrm>
            <a:off x="6118486" y="1685500"/>
            <a:ext cx="2305500" cy="572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21"/>
        <p:cNvGrpSpPr/>
        <p:nvPr/>
      </p:nvGrpSpPr>
      <p:grpSpPr>
        <a:xfrm>
          <a:off x="0" y="0"/>
          <a:ext cx="0" cy="0"/>
          <a:chOff x="0" y="0"/>
          <a:chExt cx="0" cy="0"/>
        </a:xfrm>
      </p:grpSpPr>
      <p:pic>
        <p:nvPicPr>
          <p:cNvPr id="122" name="Google Shape;122;p18"/>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grpSp>
        <p:nvGrpSpPr>
          <p:cNvPr id="123" name="Google Shape;123;p18"/>
          <p:cNvGrpSpPr/>
          <p:nvPr/>
        </p:nvGrpSpPr>
        <p:grpSpPr>
          <a:xfrm>
            <a:off x="-2706942" y="-970424"/>
            <a:ext cx="12828265" cy="6657121"/>
            <a:chOff x="-2706942" y="-970424"/>
            <a:chExt cx="12828265" cy="6657121"/>
          </a:xfrm>
        </p:grpSpPr>
        <p:pic>
          <p:nvPicPr>
            <p:cNvPr id="124" name="Google Shape;124;p18"/>
            <p:cNvPicPr preferRelativeResize="0"/>
            <p:nvPr/>
          </p:nvPicPr>
          <p:blipFill>
            <a:blip r:embed="rId3">
              <a:alphaModFix/>
            </a:blip>
            <a:stretch>
              <a:fillRect/>
            </a:stretch>
          </p:blipFill>
          <p:spPr>
            <a:xfrm rot="10800000">
              <a:off x="-2706942" y="-970424"/>
              <a:ext cx="4283823" cy="2947928"/>
            </a:xfrm>
            <a:prstGeom prst="rect">
              <a:avLst/>
            </a:prstGeom>
            <a:noFill/>
            <a:ln>
              <a:noFill/>
            </a:ln>
          </p:spPr>
        </p:pic>
        <p:pic>
          <p:nvPicPr>
            <p:cNvPr id="125" name="Google Shape;125;p18"/>
            <p:cNvPicPr preferRelativeResize="0"/>
            <p:nvPr/>
          </p:nvPicPr>
          <p:blipFill>
            <a:blip r:embed="rId4">
              <a:alphaModFix/>
            </a:blip>
            <a:stretch>
              <a:fillRect/>
            </a:stretch>
          </p:blipFill>
          <p:spPr>
            <a:xfrm rot="-10486034">
              <a:off x="-359828" y="3935317"/>
              <a:ext cx="2601305" cy="1636168"/>
            </a:xfrm>
            <a:prstGeom prst="rect">
              <a:avLst/>
            </a:prstGeom>
            <a:noFill/>
            <a:ln>
              <a:noFill/>
            </a:ln>
          </p:spPr>
        </p:pic>
        <p:pic>
          <p:nvPicPr>
            <p:cNvPr id="126" name="Google Shape;126;p18"/>
            <p:cNvPicPr preferRelativeResize="0"/>
            <p:nvPr/>
          </p:nvPicPr>
          <p:blipFill>
            <a:blip r:embed="rId5">
              <a:alphaModFix/>
            </a:blip>
            <a:stretch>
              <a:fillRect/>
            </a:stretch>
          </p:blipFill>
          <p:spPr>
            <a:xfrm rot="-1142607">
              <a:off x="8173100" y="9350"/>
              <a:ext cx="1726026" cy="1651499"/>
            </a:xfrm>
            <a:prstGeom prst="rect">
              <a:avLst/>
            </a:prstGeom>
            <a:noFill/>
            <a:ln>
              <a:noFill/>
            </a:ln>
          </p:spPr>
        </p:pic>
      </p:grpSp>
      <p:sp>
        <p:nvSpPr>
          <p:cNvPr id="127" name="Google Shape;127;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8" name="Google Shape;128;p18"/>
          <p:cNvSpPr txBox="1">
            <a:spLocks noGrp="1"/>
          </p:cNvSpPr>
          <p:nvPr>
            <p:ph type="subTitle" idx="1"/>
          </p:nvPr>
        </p:nvSpPr>
        <p:spPr>
          <a:xfrm>
            <a:off x="1291375" y="1825100"/>
            <a:ext cx="3036900" cy="101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29" name="Google Shape;129;p18"/>
          <p:cNvSpPr txBox="1">
            <a:spLocks noGrp="1"/>
          </p:cNvSpPr>
          <p:nvPr>
            <p:ph type="subTitle" idx="2"/>
          </p:nvPr>
        </p:nvSpPr>
        <p:spPr>
          <a:xfrm>
            <a:off x="4815727" y="1825100"/>
            <a:ext cx="3036900" cy="101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0" name="Google Shape;130;p18"/>
          <p:cNvSpPr txBox="1">
            <a:spLocks noGrp="1"/>
          </p:cNvSpPr>
          <p:nvPr>
            <p:ph type="subTitle" idx="3"/>
          </p:nvPr>
        </p:nvSpPr>
        <p:spPr>
          <a:xfrm>
            <a:off x="1291375" y="3412900"/>
            <a:ext cx="3036900" cy="101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1" name="Google Shape;131;p18"/>
          <p:cNvSpPr txBox="1">
            <a:spLocks noGrp="1"/>
          </p:cNvSpPr>
          <p:nvPr>
            <p:ph type="subTitle" idx="4"/>
          </p:nvPr>
        </p:nvSpPr>
        <p:spPr>
          <a:xfrm>
            <a:off x="4815727" y="3412900"/>
            <a:ext cx="3036900" cy="101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2" name="Google Shape;132;p18"/>
          <p:cNvSpPr txBox="1">
            <a:spLocks noGrp="1"/>
          </p:cNvSpPr>
          <p:nvPr>
            <p:ph type="subTitle" idx="5"/>
          </p:nvPr>
        </p:nvSpPr>
        <p:spPr>
          <a:xfrm>
            <a:off x="1291373" y="1363096"/>
            <a:ext cx="3036900" cy="548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133" name="Google Shape;133;p18"/>
          <p:cNvSpPr txBox="1">
            <a:spLocks noGrp="1"/>
          </p:cNvSpPr>
          <p:nvPr>
            <p:ph type="subTitle" idx="6"/>
          </p:nvPr>
        </p:nvSpPr>
        <p:spPr>
          <a:xfrm>
            <a:off x="1291373" y="2950920"/>
            <a:ext cx="3036900" cy="548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134" name="Google Shape;134;p18"/>
          <p:cNvSpPr txBox="1">
            <a:spLocks noGrp="1"/>
          </p:cNvSpPr>
          <p:nvPr>
            <p:ph type="subTitle" idx="7"/>
          </p:nvPr>
        </p:nvSpPr>
        <p:spPr>
          <a:xfrm>
            <a:off x="4815699" y="1363096"/>
            <a:ext cx="3036900" cy="548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135" name="Google Shape;135;p18"/>
          <p:cNvSpPr txBox="1">
            <a:spLocks noGrp="1"/>
          </p:cNvSpPr>
          <p:nvPr>
            <p:ph type="subTitle" idx="8"/>
          </p:nvPr>
        </p:nvSpPr>
        <p:spPr>
          <a:xfrm>
            <a:off x="4815699" y="2950920"/>
            <a:ext cx="3036900" cy="548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36"/>
        <p:cNvGrpSpPr/>
        <p:nvPr/>
      </p:nvGrpSpPr>
      <p:grpSpPr>
        <a:xfrm>
          <a:off x="0" y="0"/>
          <a:ext cx="0" cy="0"/>
          <a:chOff x="0" y="0"/>
          <a:chExt cx="0" cy="0"/>
        </a:xfrm>
      </p:grpSpPr>
      <p:pic>
        <p:nvPicPr>
          <p:cNvPr id="137" name="Google Shape;137;p19"/>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grpSp>
        <p:nvGrpSpPr>
          <p:cNvPr id="138" name="Google Shape;138;p19"/>
          <p:cNvGrpSpPr/>
          <p:nvPr/>
        </p:nvGrpSpPr>
        <p:grpSpPr>
          <a:xfrm>
            <a:off x="-1089365" y="-1637421"/>
            <a:ext cx="10883129" cy="8487860"/>
            <a:chOff x="-1089365" y="-1637421"/>
            <a:chExt cx="10883129" cy="8487860"/>
          </a:xfrm>
        </p:grpSpPr>
        <p:pic>
          <p:nvPicPr>
            <p:cNvPr id="139" name="Google Shape;139;p19"/>
            <p:cNvPicPr preferRelativeResize="0"/>
            <p:nvPr/>
          </p:nvPicPr>
          <p:blipFill>
            <a:blip r:embed="rId3">
              <a:alphaModFix/>
            </a:blip>
            <a:stretch>
              <a:fillRect/>
            </a:stretch>
          </p:blipFill>
          <p:spPr>
            <a:xfrm rot="-825104">
              <a:off x="-852373" y="6500"/>
              <a:ext cx="1919426" cy="2225375"/>
            </a:xfrm>
            <a:prstGeom prst="rect">
              <a:avLst/>
            </a:prstGeom>
            <a:noFill/>
            <a:ln>
              <a:noFill/>
            </a:ln>
          </p:spPr>
        </p:pic>
        <p:pic>
          <p:nvPicPr>
            <p:cNvPr id="140" name="Google Shape;140;p19"/>
            <p:cNvPicPr preferRelativeResize="0"/>
            <p:nvPr/>
          </p:nvPicPr>
          <p:blipFill>
            <a:blip r:embed="rId4">
              <a:alphaModFix/>
            </a:blip>
            <a:stretch>
              <a:fillRect/>
            </a:stretch>
          </p:blipFill>
          <p:spPr>
            <a:xfrm rot="-2922590">
              <a:off x="6247398" y="3722525"/>
              <a:ext cx="3228574" cy="2307376"/>
            </a:xfrm>
            <a:prstGeom prst="rect">
              <a:avLst/>
            </a:prstGeom>
            <a:noFill/>
            <a:ln>
              <a:noFill/>
            </a:ln>
          </p:spPr>
        </p:pic>
        <p:pic>
          <p:nvPicPr>
            <p:cNvPr id="141" name="Google Shape;141;p19"/>
            <p:cNvPicPr preferRelativeResize="0"/>
            <p:nvPr/>
          </p:nvPicPr>
          <p:blipFill>
            <a:blip r:embed="rId5">
              <a:alphaModFix/>
            </a:blip>
            <a:stretch>
              <a:fillRect/>
            </a:stretch>
          </p:blipFill>
          <p:spPr>
            <a:xfrm rot="3535304">
              <a:off x="7328862" y="-983507"/>
              <a:ext cx="2312097" cy="1389871"/>
            </a:xfrm>
            <a:prstGeom prst="rect">
              <a:avLst/>
            </a:prstGeom>
            <a:noFill/>
            <a:ln>
              <a:noFill/>
            </a:ln>
          </p:spPr>
        </p:pic>
      </p:grpSp>
      <p:sp>
        <p:nvSpPr>
          <p:cNvPr id="142" name="Google Shape;142;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3" name="Google Shape;143;p19"/>
          <p:cNvSpPr txBox="1">
            <a:spLocks noGrp="1"/>
          </p:cNvSpPr>
          <p:nvPr>
            <p:ph type="subTitle" idx="1"/>
          </p:nvPr>
        </p:nvSpPr>
        <p:spPr>
          <a:xfrm>
            <a:off x="872379" y="1639596"/>
            <a:ext cx="22077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4" name="Google Shape;144;p19"/>
          <p:cNvSpPr txBox="1">
            <a:spLocks noGrp="1"/>
          </p:cNvSpPr>
          <p:nvPr>
            <p:ph type="subTitle" idx="2"/>
          </p:nvPr>
        </p:nvSpPr>
        <p:spPr>
          <a:xfrm>
            <a:off x="3468150" y="1639606"/>
            <a:ext cx="22077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5" name="Google Shape;145;p19"/>
          <p:cNvSpPr txBox="1">
            <a:spLocks noGrp="1"/>
          </p:cNvSpPr>
          <p:nvPr>
            <p:ph type="subTitle" idx="3"/>
          </p:nvPr>
        </p:nvSpPr>
        <p:spPr>
          <a:xfrm>
            <a:off x="872379" y="3428244"/>
            <a:ext cx="22077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6" name="Google Shape;146;p19"/>
          <p:cNvSpPr txBox="1">
            <a:spLocks noGrp="1"/>
          </p:cNvSpPr>
          <p:nvPr>
            <p:ph type="subTitle" idx="4"/>
          </p:nvPr>
        </p:nvSpPr>
        <p:spPr>
          <a:xfrm>
            <a:off x="3468150" y="3428244"/>
            <a:ext cx="22077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7" name="Google Shape;147;p19"/>
          <p:cNvSpPr txBox="1">
            <a:spLocks noGrp="1"/>
          </p:cNvSpPr>
          <p:nvPr>
            <p:ph type="subTitle" idx="5"/>
          </p:nvPr>
        </p:nvSpPr>
        <p:spPr>
          <a:xfrm>
            <a:off x="6063921" y="1639606"/>
            <a:ext cx="22077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8" name="Google Shape;148;p19"/>
          <p:cNvSpPr txBox="1">
            <a:spLocks noGrp="1"/>
          </p:cNvSpPr>
          <p:nvPr>
            <p:ph type="subTitle" idx="6"/>
          </p:nvPr>
        </p:nvSpPr>
        <p:spPr>
          <a:xfrm>
            <a:off x="6063921" y="3428244"/>
            <a:ext cx="22077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9" name="Google Shape;149;p19"/>
          <p:cNvSpPr txBox="1">
            <a:spLocks noGrp="1"/>
          </p:cNvSpPr>
          <p:nvPr>
            <p:ph type="subTitle" idx="7"/>
          </p:nvPr>
        </p:nvSpPr>
        <p:spPr>
          <a:xfrm>
            <a:off x="881049" y="1060275"/>
            <a:ext cx="21990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150" name="Google Shape;150;p19"/>
          <p:cNvSpPr txBox="1">
            <a:spLocks noGrp="1"/>
          </p:cNvSpPr>
          <p:nvPr>
            <p:ph type="subTitle" idx="8"/>
          </p:nvPr>
        </p:nvSpPr>
        <p:spPr>
          <a:xfrm>
            <a:off x="3472500" y="1060284"/>
            <a:ext cx="21990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151" name="Google Shape;151;p19"/>
          <p:cNvSpPr txBox="1">
            <a:spLocks noGrp="1"/>
          </p:cNvSpPr>
          <p:nvPr>
            <p:ph type="subTitle" idx="9"/>
          </p:nvPr>
        </p:nvSpPr>
        <p:spPr>
          <a:xfrm>
            <a:off x="6068257" y="1060284"/>
            <a:ext cx="21990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152" name="Google Shape;152;p19"/>
          <p:cNvSpPr txBox="1">
            <a:spLocks noGrp="1"/>
          </p:cNvSpPr>
          <p:nvPr>
            <p:ph type="subTitle" idx="13"/>
          </p:nvPr>
        </p:nvSpPr>
        <p:spPr>
          <a:xfrm>
            <a:off x="872379" y="2845800"/>
            <a:ext cx="22077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153" name="Google Shape;153;p19"/>
          <p:cNvSpPr txBox="1">
            <a:spLocks noGrp="1"/>
          </p:cNvSpPr>
          <p:nvPr>
            <p:ph type="subTitle" idx="14"/>
          </p:nvPr>
        </p:nvSpPr>
        <p:spPr>
          <a:xfrm>
            <a:off x="3472500" y="2845800"/>
            <a:ext cx="21990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
        <p:nvSpPr>
          <p:cNvPr id="154" name="Google Shape;154;p19"/>
          <p:cNvSpPr txBox="1">
            <a:spLocks noGrp="1"/>
          </p:cNvSpPr>
          <p:nvPr>
            <p:ph type="subTitle" idx="15"/>
          </p:nvPr>
        </p:nvSpPr>
        <p:spPr>
          <a:xfrm>
            <a:off x="6068259" y="2845800"/>
            <a:ext cx="2199000" cy="653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Quicksand"/>
              <a:buNone/>
              <a:defRPr sz="2000">
                <a:solidFill>
                  <a:schemeClr val="dk1"/>
                </a:solidFill>
              </a:defRPr>
            </a:lvl1pPr>
            <a:lvl2pPr lvl="1" algn="ctr" rtl="0">
              <a:lnSpc>
                <a:spcPct val="100000"/>
              </a:lnSpc>
              <a:spcBef>
                <a:spcPts val="0"/>
              </a:spcBef>
              <a:spcAft>
                <a:spcPts val="0"/>
              </a:spcAft>
              <a:buSzPts val="2400"/>
              <a:buFont typeface="Quicksand"/>
              <a:buNone/>
              <a:defRPr sz="2400">
                <a:latin typeface="Quicksand"/>
                <a:ea typeface="Quicksand"/>
                <a:cs typeface="Quicksand"/>
                <a:sym typeface="Quicksand"/>
              </a:defRPr>
            </a:lvl2pPr>
            <a:lvl3pPr lvl="2" algn="ctr" rtl="0">
              <a:lnSpc>
                <a:spcPct val="100000"/>
              </a:lnSpc>
              <a:spcBef>
                <a:spcPts val="0"/>
              </a:spcBef>
              <a:spcAft>
                <a:spcPts val="0"/>
              </a:spcAft>
              <a:buSzPts val="2400"/>
              <a:buFont typeface="Quicksand"/>
              <a:buNone/>
              <a:defRPr sz="2400">
                <a:latin typeface="Quicksand"/>
                <a:ea typeface="Quicksand"/>
                <a:cs typeface="Quicksand"/>
                <a:sym typeface="Quicksand"/>
              </a:defRPr>
            </a:lvl3pPr>
            <a:lvl4pPr lvl="3" algn="ctr" rtl="0">
              <a:lnSpc>
                <a:spcPct val="100000"/>
              </a:lnSpc>
              <a:spcBef>
                <a:spcPts val="0"/>
              </a:spcBef>
              <a:spcAft>
                <a:spcPts val="0"/>
              </a:spcAft>
              <a:buSzPts val="2400"/>
              <a:buFont typeface="Quicksand"/>
              <a:buNone/>
              <a:defRPr sz="2400">
                <a:latin typeface="Quicksand"/>
                <a:ea typeface="Quicksand"/>
                <a:cs typeface="Quicksand"/>
                <a:sym typeface="Quicksand"/>
              </a:defRPr>
            </a:lvl4pPr>
            <a:lvl5pPr lvl="4" algn="ctr" rtl="0">
              <a:lnSpc>
                <a:spcPct val="100000"/>
              </a:lnSpc>
              <a:spcBef>
                <a:spcPts val="0"/>
              </a:spcBef>
              <a:spcAft>
                <a:spcPts val="0"/>
              </a:spcAft>
              <a:buSzPts val="2400"/>
              <a:buFont typeface="Quicksand"/>
              <a:buNone/>
              <a:defRPr sz="2400">
                <a:latin typeface="Quicksand"/>
                <a:ea typeface="Quicksand"/>
                <a:cs typeface="Quicksand"/>
                <a:sym typeface="Quicksand"/>
              </a:defRPr>
            </a:lvl5pPr>
            <a:lvl6pPr lvl="5" algn="ctr" rtl="0">
              <a:lnSpc>
                <a:spcPct val="100000"/>
              </a:lnSpc>
              <a:spcBef>
                <a:spcPts val="0"/>
              </a:spcBef>
              <a:spcAft>
                <a:spcPts val="0"/>
              </a:spcAft>
              <a:buSzPts val="2400"/>
              <a:buFont typeface="Quicksand"/>
              <a:buNone/>
              <a:defRPr sz="2400">
                <a:latin typeface="Quicksand"/>
                <a:ea typeface="Quicksand"/>
                <a:cs typeface="Quicksand"/>
                <a:sym typeface="Quicksand"/>
              </a:defRPr>
            </a:lvl6pPr>
            <a:lvl7pPr lvl="6" algn="ctr" rtl="0">
              <a:lnSpc>
                <a:spcPct val="100000"/>
              </a:lnSpc>
              <a:spcBef>
                <a:spcPts val="0"/>
              </a:spcBef>
              <a:spcAft>
                <a:spcPts val="0"/>
              </a:spcAft>
              <a:buSzPts val="2400"/>
              <a:buFont typeface="Quicksand"/>
              <a:buNone/>
              <a:defRPr sz="2400">
                <a:latin typeface="Quicksand"/>
                <a:ea typeface="Quicksand"/>
                <a:cs typeface="Quicksand"/>
                <a:sym typeface="Quicksand"/>
              </a:defRPr>
            </a:lvl7pPr>
            <a:lvl8pPr lvl="7" algn="ctr" rtl="0">
              <a:lnSpc>
                <a:spcPct val="100000"/>
              </a:lnSpc>
              <a:spcBef>
                <a:spcPts val="0"/>
              </a:spcBef>
              <a:spcAft>
                <a:spcPts val="0"/>
              </a:spcAft>
              <a:buSzPts val="2400"/>
              <a:buFont typeface="Quicksand"/>
              <a:buNone/>
              <a:defRPr sz="2400">
                <a:latin typeface="Quicksand"/>
                <a:ea typeface="Quicksand"/>
                <a:cs typeface="Quicksand"/>
                <a:sym typeface="Quicksand"/>
              </a:defRPr>
            </a:lvl8pPr>
            <a:lvl9pPr lvl="8" algn="ctr" rtl="0">
              <a:lnSpc>
                <a:spcPct val="100000"/>
              </a:lnSpc>
              <a:spcBef>
                <a:spcPts val="0"/>
              </a:spcBef>
              <a:spcAft>
                <a:spcPts val="0"/>
              </a:spcAft>
              <a:buSzPts val="2400"/>
              <a:buFont typeface="Quicksand"/>
              <a:buNone/>
              <a:defRPr sz="2400">
                <a:latin typeface="Quicksand"/>
                <a:ea typeface="Quicksand"/>
                <a:cs typeface="Quicksand"/>
                <a:sym typeface="Quicksand"/>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155"/>
        <p:cNvGrpSpPr/>
        <p:nvPr/>
      </p:nvGrpSpPr>
      <p:grpSpPr>
        <a:xfrm>
          <a:off x="0" y="0"/>
          <a:ext cx="0" cy="0"/>
          <a:chOff x="0" y="0"/>
          <a:chExt cx="0" cy="0"/>
        </a:xfrm>
      </p:grpSpPr>
      <p:pic>
        <p:nvPicPr>
          <p:cNvPr id="156" name="Google Shape;156;p20"/>
          <p:cNvPicPr preferRelativeResize="0"/>
          <p:nvPr/>
        </p:nvPicPr>
        <p:blipFill rotWithShape="1">
          <a:blip r:embed="rId2">
            <a:alphaModFix amt="31000"/>
          </a:blip>
          <a:srcRect l="6784" t="9212" r="6792" b="17848"/>
          <a:stretch/>
        </p:blipFill>
        <p:spPr>
          <a:xfrm>
            <a:off x="-1" y="0"/>
            <a:ext cx="9144003" cy="5143501"/>
          </a:xfrm>
          <a:prstGeom prst="rect">
            <a:avLst/>
          </a:prstGeom>
          <a:noFill/>
          <a:ln>
            <a:noFill/>
          </a:ln>
        </p:spPr>
      </p:pic>
      <p:grpSp>
        <p:nvGrpSpPr>
          <p:cNvPr id="157" name="Google Shape;157;p20"/>
          <p:cNvGrpSpPr/>
          <p:nvPr/>
        </p:nvGrpSpPr>
        <p:grpSpPr>
          <a:xfrm>
            <a:off x="-1123914" y="-1032675"/>
            <a:ext cx="10787763" cy="6985750"/>
            <a:chOff x="-1123914" y="-1032675"/>
            <a:chExt cx="10787763" cy="6985750"/>
          </a:xfrm>
        </p:grpSpPr>
        <p:pic>
          <p:nvPicPr>
            <p:cNvPr id="158" name="Google Shape;158;p20"/>
            <p:cNvPicPr preferRelativeResize="0"/>
            <p:nvPr/>
          </p:nvPicPr>
          <p:blipFill>
            <a:blip r:embed="rId3">
              <a:alphaModFix/>
            </a:blip>
            <a:stretch>
              <a:fillRect/>
            </a:stretch>
          </p:blipFill>
          <p:spPr>
            <a:xfrm rot="4248077">
              <a:off x="-857967" y="-686943"/>
              <a:ext cx="2288082" cy="2189312"/>
            </a:xfrm>
            <a:prstGeom prst="rect">
              <a:avLst/>
            </a:prstGeom>
            <a:noFill/>
            <a:ln>
              <a:noFill/>
            </a:ln>
          </p:spPr>
        </p:pic>
        <p:pic>
          <p:nvPicPr>
            <p:cNvPr id="159" name="Google Shape;159;p20"/>
            <p:cNvPicPr preferRelativeResize="0"/>
            <p:nvPr/>
          </p:nvPicPr>
          <p:blipFill>
            <a:blip r:embed="rId4">
              <a:alphaModFix/>
            </a:blip>
            <a:stretch>
              <a:fillRect/>
            </a:stretch>
          </p:blipFill>
          <p:spPr>
            <a:xfrm rot="502924">
              <a:off x="6437809" y="-592188"/>
              <a:ext cx="2950456" cy="1855777"/>
            </a:xfrm>
            <a:prstGeom prst="rect">
              <a:avLst/>
            </a:prstGeom>
            <a:noFill/>
            <a:ln>
              <a:noFill/>
            </a:ln>
          </p:spPr>
        </p:pic>
        <p:pic>
          <p:nvPicPr>
            <p:cNvPr id="160" name="Google Shape;160;p20"/>
            <p:cNvPicPr preferRelativeResize="0"/>
            <p:nvPr/>
          </p:nvPicPr>
          <p:blipFill>
            <a:blip r:embed="rId5">
              <a:alphaModFix/>
            </a:blip>
            <a:stretch>
              <a:fillRect/>
            </a:stretch>
          </p:blipFill>
          <p:spPr>
            <a:xfrm rot="10800000">
              <a:off x="5890498" y="3356424"/>
              <a:ext cx="3773351" cy="2596651"/>
            </a:xfrm>
            <a:prstGeom prst="rect">
              <a:avLst/>
            </a:prstGeom>
            <a:noFill/>
            <a:ln>
              <a:noFill/>
            </a:ln>
          </p:spPr>
        </p:pic>
      </p:grpSp>
      <p:sp>
        <p:nvSpPr>
          <p:cNvPr id="161" name="Google Shape;161;p20"/>
          <p:cNvSpPr txBox="1">
            <a:spLocks noGrp="1"/>
          </p:cNvSpPr>
          <p:nvPr>
            <p:ph type="title" hasCustomPrompt="1"/>
          </p:nvPr>
        </p:nvSpPr>
        <p:spPr>
          <a:xfrm>
            <a:off x="798388" y="2740521"/>
            <a:ext cx="34926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600">
                <a:latin typeface="Quicksand SemiBold"/>
                <a:ea typeface="Quicksand SemiBold"/>
                <a:cs typeface="Quicksand SemiBold"/>
                <a:sym typeface="Quicksand Semi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62" name="Google Shape;162;p20"/>
          <p:cNvSpPr txBox="1">
            <a:spLocks noGrp="1"/>
          </p:cNvSpPr>
          <p:nvPr>
            <p:ph type="subTitle" idx="1"/>
          </p:nvPr>
        </p:nvSpPr>
        <p:spPr>
          <a:xfrm>
            <a:off x="798400" y="3356422"/>
            <a:ext cx="3492600" cy="344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Quicksand"/>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4pPr>
            <a:lvl5pPr lvl="4"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5pPr>
            <a:lvl6pPr lvl="5"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6pPr>
            <a:lvl7pPr lvl="6"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7pPr>
            <a:lvl8pPr lvl="7"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8pPr>
            <a:lvl9pPr lvl="8"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9pPr>
          </a:lstStyle>
          <a:p>
            <a:endParaRPr/>
          </a:p>
        </p:txBody>
      </p:sp>
      <p:sp>
        <p:nvSpPr>
          <p:cNvPr id="163" name="Google Shape;163;p20"/>
          <p:cNvSpPr txBox="1">
            <a:spLocks noGrp="1"/>
          </p:cNvSpPr>
          <p:nvPr>
            <p:ph type="title" idx="2" hasCustomPrompt="1"/>
          </p:nvPr>
        </p:nvSpPr>
        <p:spPr>
          <a:xfrm>
            <a:off x="2825700" y="1334335"/>
            <a:ext cx="34926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600">
                <a:latin typeface="Quicksand SemiBold"/>
                <a:ea typeface="Quicksand SemiBold"/>
                <a:cs typeface="Quicksand SemiBold"/>
                <a:sym typeface="Quicksand Semi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64" name="Google Shape;164;p20"/>
          <p:cNvSpPr txBox="1">
            <a:spLocks noGrp="1"/>
          </p:cNvSpPr>
          <p:nvPr>
            <p:ph type="subTitle" idx="3"/>
          </p:nvPr>
        </p:nvSpPr>
        <p:spPr>
          <a:xfrm>
            <a:off x="2825700" y="1950524"/>
            <a:ext cx="3492600" cy="344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Quicksand"/>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4pPr>
            <a:lvl5pPr lvl="4"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5pPr>
            <a:lvl6pPr lvl="5"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6pPr>
            <a:lvl7pPr lvl="6"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7pPr>
            <a:lvl8pPr lvl="7"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8pPr>
            <a:lvl9pPr lvl="8"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9pPr>
          </a:lstStyle>
          <a:p>
            <a:endParaRPr/>
          </a:p>
        </p:txBody>
      </p:sp>
      <p:sp>
        <p:nvSpPr>
          <p:cNvPr id="165" name="Google Shape;165;p20"/>
          <p:cNvSpPr txBox="1">
            <a:spLocks noGrp="1"/>
          </p:cNvSpPr>
          <p:nvPr>
            <p:ph type="title" idx="4" hasCustomPrompt="1"/>
          </p:nvPr>
        </p:nvSpPr>
        <p:spPr>
          <a:xfrm>
            <a:off x="4853013" y="2740521"/>
            <a:ext cx="34926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600">
                <a:latin typeface="Quicksand SemiBold"/>
                <a:ea typeface="Quicksand SemiBold"/>
                <a:cs typeface="Quicksand SemiBold"/>
                <a:sym typeface="Quicksand Semi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66" name="Google Shape;166;p20"/>
          <p:cNvSpPr txBox="1">
            <a:spLocks noGrp="1"/>
          </p:cNvSpPr>
          <p:nvPr>
            <p:ph type="subTitle" idx="5"/>
          </p:nvPr>
        </p:nvSpPr>
        <p:spPr>
          <a:xfrm>
            <a:off x="4853025" y="3356422"/>
            <a:ext cx="3492600" cy="344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Quicksand"/>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4pPr>
            <a:lvl5pPr lvl="4"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5pPr>
            <a:lvl6pPr lvl="5"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6pPr>
            <a:lvl7pPr lvl="6"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7pPr>
            <a:lvl8pPr lvl="7"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8pPr>
            <a:lvl9pPr lvl="8" algn="ctr" rtl="0">
              <a:lnSpc>
                <a:spcPct val="100000"/>
              </a:lnSpc>
              <a:spcBef>
                <a:spcPts val="0"/>
              </a:spcBef>
              <a:spcAft>
                <a:spcPts val="0"/>
              </a:spcAft>
              <a:buClr>
                <a:schemeClr val="dk1"/>
              </a:buClr>
              <a:buSzPts val="1200"/>
              <a:buFont typeface="Quicksand"/>
              <a:buNone/>
              <a:defRPr>
                <a:solidFill>
                  <a:schemeClr val="dk1"/>
                </a:solidFill>
                <a:latin typeface="Quicksand"/>
                <a:ea typeface="Quicksand"/>
                <a:cs typeface="Quicksand"/>
                <a:sym typeface="Quicksand"/>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67"/>
        <p:cNvGrpSpPr/>
        <p:nvPr/>
      </p:nvGrpSpPr>
      <p:grpSpPr>
        <a:xfrm>
          <a:off x="0" y="0"/>
          <a:ext cx="0" cy="0"/>
          <a:chOff x="0" y="0"/>
          <a:chExt cx="0" cy="0"/>
        </a:xfrm>
      </p:grpSpPr>
      <p:pic>
        <p:nvPicPr>
          <p:cNvPr id="168" name="Google Shape;168;p21"/>
          <p:cNvPicPr preferRelativeResize="0"/>
          <p:nvPr/>
        </p:nvPicPr>
        <p:blipFill rotWithShape="1">
          <a:blip r:embed="rId2">
            <a:alphaModFix amt="31000"/>
          </a:blip>
          <a:srcRect l="6784" t="9212" r="6792" b="17848"/>
          <a:stretch/>
        </p:blipFill>
        <p:spPr>
          <a:xfrm>
            <a:off x="-1" y="0"/>
            <a:ext cx="9144003" cy="5143501"/>
          </a:xfrm>
          <a:prstGeom prst="rect">
            <a:avLst/>
          </a:prstGeom>
          <a:noFill/>
          <a:ln>
            <a:noFill/>
          </a:ln>
        </p:spPr>
      </p:pic>
      <p:sp>
        <p:nvSpPr>
          <p:cNvPr id="169" name="Google Shape;169;p21"/>
          <p:cNvSpPr txBox="1">
            <a:spLocks noGrp="1"/>
          </p:cNvSpPr>
          <p:nvPr>
            <p:ph type="title"/>
          </p:nvPr>
        </p:nvSpPr>
        <p:spPr>
          <a:xfrm>
            <a:off x="2347950" y="901900"/>
            <a:ext cx="4448100" cy="1458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8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0" name="Google Shape;170;p21"/>
          <p:cNvSpPr txBox="1">
            <a:spLocks noGrp="1"/>
          </p:cNvSpPr>
          <p:nvPr>
            <p:ph type="subTitle" idx="1"/>
          </p:nvPr>
        </p:nvSpPr>
        <p:spPr>
          <a:xfrm>
            <a:off x="2347900" y="2146250"/>
            <a:ext cx="4448100" cy="1058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4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1" name="Google Shape;171;p21"/>
          <p:cNvSpPr txBox="1"/>
          <p:nvPr/>
        </p:nvSpPr>
        <p:spPr>
          <a:xfrm>
            <a:off x="1895250" y="3840550"/>
            <a:ext cx="53535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b="1">
                <a:solidFill>
                  <a:schemeClr val="dk1"/>
                </a:solidFill>
                <a:latin typeface="Quicksand"/>
                <a:ea typeface="Quicksand"/>
                <a:cs typeface="Quicksand"/>
                <a:sym typeface="Quicksand"/>
              </a:rPr>
              <a:t>CREDITS</a:t>
            </a:r>
            <a:r>
              <a:rPr lang="en" sz="1200">
                <a:solidFill>
                  <a:schemeClr val="dk1"/>
                </a:solidFill>
                <a:latin typeface="Quicksand Medium"/>
                <a:ea typeface="Quicksand Medium"/>
                <a:cs typeface="Quicksand Medium"/>
                <a:sym typeface="Quicksand Medium"/>
              </a:rPr>
              <a:t>: This presentation template was created by </a:t>
            </a:r>
            <a:r>
              <a:rPr lang="en" sz="1200" b="1" u="sng">
                <a:solidFill>
                  <a:schemeClr val="dk1"/>
                </a:solidFill>
                <a:latin typeface="Quicksand"/>
                <a:ea typeface="Quicksand"/>
                <a:cs typeface="Quicksand"/>
                <a:sym typeface="Quicksand"/>
                <a:hlinkClick r:id="rId3">
                  <a:extLst>
                    <a:ext uri="{A12FA001-AC4F-418D-AE19-62706E023703}">
                      <ahyp:hlinkClr xmlns:ahyp="http://schemas.microsoft.com/office/drawing/2018/hyperlinkcolor" val="tx"/>
                    </a:ext>
                  </a:extLst>
                </a:hlinkClick>
              </a:rPr>
              <a:t>Slidesgo</a:t>
            </a:r>
            <a:r>
              <a:rPr lang="en" sz="1200">
                <a:solidFill>
                  <a:schemeClr val="dk1"/>
                </a:solidFill>
                <a:latin typeface="Quicksand Medium"/>
                <a:ea typeface="Quicksand Medium"/>
                <a:cs typeface="Quicksand Medium"/>
                <a:sym typeface="Quicksand Medium"/>
              </a:rPr>
              <a:t>, and includes icons by </a:t>
            </a:r>
            <a:r>
              <a:rPr lang="en" sz="1200" b="1" u="sng">
                <a:solidFill>
                  <a:schemeClr val="dk1"/>
                </a:solidFill>
                <a:latin typeface="Quicksand"/>
                <a:ea typeface="Quicksand"/>
                <a:cs typeface="Quicksand"/>
                <a:sym typeface="Quicksand"/>
                <a:hlinkClick r:id="rId4">
                  <a:extLst>
                    <a:ext uri="{A12FA001-AC4F-418D-AE19-62706E023703}">
                      <ahyp:hlinkClr xmlns:ahyp="http://schemas.microsoft.com/office/drawing/2018/hyperlinkcolor" val="tx"/>
                    </a:ext>
                  </a:extLst>
                </a:hlinkClick>
              </a:rPr>
              <a:t>Flaticon</a:t>
            </a:r>
            <a:r>
              <a:rPr lang="en" sz="1200">
                <a:solidFill>
                  <a:schemeClr val="dk1"/>
                </a:solidFill>
                <a:latin typeface="Quicksand Medium"/>
                <a:ea typeface="Quicksand Medium"/>
                <a:cs typeface="Quicksand Medium"/>
                <a:sym typeface="Quicksand Medium"/>
              </a:rPr>
              <a:t>, and infographics &amp; images by </a:t>
            </a:r>
            <a:r>
              <a:rPr lang="en" sz="1200" b="1" u="sng">
                <a:solidFill>
                  <a:schemeClr val="dk1"/>
                </a:solidFill>
                <a:latin typeface="Quicksand"/>
                <a:ea typeface="Quicksand"/>
                <a:cs typeface="Quicksand"/>
                <a:sym typeface="Quicksand"/>
                <a:hlinkClick r:id="rId5">
                  <a:extLst>
                    <a:ext uri="{A12FA001-AC4F-418D-AE19-62706E023703}">
                      <ahyp:hlinkClr xmlns:ahyp="http://schemas.microsoft.com/office/drawing/2018/hyperlinkcolor" val="tx"/>
                    </a:ext>
                  </a:extLst>
                </a:hlinkClick>
              </a:rPr>
              <a:t>Freepik</a:t>
            </a:r>
            <a:r>
              <a:rPr lang="en" sz="1200" u="sng">
                <a:solidFill>
                  <a:schemeClr val="dk1"/>
                </a:solidFill>
                <a:latin typeface="Quicksand Medium"/>
                <a:ea typeface="Quicksand Medium"/>
                <a:cs typeface="Quicksand Medium"/>
                <a:sym typeface="Quicksand Medium"/>
              </a:rPr>
              <a:t> </a:t>
            </a:r>
            <a:endParaRPr sz="1200" u="sng">
              <a:solidFill>
                <a:schemeClr val="dk1"/>
              </a:solidFill>
              <a:latin typeface="Quicksand Medium"/>
              <a:ea typeface="Quicksand Medium"/>
              <a:cs typeface="Quicksand Medium"/>
              <a:sym typeface="Quicksand Medium"/>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72"/>
        <p:cNvGrpSpPr/>
        <p:nvPr/>
      </p:nvGrpSpPr>
      <p:grpSpPr>
        <a:xfrm>
          <a:off x="0" y="0"/>
          <a:ext cx="0" cy="0"/>
          <a:chOff x="0" y="0"/>
          <a:chExt cx="0" cy="0"/>
        </a:xfrm>
      </p:grpSpPr>
      <p:pic>
        <p:nvPicPr>
          <p:cNvPr id="173" name="Google Shape;173;p22"/>
          <p:cNvPicPr preferRelativeResize="0"/>
          <p:nvPr/>
        </p:nvPicPr>
        <p:blipFill rotWithShape="1">
          <a:blip r:embed="rId2">
            <a:alphaModFix amt="31000"/>
          </a:blip>
          <a:srcRect l="6784" t="9212" r="6792" b="17848"/>
          <a:stretch/>
        </p:blipFill>
        <p:spPr>
          <a:xfrm>
            <a:off x="-1" y="0"/>
            <a:ext cx="9144003" cy="5143501"/>
          </a:xfrm>
          <a:prstGeom prst="rect">
            <a:avLst/>
          </a:prstGeom>
          <a:noFill/>
          <a:ln>
            <a:noFill/>
          </a:ln>
        </p:spPr>
      </p:pic>
      <p:grpSp>
        <p:nvGrpSpPr>
          <p:cNvPr id="174" name="Google Shape;174;p22"/>
          <p:cNvGrpSpPr/>
          <p:nvPr/>
        </p:nvGrpSpPr>
        <p:grpSpPr>
          <a:xfrm>
            <a:off x="-1455771" y="-903012"/>
            <a:ext cx="11760581" cy="6547280"/>
            <a:chOff x="-1455771" y="-903012"/>
            <a:chExt cx="11760581" cy="6547280"/>
          </a:xfrm>
        </p:grpSpPr>
        <p:pic>
          <p:nvPicPr>
            <p:cNvPr id="175" name="Google Shape;175;p22"/>
            <p:cNvPicPr preferRelativeResize="0"/>
            <p:nvPr/>
          </p:nvPicPr>
          <p:blipFill>
            <a:blip r:embed="rId3">
              <a:alphaModFix/>
            </a:blip>
            <a:stretch>
              <a:fillRect/>
            </a:stretch>
          </p:blipFill>
          <p:spPr>
            <a:xfrm>
              <a:off x="-1222375" y="3941302"/>
              <a:ext cx="2707500" cy="1702965"/>
            </a:xfrm>
            <a:prstGeom prst="rect">
              <a:avLst/>
            </a:prstGeom>
            <a:noFill/>
            <a:ln>
              <a:noFill/>
            </a:ln>
          </p:spPr>
        </p:pic>
        <p:pic>
          <p:nvPicPr>
            <p:cNvPr id="176" name="Google Shape;176;p22"/>
            <p:cNvPicPr preferRelativeResize="0"/>
            <p:nvPr/>
          </p:nvPicPr>
          <p:blipFill>
            <a:blip r:embed="rId4">
              <a:alphaModFix/>
            </a:blip>
            <a:stretch>
              <a:fillRect/>
            </a:stretch>
          </p:blipFill>
          <p:spPr>
            <a:xfrm rot="945403">
              <a:off x="-1206838" y="-416212"/>
              <a:ext cx="2240076" cy="2143375"/>
            </a:xfrm>
            <a:prstGeom prst="rect">
              <a:avLst/>
            </a:prstGeom>
            <a:noFill/>
            <a:ln>
              <a:noFill/>
            </a:ln>
          </p:spPr>
        </p:pic>
        <p:pic>
          <p:nvPicPr>
            <p:cNvPr id="177" name="Google Shape;177;p22"/>
            <p:cNvPicPr preferRelativeResize="0"/>
            <p:nvPr/>
          </p:nvPicPr>
          <p:blipFill>
            <a:blip r:embed="rId5">
              <a:alphaModFix/>
            </a:blip>
            <a:stretch>
              <a:fillRect/>
            </a:stretch>
          </p:blipFill>
          <p:spPr>
            <a:xfrm rot="5400000">
              <a:off x="6541847" y="-207900"/>
              <a:ext cx="4458075" cy="3067851"/>
            </a:xfrm>
            <a:prstGeom prst="rect">
              <a:avLst/>
            </a:prstGeom>
            <a:noFill/>
            <a:ln>
              <a:noFill/>
            </a:ln>
          </p:spPr>
        </p:pic>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78"/>
        <p:cNvGrpSpPr/>
        <p:nvPr/>
      </p:nvGrpSpPr>
      <p:grpSpPr>
        <a:xfrm>
          <a:off x="0" y="0"/>
          <a:ext cx="0" cy="0"/>
          <a:chOff x="0" y="0"/>
          <a:chExt cx="0" cy="0"/>
        </a:xfrm>
      </p:grpSpPr>
      <p:pic>
        <p:nvPicPr>
          <p:cNvPr id="179" name="Google Shape;179;p23"/>
          <p:cNvPicPr preferRelativeResize="0"/>
          <p:nvPr/>
        </p:nvPicPr>
        <p:blipFill rotWithShape="1">
          <a:blip r:embed="rId2">
            <a:alphaModFix amt="17000"/>
          </a:blip>
          <a:srcRect l="6784" t="9212" r="6792" b="17848"/>
          <a:stretch/>
        </p:blipFill>
        <p:spPr>
          <a:xfrm>
            <a:off x="0" y="0"/>
            <a:ext cx="9144003" cy="5143501"/>
          </a:xfrm>
          <a:prstGeom prst="rect">
            <a:avLst/>
          </a:prstGeom>
          <a:noFill/>
          <a:ln>
            <a:noFill/>
          </a:ln>
        </p:spPr>
      </p:pic>
      <p:grpSp>
        <p:nvGrpSpPr>
          <p:cNvPr id="180" name="Google Shape;180;p23"/>
          <p:cNvGrpSpPr/>
          <p:nvPr/>
        </p:nvGrpSpPr>
        <p:grpSpPr>
          <a:xfrm>
            <a:off x="-2706942" y="-970424"/>
            <a:ext cx="12828265" cy="6657121"/>
            <a:chOff x="-2706942" y="-970424"/>
            <a:chExt cx="12828265" cy="6657121"/>
          </a:xfrm>
        </p:grpSpPr>
        <p:pic>
          <p:nvPicPr>
            <p:cNvPr id="181" name="Google Shape;181;p23"/>
            <p:cNvPicPr preferRelativeResize="0"/>
            <p:nvPr/>
          </p:nvPicPr>
          <p:blipFill>
            <a:blip r:embed="rId3">
              <a:alphaModFix/>
            </a:blip>
            <a:stretch>
              <a:fillRect/>
            </a:stretch>
          </p:blipFill>
          <p:spPr>
            <a:xfrm rot="10800000">
              <a:off x="-2706942" y="-970424"/>
              <a:ext cx="4283823" cy="2947928"/>
            </a:xfrm>
            <a:prstGeom prst="rect">
              <a:avLst/>
            </a:prstGeom>
            <a:noFill/>
            <a:ln>
              <a:noFill/>
            </a:ln>
          </p:spPr>
        </p:pic>
        <p:pic>
          <p:nvPicPr>
            <p:cNvPr id="182" name="Google Shape;182;p23"/>
            <p:cNvPicPr preferRelativeResize="0"/>
            <p:nvPr/>
          </p:nvPicPr>
          <p:blipFill>
            <a:blip r:embed="rId4">
              <a:alphaModFix/>
            </a:blip>
            <a:stretch>
              <a:fillRect/>
            </a:stretch>
          </p:blipFill>
          <p:spPr>
            <a:xfrm rot="-10486034">
              <a:off x="-359828" y="3935317"/>
              <a:ext cx="2601305" cy="1636168"/>
            </a:xfrm>
            <a:prstGeom prst="rect">
              <a:avLst/>
            </a:prstGeom>
            <a:noFill/>
            <a:ln>
              <a:noFill/>
            </a:ln>
          </p:spPr>
        </p:pic>
        <p:pic>
          <p:nvPicPr>
            <p:cNvPr id="183" name="Google Shape;183;p23"/>
            <p:cNvPicPr preferRelativeResize="0"/>
            <p:nvPr/>
          </p:nvPicPr>
          <p:blipFill>
            <a:blip r:embed="rId5">
              <a:alphaModFix/>
            </a:blip>
            <a:stretch>
              <a:fillRect/>
            </a:stretch>
          </p:blipFill>
          <p:spPr>
            <a:xfrm rot="-1142607">
              <a:off x="8173100" y="9350"/>
              <a:ext cx="1726026" cy="1651499"/>
            </a:xfrm>
            <a:prstGeom prst="rect">
              <a:avLst/>
            </a:prstGeom>
            <a:noFill/>
            <a:ln>
              <a:noFill/>
            </a:ln>
          </p:spPr>
        </p:pic>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87"/>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88"/>
        <p:cNvGrpSpPr/>
        <p:nvPr/>
      </p:nvGrpSpPr>
      <p:grpSpPr>
        <a:xfrm>
          <a:off x="0" y="0"/>
          <a:ext cx="0" cy="0"/>
          <a:chOff x="0" y="0"/>
          <a:chExt cx="0" cy="0"/>
        </a:xfrm>
      </p:grpSpPr>
      <p:sp>
        <p:nvSpPr>
          <p:cNvPr id="189" name="Google Shape;189;p2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4.xml"/><Relationship Id="rId1" Type="http://schemas.openxmlformats.org/officeDocument/2006/relationships/slideLayout" Target="../slideLayouts/slideLayout2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000"/>
              <a:buFont typeface="Quicksand Medium"/>
              <a:buNone/>
              <a:defRPr sz="3000">
                <a:solidFill>
                  <a:schemeClr val="dk1"/>
                </a:solidFill>
                <a:latin typeface="Quicksand Medium"/>
                <a:ea typeface="Quicksand Medium"/>
                <a:cs typeface="Quicksand Medium"/>
                <a:sym typeface="Quicksand Medium"/>
              </a:defRPr>
            </a:lvl1pPr>
            <a:lvl2pPr lvl="1" algn="ctr" rtl="0">
              <a:spcBef>
                <a:spcPts val="0"/>
              </a:spcBef>
              <a:spcAft>
                <a:spcPts val="0"/>
              </a:spcAft>
              <a:buClr>
                <a:schemeClr val="dk1"/>
              </a:buClr>
              <a:buSzPts val="3000"/>
              <a:buFont typeface="Quicksand Medium"/>
              <a:buNone/>
              <a:defRPr sz="3000">
                <a:solidFill>
                  <a:schemeClr val="dk1"/>
                </a:solidFill>
                <a:latin typeface="Quicksand Medium"/>
                <a:ea typeface="Quicksand Medium"/>
                <a:cs typeface="Quicksand Medium"/>
                <a:sym typeface="Quicksand Medium"/>
              </a:defRPr>
            </a:lvl2pPr>
            <a:lvl3pPr lvl="2" algn="ctr" rtl="0">
              <a:spcBef>
                <a:spcPts val="0"/>
              </a:spcBef>
              <a:spcAft>
                <a:spcPts val="0"/>
              </a:spcAft>
              <a:buClr>
                <a:schemeClr val="dk1"/>
              </a:buClr>
              <a:buSzPts val="3000"/>
              <a:buFont typeface="Quicksand Medium"/>
              <a:buNone/>
              <a:defRPr sz="3000">
                <a:solidFill>
                  <a:schemeClr val="dk1"/>
                </a:solidFill>
                <a:latin typeface="Quicksand Medium"/>
                <a:ea typeface="Quicksand Medium"/>
                <a:cs typeface="Quicksand Medium"/>
                <a:sym typeface="Quicksand Medium"/>
              </a:defRPr>
            </a:lvl3pPr>
            <a:lvl4pPr lvl="3" algn="ctr" rtl="0">
              <a:spcBef>
                <a:spcPts val="0"/>
              </a:spcBef>
              <a:spcAft>
                <a:spcPts val="0"/>
              </a:spcAft>
              <a:buClr>
                <a:schemeClr val="dk1"/>
              </a:buClr>
              <a:buSzPts val="3000"/>
              <a:buFont typeface="Quicksand Medium"/>
              <a:buNone/>
              <a:defRPr sz="3000">
                <a:solidFill>
                  <a:schemeClr val="dk1"/>
                </a:solidFill>
                <a:latin typeface="Quicksand Medium"/>
                <a:ea typeface="Quicksand Medium"/>
                <a:cs typeface="Quicksand Medium"/>
                <a:sym typeface="Quicksand Medium"/>
              </a:defRPr>
            </a:lvl4pPr>
            <a:lvl5pPr lvl="4" algn="ctr" rtl="0">
              <a:spcBef>
                <a:spcPts val="0"/>
              </a:spcBef>
              <a:spcAft>
                <a:spcPts val="0"/>
              </a:spcAft>
              <a:buClr>
                <a:schemeClr val="dk1"/>
              </a:buClr>
              <a:buSzPts val="3000"/>
              <a:buFont typeface="Quicksand Medium"/>
              <a:buNone/>
              <a:defRPr sz="3000">
                <a:solidFill>
                  <a:schemeClr val="dk1"/>
                </a:solidFill>
                <a:latin typeface="Quicksand Medium"/>
                <a:ea typeface="Quicksand Medium"/>
                <a:cs typeface="Quicksand Medium"/>
                <a:sym typeface="Quicksand Medium"/>
              </a:defRPr>
            </a:lvl5pPr>
            <a:lvl6pPr lvl="5" algn="ctr" rtl="0">
              <a:spcBef>
                <a:spcPts val="0"/>
              </a:spcBef>
              <a:spcAft>
                <a:spcPts val="0"/>
              </a:spcAft>
              <a:buClr>
                <a:schemeClr val="dk1"/>
              </a:buClr>
              <a:buSzPts val="3000"/>
              <a:buFont typeface="Quicksand Medium"/>
              <a:buNone/>
              <a:defRPr sz="3000">
                <a:solidFill>
                  <a:schemeClr val="dk1"/>
                </a:solidFill>
                <a:latin typeface="Quicksand Medium"/>
                <a:ea typeface="Quicksand Medium"/>
                <a:cs typeface="Quicksand Medium"/>
                <a:sym typeface="Quicksand Medium"/>
              </a:defRPr>
            </a:lvl6pPr>
            <a:lvl7pPr lvl="6" algn="ctr" rtl="0">
              <a:spcBef>
                <a:spcPts val="0"/>
              </a:spcBef>
              <a:spcAft>
                <a:spcPts val="0"/>
              </a:spcAft>
              <a:buClr>
                <a:schemeClr val="dk1"/>
              </a:buClr>
              <a:buSzPts val="3000"/>
              <a:buFont typeface="Quicksand Medium"/>
              <a:buNone/>
              <a:defRPr sz="3000">
                <a:solidFill>
                  <a:schemeClr val="dk1"/>
                </a:solidFill>
                <a:latin typeface="Quicksand Medium"/>
                <a:ea typeface="Quicksand Medium"/>
                <a:cs typeface="Quicksand Medium"/>
                <a:sym typeface="Quicksand Medium"/>
              </a:defRPr>
            </a:lvl7pPr>
            <a:lvl8pPr lvl="7" algn="ctr" rtl="0">
              <a:spcBef>
                <a:spcPts val="0"/>
              </a:spcBef>
              <a:spcAft>
                <a:spcPts val="0"/>
              </a:spcAft>
              <a:buClr>
                <a:schemeClr val="dk1"/>
              </a:buClr>
              <a:buSzPts val="3000"/>
              <a:buFont typeface="Quicksand Medium"/>
              <a:buNone/>
              <a:defRPr sz="3000">
                <a:solidFill>
                  <a:schemeClr val="dk1"/>
                </a:solidFill>
                <a:latin typeface="Quicksand Medium"/>
                <a:ea typeface="Quicksand Medium"/>
                <a:cs typeface="Quicksand Medium"/>
                <a:sym typeface="Quicksand Medium"/>
              </a:defRPr>
            </a:lvl8pPr>
            <a:lvl9pPr lvl="8" algn="ctr" rtl="0">
              <a:spcBef>
                <a:spcPts val="0"/>
              </a:spcBef>
              <a:spcAft>
                <a:spcPts val="0"/>
              </a:spcAft>
              <a:buClr>
                <a:schemeClr val="dk1"/>
              </a:buClr>
              <a:buSzPts val="3000"/>
              <a:buFont typeface="Quicksand Medium"/>
              <a:buNone/>
              <a:defRPr sz="3000">
                <a:solidFill>
                  <a:schemeClr val="dk1"/>
                </a:solidFill>
                <a:latin typeface="Quicksand Medium"/>
                <a:ea typeface="Quicksand Medium"/>
                <a:cs typeface="Quicksand Medium"/>
                <a:sym typeface="Quicksand Medium"/>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Quicksand Medium"/>
              <a:buChar char="●"/>
              <a:defRPr sz="1200">
                <a:solidFill>
                  <a:schemeClr val="dk1"/>
                </a:solidFill>
                <a:latin typeface="Quicksand Medium"/>
                <a:ea typeface="Quicksand Medium"/>
                <a:cs typeface="Quicksand Medium"/>
                <a:sym typeface="Quicksand Medium"/>
              </a:defRPr>
            </a:lvl1pPr>
            <a:lvl2pPr marL="914400" lvl="1" indent="-304800">
              <a:lnSpc>
                <a:spcPct val="100000"/>
              </a:lnSpc>
              <a:spcBef>
                <a:spcPts val="0"/>
              </a:spcBef>
              <a:spcAft>
                <a:spcPts val="0"/>
              </a:spcAft>
              <a:buClr>
                <a:schemeClr val="dk1"/>
              </a:buClr>
              <a:buSzPts val="1200"/>
              <a:buFont typeface="Quicksand Medium"/>
              <a:buChar char="○"/>
              <a:defRPr sz="1200">
                <a:solidFill>
                  <a:schemeClr val="dk1"/>
                </a:solidFill>
                <a:latin typeface="Quicksand Medium"/>
                <a:ea typeface="Quicksand Medium"/>
                <a:cs typeface="Quicksand Medium"/>
                <a:sym typeface="Quicksand Medium"/>
              </a:defRPr>
            </a:lvl2pPr>
            <a:lvl3pPr marL="1371600" lvl="2" indent="-304800">
              <a:lnSpc>
                <a:spcPct val="100000"/>
              </a:lnSpc>
              <a:spcBef>
                <a:spcPts val="0"/>
              </a:spcBef>
              <a:spcAft>
                <a:spcPts val="0"/>
              </a:spcAft>
              <a:buClr>
                <a:schemeClr val="dk1"/>
              </a:buClr>
              <a:buSzPts val="1200"/>
              <a:buFont typeface="Quicksand Medium"/>
              <a:buChar char="■"/>
              <a:defRPr sz="1200">
                <a:solidFill>
                  <a:schemeClr val="dk1"/>
                </a:solidFill>
                <a:latin typeface="Quicksand Medium"/>
                <a:ea typeface="Quicksand Medium"/>
                <a:cs typeface="Quicksand Medium"/>
                <a:sym typeface="Quicksand Medium"/>
              </a:defRPr>
            </a:lvl3pPr>
            <a:lvl4pPr marL="1828800" lvl="3" indent="-304800">
              <a:lnSpc>
                <a:spcPct val="100000"/>
              </a:lnSpc>
              <a:spcBef>
                <a:spcPts val="0"/>
              </a:spcBef>
              <a:spcAft>
                <a:spcPts val="0"/>
              </a:spcAft>
              <a:buClr>
                <a:schemeClr val="dk1"/>
              </a:buClr>
              <a:buSzPts val="1200"/>
              <a:buFont typeface="Quicksand Medium"/>
              <a:buChar char="●"/>
              <a:defRPr sz="1200">
                <a:solidFill>
                  <a:schemeClr val="dk1"/>
                </a:solidFill>
                <a:latin typeface="Quicksand Medium"/>
                <a:ea typeface="Quicksand Medium"/>
                <a:cs typeface="Quicksand Medium"/>
                <a:sym typeface="Quicksand Medium"/>
              </a:defRPr>
            </a:lvl4pPr>
            <a:lvl5pPr marL="2286000" lvl="4" indent="-304800">
              <a:lnSpc>
                <a:spcPct val="100000"/>
              </a:lnSpc>
              <a:spcBef>
                <a:spcPts val="0"/>
              </a:spcBef>
              <a:spcAft>
                <a:spcPts val="0"/>
              </a:spcAft>
              <a:buClr>
                <a:schemeClr val="dk1"/>
              </a:buClr>
              <a:buSzPts val="1200"/>
              <a:buFont typeface="Quicksand Medium"/>
              <a:buChar char="○"/>
              <a:defRPr sz="1200">
                <a:solidFill>
                  <a:schemeClr val="dk1"/>
                </a:solidFill>
                <a:latin typeface="Quicksand Medium"/>
                <a:ea typeface="Quicksand Medium"/>
                <a:cs typeface="Quicksand Medium"/>
                <a:sym typeface="Quicksand Medium"/>
              </a:defRPr>
            </a:lvl5pPr>
            <a:lvl6pPr marL="2743200" lvl="5" indent="-304800">
              <a:lnSpc>
                <a:spcPct val="100000"/>
              </a:lnSpc>
              <a:spcBef>
                <a:spcPts val="0"/>
              </a:spcBef>
              <a:spcAft>
                <a:spcPts val="0"/>
              </a:spcAft>
              <a:buClr>
                <a:schemeClr val="dk1"/>
              </a:buClr>
              <a:buSzPts val="1200"/>
              <a:buFont typeface="Quicksand Medium"/>
              <a:buChar char="■"/>
              <a:defRPr sz="1200">
                <a:solidFill>
                  <a:schemeClr val="dk1"/>
                </a:solidFill>
                <a:latin typeface="Quicksand Medium"/>
                <a:ea typeface="Quicksand Medium"/>
                <a:cs typeface="Quicksand Medium"/>
                <a:sym typeface="Quicksand Medium"/>
              </a:defRPr>
            </a:lvl6pPr>
            <a:lvl7pPr marL="3200400" lvl="6" indent="-304800">
              <a:lnSpc>
                <a:spcPct val="100000"/>
              </a:lnSpc>
              <a:spcBef>
                <a:spcPts val="0"/>
              </a:spcBef>
              <a:spcAft>
                <a:spcPts val="0"/>
              </a:spcAft>
              <a:buClr>
                <a:schemeClr val="dk1"/>
              </a:buClr>
              <a:buSzPts val="1200"/>
              <a:buFont typeface="Quicksand Medium"/>
              <a:buChar char="●"/>
              <a:defRPr sz="1200">
                <a:solidFill>
                  <a:schemeClr val="dk1"/>
                </a:solidFill>
                <a:latin typeface="Quicksand Medium"/>
                <a:ea typeface="Quicksand Medium"/>
                <a:cs typeface="Quicksand Medium"/>
                <a:sym typeface="Quicksand Medium"/>
              </a:defRPr>
            </a:lvl7pPr>
            <a:lvl8pPr marL="3657600" lvl="7" indent="-304800">
              <a:lnSpc>
                <a:spcPct val="100000"/>
              </a:lnSpc>
              <a:spcBef>
                <a:spcPts val="0"/>
              </a:spcBef>
              <a:spcAft>
                <a:spcPts val="0"/>
              </a:spcAft>
              <a:buClr>
                <a:schemeClr val="dk1"/>
              </a:buClr>
              <a:buSzPts val="1200"/>
              <a:buFont typeface="Quicksand Medium"/>
              <a:buChar char="○"/>
              <a:defRPr sz="1200">
                <a:solidFill>
                  <a:schemeClr val="dk1"/>
                </a:solidFill>
                <a:latin typeface="Quicksand Medium"/>
                <a:ea typeface="Quicksand Medium"/>
                <a:cs typeface="Quicksand Medium"/>
                <a:sym typeface="Quicksand Medium"/>
              </a:defRPr>
            </a:lvl8pPr>
            <a:lvl9pPr marL="4114800" lvl="8" indent="-304800">
              <a:lnSpc>
                <a:spcPct val="100000"/>
              </a:lnSpc>
              <a:spcBef>
                <a:spcPts val="0"/>
              </a:spcBef>
              <a:spcAft>
                <a:spcPts val="0"/>
              </a:spcAft>
              <a:buClr>
                <a:schemeClr val="dk1"/>
              </a:buClr>
              <a:buSzPts val="1200"/>
              <a:buFont typeface="Quicksand Medium"/>
              <a:buChar char="■"/>
              <a:defRPr sz="1200">
                <a:solidFill>
                  <a:schemeClr val="dk1"/>
                </a:solidFill>
                <a:latin typeface="Quicksand Medium"/>
                <a:ea typeface="Quicksand Medium"/>
                <a:cs typeface="Quicksand Medium"/>
                <a:sym typeface="Quicksand Medium"/>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84"/>
        <p:cNvGrpSpPr/>
        <p:nvPr/>
      </p:nvGrpSpPr>
      <p:grpSpPr>
        <a:xfrm>
          <a:off x="0" y="0"/>
          <a:ext cx="0" cy="0"/>
          <a:chOff x="0" y="0"/>
          <a:chExt cx="0" cy="0"/>
        </a:xfrm>
      </p:grpSpPr>
      <p:sp>
        <p:nvSpPr>
          <p:cNvPr id="185" name="Google Shape;185;p24"/>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86" name="Google Shape;186;p2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0" r:id="rId1"/>
    <p:sldLayoutId id="2147483671"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9.png"/><Relationship Id="rId4" Type="http://schemas.openxmlformats.org/officeDocument/2006/relationships/image" Target="../media/image6.png"/></Relationships>
</file>

<file path=ppt/slides/_rels/slide2.xml.rels><?xml version="1.0" encoding="UTF-8" standalone="yes"?>
<Relationships xmlns="http://schemas.openxmlformats.org/package/2006/relationships"><Relationship Id="rId8" Type="http://schemas.openxmlformats.org/officeDocument/2006/relationships/slide" Target="slide34.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32.xml"/><Relationship Id="rId7" Type="http://schemas.openxmlformats.org/officeDocument/2006/relationships/slide" Target="slide40.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2.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5.xml"/><Relationship Id="rId6" Type="http://schemas.openxmlformats.org/officeDocument/2006/relationships/slide" Target="slide17.xml"/><Relationship Id="rId11" Type="http://schemas.openxmlformats.org/officeDocument/2006/relationships/hyperlink" Target="http://bit.ly/30B07Gq" TargetMode="External"/><Relationship Id="rId5" Type="http://schemas.openxmlformats.org/officeDocument/2006/relationships/slide" Target="slide28.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29.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6.xml"/><Relationship Id="rId4" Type="http://schemas.openxmlformats.org/officeDocument/2006/relationships/image" Target="../media/image10.jpe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8.xml"/></Relationships>
</file>

<file path=ppt/slides/_rels/slide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9.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8.xml"/><Relationship Id="rId1" Type="http://schemas.openxmlformats.org/officeDocument/2006/relationships/slideLayout" Target="../slideLayouts/slideLayout4.xml"/><Relationship Id="rId5" Type="http://schemas.openxmlformats.org/officeDocument/2006/relationships/image" Target="../media/image14.png"/><Relationship Id="rId4" Type="http://schemas.openxmlformats.org/officeDocument/2006/relationships/image" Target="../media/image13.png"/></Relationships>
</file>

<file path=ppt/slides/_rels/slide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9.xml"/><Relationship Id="rId1" Type="http://schemas.openxmlformats.org/officeDocument/2006/relationships/slideLayout" Target="../slideLayouts/slideLayout4.xml"/><Relationship Id="rId4" Type="http://schemas.openxmlformats.org/officeDocument/2006/relationships/image" Target="../media/image16.png"/></Relationships>
</file>

<file path=ppt/slides/_rels/slide1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0.xml"/><Relationship Id="rId1" Type="http://schemas.openxmlformats.org/officeDocument/2006/relationships/slideLayout" Target="../slideLayouts/slideLayout17.xml"/><Relationship Id="rId5" Type="http://schemas.openxmlformats.org/officeDocument/2006/relationships/image" Target="../media/image19.png"/><Relationship Id="rId4" Type="http://schemas.openxmlformats.org/officeDocument/2006/relationships/image" Target="../media/image18.png"/></Relationships>
</file>

<file path=ppt/slides/_rels/slide11.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notesSlide" Target="../notesSlides/notesSlide11.xml"/><Relationship Id="rId1" Type="http://schemas.openxmlformats.org/officeDocument/2006/relationships/slideLayout" Target="../slideLayouts/slideLayout17.xml"/><Relationship Id="rId6" Type="http://schemas.openxmlformats.org/officeDocument/2006/relationships/image" Target="../media/image170.png"/><Relationship Id="rId5" Type="http://schemas.openxmlformats.org/officeDocument/2006/relationships/image" Target="../media/image160.png"/><Relationship Id="rId4" Type="http://schemas.openxmlformats.org/officeDocument/2006/relationships/image" Target="../media/image161.png"/></Relationships>
</file>

<file path=ppt/slides/_rels/slide12.xml.rels><?xml version="1.0" encoding="UTF-8" standalone="yes"?>
<Relationships xmlns="http://schemas.openxmlformats.org/package/2006/relationships"><Relationship Id="rId3" Type="http://schemas.openxmlformats.org/officeDocument/2006/relationships/image" Target="../media/image150.png"/><Relationship Id="rId7" Type="http://schemas.openxmlformats.org/officeDocument/2006/relationships/image" Target="../media/image200.png"/><Relationship Id="rId2" Type="http://schemas.openxmlformats.org/officeDocument/2006/relationships/notesSlide" Target="../notesSlides/notesSlide12.xml"/><Relationship Id="rId1" Type="http://schemas.openxmlformats.org/officeDocument/2006/relationships/slideLayout" Target="../slideLayouts/slideLayout17.xml"/><Relationship Id="rId6" Type="http://schemas.openxmlformats.org/officeDocument/2006/relationships/image" Target="../media/image20.png"/><Relationship Id="rId5" Type="http://schemas.openxmlformats.org/officeDocument/2006/relationships/image" Target="../media/image180.png"/><Relationship Id="rId4" Type="http://schemas.openxmlformats.org/officeDocument/2006/relationships/image" Target="../media/image181.png"/></Relationships>
</file>

<file path=ppt/slides/_rels/slide13.xml.rels><?xml version="1.0" encoding="UTF-8" standalone="yes"?>
<Relationships xmlns="http://schemas.openxmlformats.org/package/2006/relationships"><Relationship Id="rId8" Type="http://schemas.openxmlformats.org/officeDocument/2006/relationships/image" Target="../media/image25.png"/><Relationship Id="rId3" Type="http://schemas.openxmlformats.org/officeDocument/2006/relationships/image" Target="../media/image21.png"/><Relationship Id="rId7" Type="http://schemas.openxmlformats.org/officeDocument/2006/relationships/image" Target="../media/image24.png"/><Relationship Id="rId2" Type="http://schemas.openxmlformats.org/officeDocument/2006/relationships/notesSlide" Target="../notesSlides/notesSlide13.xml"/><Relationship Id="rId1" Type="http://schemas.openxmlformats.org/officeDocument/2006/relationships/slideLayout" Target="../slideLayouts/slideLayout17.xml"/><Relationship Id="rId6" Type="http://schemas.openxmlformats.org/officeDocument/2006/relationships/image" Target="../media/image23.png"/><Relationship Id="rId5" Type="http://schemas.openxmlformats.org/officeDocument/2006/relationships/image" Target="../media/image220.png"/><Relationship Id="rId4" Type="http://schemas.openxmlformats.org/officeDocument/2006/relationships/image" Target="../media/image22.png"/><Relationship Id="rId9" Type="http://schemas.openxmlformats.org/officeDocument/2006/relationships/image" Target="../media/image26.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20.xml"/><Relationship Id="rId6" Type="http://schemas.openxmlformats.org/officeDocument/2006/relationships/image" Target="../media/image7.png"/><Relationship Id="rId5" Type="http://schemas.openxmlformats.org/officeDocument/2006/relationships/image" Target="../media/image9.png"/><Relationship Id="rId4" Type="http://schemas.openxmlformats.org/officeDocument/2006/relationships/image" Target="../media/image6.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9.xml"/></Relationships>
</file>

<file path=ppt/slides/_rels/slide1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9.xml"/><Relationship Id="rId1" Type="http://schemas.openxmlformats.org/officeDocument/2006/relationships/slideLayout" Target="../slideLayouts/slideLayout10.xml"/><Relationship Id="rId4" Type="http://schemas.openxmlformats.org/officeDocument/2006/relationships/image" Target="../media/image9.png"/></Relationships>
</file>

<file path=ppt/slides/_rels/slide20.xml.rels><?xml version="1.0" encoding="UTF-8" standalone="yes"?>
<Relationships xmlns="http://schemas.openxmlformats.org/package/2006/relationships"><Relationship Id="rId3" Type="http://schemas.openxmlformats.org/officeDocument/2006/relationships/hyperlink" Target="https://docs.google.com/spreadsheets/d/1Sga-cpNxBtu_0jng02GpcNhEHbvXfJKAyeyY5xv8U5Q/copy#gid=1848306791" TargetMode="External"/><Relationship Id="rId2" Type="http://schemas.openxmlformats.org/officeDocument/2006/relationships/notesSlide" Target="../notesSlides/notesSlide20.xml"/><Relationship Id="rId1" Type="http://schemas.openxmlformats.org/officeDocument/2006/relationships/slideLayout" Target="../slideLayouts/slideLayout13.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27.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2.xml"/><Relationship Id="rId1" Type="http://schemas.openxmlformats.org/officeDocument/2006/relationships/slideLayout" Target="../slideLayouts/slideLayout1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5.xml"/></Relationships>
</file>

<file path=ppt/slides/_rels/slide27.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7.xml"/><Relationship Id="rId1" Type="http://schemas.openxmlformats.org/officeDocument/2006/relationships/slideLayout" Target="../slideLayouts/slideLayout5.xml"/><Relationship Id="rId5" Type="http://schemas.openxmlformats.org/officeDocument/2006/relationships/image" Target="../media/image29.png"/><Relationship Id="rId4" Type="http://schemas.openxmlformats.org/officeDocument/2006/relationships/hyperlink" Target="https://docs.google.com/spreadsheets/d/1Sga-cpNxBtu_0jng02GpcNhEHbvXfJKAyeyY5xv8U5Q/copy#gid=1582481585" TargetMode="External"/></Relationships>
</file>

<file path=ppt/slides/_rels/slide28.xml.rels><?xml version="1.0" encoding="UTF-8" standalone="yes"?>
<Relationships xmlns="http://schemas.openxmlformats.org/package/2006/relationships"><Relationship Id="rId3" Type="http://schemas.openxmlformats.org/officeDocument/2006/relationships/hyperlink" Target="https://www.freepik.com/free-vector/abstract-background-molecules_1265494.htm/?utm_source=slidesgo_template&amp;utm_medium=referral-link&amp;utm_campaign=sg_resources&amp;utm_content=freepik" TargetMode="External"/><Relationship Id="rId2" Type="http://schemas.openxmlformats.org/officeDocument/2006/relationships/notesSlide" Target="../notesSlides/notesSlide28.xml"/><Relationship Id="rId1" Type="http://schemas.openxmlformats.org/officeDocument/2006/relationships/slideLayout" Target="../slideLayouts/slideLayout15.xml"/></Relationships>
</file>

<file path=ppt/slides/_rels/slide29.xml.rels><?xml version="1.0" encoding="UTF-8" standalone="yes"?>
<Relationships xmlns="http://schemas.openxmlformats.org/package/2006/relationships"><Relationship Id="rId3" Type="http://schemas.openxmlformats.org/officeDocument/2006/relationships/hyperlink" Target="https://www.freepik.com/free-vector/futuristic-technology-concept-gradient-background_5903464.htm/?utm_source=slidesgo_template&amp;utm_medium=referral-link&amp;utm_campaign=sg_resources&amp;utm_content=freepik" TargetMode="External"/><Relationship Id="rId2" Type="http://schemas.openxmlformats.org/officeDocument/2006/relationships/notesSlide" Target="../notesSlides/notesSlide29.xml"/><Relationship Id="rId1" Type="http://schemas.openxmlformats.org/officeDocument/2006/relationships/slideLayout" Target="../slideLayouts/slideLayout3.xml"/><Relationship Id="rId6" Type="http://schemas.openxmlformats.org/officeDocument/2006/relationships/hyperlink" Target="https://www.freepik.com/free-photo/medium-shot-queer-model-working-with-laptop_40728323.htm/?utm_source=slidesgo_template&amp;utm_medium=referral-link&amp;utm_campaign=sg_resources&amp;utm_content=freepik" TargetMode="External"/><Relationship Id="rId5" Type="http://schemas.openxmlformats.org/officeDocument/2006/relationships/hyperlink" Target="https://www.freepik.com/free-photo/black-man-giving-presentation-meeting_25106196.htm/?utm_source=slidesgo_template&amp;utm_medium=referral-link&amp;utm_campaign=sg_resources&amp;utm_content=freepik" TargetMode="External"/><Relationship Id="rId4" Type="http://schemas.openxmlformats.org/officeDocument/2006/relationships/hyperlink" Target="https://www.freepik.com/free-vector/futuristic-science-lab-background_7437280.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0.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7.xml"/></Relationships>
</file>

<file path=ppt/slides/_rels/slide3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1.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7.xml"/></Relationships>
</file>

<file path=ppt/slides/_rels/slide32.xml.rels><?xml version="1.0" encoding="UTF-8" standalone="yes"?>
<Relationships xmlns="http://schemas.openxmlformats.org/package/2006/relationships"><Relationship Id="rId3" Type="http://schemas.openxmlformats.org/officeDocument/2006/relationships/hyperlink" Target="https://fonts.google.com/specimen/Quicksand" TargetMode="External"/><Relationship Id="rId2" Type="http://schemas.openxmlformats.org/officeDocument/2006/relationships/notesSlide" Target="../notesSlides/notesSlide32.xml"/><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34.png"/><Relationship Id="rId2" Type="http://schemas.openxmlformats.org/officeDocument/2006/relationships/notesSlide" Target="../notesSlides/notesSlide33.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33.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32.png"/><Relationship Id="rId4" Type="http://schemas.openxmlformats.org/officeDocument/2006/relationships/image" Target="../media/image30.png"/><Relationship Id="rId9" Type="http://schemas.openxmlformats.org/officeDocument/2006/relationships/image" Target="../media/image31.png"/></Relationships>
</file>

<file path=ppt/slides/_rels/slide3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4.xml"/><Relationship Id="rId1" Type="http://schemas.openxmlformats.org/officeDocument/2006/relationships/slideLayout" Target="../slideLayouts/slideLayout2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3.xml"/></Relationships>
</file>

<file path=ppt/slides/_rels/slide4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7.xml"/><Relationship Id="rId1" Type="http://schemas.openxmlformats.org/officeDocument/2006/relationships/slideLayout" Target="../slideLayouts/slideLayout23.xml"/><Relationship Id="rId4" Type="http://schemas.openxmlformats.org/officeDocument/2006/relationships/image" Target="../media/image3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93"/>
        <p:cNvGrpSpPr/>
        <p:nvPr/>
      </p:nvGrpSpPr>
      <p:grpSpPr>
        <a:xfrm>
          <a:off x="0" y="0"/>
          <a:ext cx="0" cy="0"/>
          <a:chOff x="0" y="0"/>
          <a:chExt cx="0" cy="0"/>
        </a:xfrm>
      </p:grpSpPr>
      <p:sp>
        <p:nvSpPr>
          <p:cNvPr id="194" name="Google Shape;194;p27"/>
          <p:cNvSpPr txBox="1">
            <a:spLocks noGrp="1"/>
          </p:cNvSpPr>
          <p:nvPr>
            <p:ph type="ctrTitle"/>
          </p:nvPr>
        </p:nvSpPr>
        <p:spPr>
          <a:xfrm>
            <a:off x="869825" y="1732850"/>
            <a:ext cx="7404300" cy="1690500"/>
          </a:xfrm>
          <a:prstGeom prst="rect">
            <a:avLst/>
          </a:prstGeom>
        </p:spPr>
        <p:txBody>
          <a:bodyPr spcFirstLastPara="1" wrap="square" lIns="91425" tIns="91425" rIns="91425" bIns="91425" anchor="b" anchorCtr="0">
            <a:noAutofit/>
          </a:bodyPr>
          <a:lstStyle/>
          <a:p>
            <a:pPr lvl="0"/>
            <a:r>
              <a:rPr lang="en-US" altLang="zh-TW" sz="4800" b="1" dirty="0"/>
              <a:t>Driver scheduling problem modelling</a:t>
            </a:r>
            <a:endParaRPr sz="4800" b="1" dirty="0"/>
          </a:p>
        </p:txBody>
      </p:sp>
      <p:grpSp>
        <p:nvGrpSpPr>
          <p:cNvPr id="196" name="Google Shape;196;p27"/>
          <p:cNvGrpSpPr/>
          <p:nvPr/>
        </p:nvGrpSpPr>
        <p:grpSpPr>
          <a:xfrm>
            <a:off x="-1520949" y="-1157485"/>
            <a:ext cx="12670077" cy="7547210"/>
            <a:chOff x="-1520949" y="-1157485"/>
            <a:chExt cx="12670077" cy="7547210"/>
          </a:xfrm>
        </p:grpSpPr>
        <p:pic>
          <p:nvPicPr>
            <p:cNvPr id="197" name="Google Shape;197;p27"/>
            <p:cNvPicPr preferRelativeResize="0"/>
            <p:nvPr/>
          </p:nvPicPr>
          <p:blipFill rotWithShape="1">
            <a:blip r:embed="rId3">
              <a:alphaModFix/>
            </a:blip>
            <a:srcRect/>
            <a:stretch/>
          </p:blipFill>
          <p:spPr>
            <a:xfrm>
              <a:off x="6246528" y="2917107"/>
              <a:ext cx="4902600" cy="3373800"/>
            </a:xfrm>
            <a:prstGeom prst="roundRect">
              <a:avLst>
                <a:gd name="adj" fmla="val 50000"/>
              </a:avLst>
            </a:prstGeom>
            <a:noFill/>
            <a:ln>
              <a:noFill/>
            </a:ln>
          </p:spPr>
        </p:pic>
        <p:pic>
          <p:nvPicPr>
            <p:cNvPr id="198" name="Google Shape;198;p27"/>
            <p:cNvPicPr preferRelativeResize="0"/>
            <p:nvPr/>
          </p:nvPicPr>
          <p:blipFill rotWithShape="1">
            <a:blip r:embed="rId4">
              <a:alphaModFix/>
            </a:blip>
            <a:srcRect/>
            <a:stretch/>
          </p:blipFill>
          <p:spPr>
            <a:xfrm>
              <a:off x="-1520949" y="2854825"/>
              <a:ext cx="4660800" cy="3534900"/>
            </a:xfrm>
            <a:prstGeom prst="roundRect">
              <a:avLst>
                <a:gd name="adj" fmla="val 50000"/>
              </a:avLst>
            </a:prstGeom>
            <a:noFill/>
            <a:ln>
              <a:noFill/>
            </a:ln>
          </p:spPr>
        </p:pic>
        <p:pic>
          <p:nvPicPr>
            <p:cNvPr id="199" name="Google Shape;199;p27"/>
            <p:cNvPicPr preferRelativeResize="0"/>
            <p:nvPr/>
          </p:nvPicPr>
          <p:blipFill rotWithShape="1">
            <a:blip r:embed="rId5">
              <a:alphaModFix/>
            </a:blip>
            <a:srcRect/>
            <a:stretch/>
          </p:blipFill>
          <p:spPr>
            <a:xfrm>
              <a:off x="-506250" y="-1157485"/>
              <a:ext cx="6225377" cy="3055126"/>
            </a:xfrm>
            <a:prstGeom prst="rect">
              <a:avLst/>
            </a:prstGeom>
            <a:noFill/>
            <a:ln>
              <a:noFill/>
            </a:ln>
          </p:spPr>
        </p:pic>
        <p:pic>
          <p:nvPicPr>
            <p:cNvPr id="200" name="Google Shape;200;p27"/>
            <p:cNvPicPr preferRelativeResize="0"/>
            <p:nvPr/>
          </p:nvPicPr>
          <p:blipFill rotWithShape="1">
            <a:blip r:embed="rId6">
              <a:alphaModFix/>
            </a:blip>
            <a:srcRect/>
            <a:stretch/>
          </p:blipFill>
          <p:spPr>
            <a:xfrm>
              <a:off x="6041575" y="-942500"/>
              <a:ext cx="3820625" cy="2296700"/>
            </a:xfrm>
            <a:prstGeom prst="rect">
              <a:avLst/>
            </a:prstGeom>
            <a:noFill/>
            <a:ln>
              <a:noFill/>
            </a:ln>
          </p:spPr>
        </p:pic>
      </p:grpSp>
      <p:sp>
        <p:nvSpPr>
          <p:cNvPr id="2" name="Google Shape;233;p30">
            <a:extLst>
              <a:ext uri="{FF2B5EF4-FFF2-40B4-BE49-F238E27FC236}">
                <a16:creationId xmlns:a16="http://schemas.microsoft.com/office/drawing/2014/main" id="{24EE64FF-8E76-171B-35E9-5727A5C7A6E2}"/>
              </a:ext>
            </a:extLst>
          </p:cNvPr>
          <p:cNvSpPr txBox="1">
            <a:spLocks noGrp="1"/>
          </p:cNvSpPr>
          <p:nvPr>
            <p:ph type="subTitle" idx="1"/>
          </p:nvPr>
        </p:nvSpPr>
        <p:spPr>
          <a:xfrm>
            <a:off x="2976326" y="3628343"/>
            <a:ext cx="3191298" cy="466227"/>
          </a:xfrm>
          <a:prstGeom prst="rect">
            <a:avLst/>
          </a:prstGeom>
        </p:spPr>
        <p:txBody>
          <a:bodyPr spcFirstLastPara="1" wrap="square" lIns="91425" tIns="91425" rIns="91425" bIns="91425" anchor="t" anchorCtr="0">
            <a:noAutofit/>
          </a:bodyPr>
          <a:lstStyle/>
          <a:p>
            <a:pPr marL="152400" lvl="0" indent="0">
              <a:buNone/>
            </a:pPr>
            <a:r>
              <a:rPr lang="en-US" altLang="zh-TW" sz="1600" dirty="0">
                <a:latin typeface="Quicksand Medium" panose="02020500000000000000" charset="0"/>
                <a:ea typeface="芫荽" pitchFamily="2" charset="-120"/>
                <a:cs typeface="芫荽" pitchFamily="2" charset="-120"/>
              </a:rPr>
              <a:t>Ian Tung (2098865)</a:t>
            </a:r>
            <a:endParaRPr dirty="0">
              <a:latin typeface="Quicksand Medium" panose="02020500000000000000" charset="0"/>
              <a:ea typeface="芫荽" pitchFamily="2" charset="-120"/>
              <a:cs typeface="芫荽" pitchFamily="2" charset="-120"/>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Shape 204"/>
        <p:cNvGrpSpPr/>
        <p:nvPr/>
      </p:nvGrpSpPr>
      <p:grpSpPr>
        <a:xfrm>
          <a:off x="0" y="0"/>
          <a:ext cx="0" cy="0"/>
          <a:chOff x="0" y="0"/>
          <a:chExt cx="0" cy="0"/>
        </a:xfrm>
      </p:grpSpPr>
      <p:sp>
        <p:nvSpPr>
          <p:cNvPr id="205" name="Google Shape;205;p2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template</a:t>
            </a:r>
            <a:endParaRPr/>
          </a:p>
        </p:txBody>
      </p:sp>
      <p:graphicFrame>
        <p:nvGraphicFramePr>
          <p:cNvPr id="206" name="Google Shape;206;p28"/>
          <p:cNvGraphicFramePr/>
          <p:nvPr/>
        </p:nvGraphicFramePr>
        <p:xfrm>
          <a:off x="720000" y="1767225"/>
          <a:ext cx="7704000" cy="1712550"/>
        </p:xfrm>
        <a:graphic>
          <a:graphicData uri="http://schemas.openxmlformats.org/drawingml/2006/table">
            <a:tbl>
              <a:tblPr>
                <a:noFill/>
                <a:tableStyleId>{C6D18687-D70A-4D2C-84B8-69CE667B2E3D}</a:tableStyleId>
              </a:tblPr>
              <a:tblGrid>
                <a:gridCol w="2506550">
                  <a:extLst>
                    <a:ext uri="{9D8B030D-6E8A-4147-A177-3AD203B41FA5}">
                      <a16:colId xmlns:a16="http://schemas.microsoft.com/office/drawing/2014/main" val="20000"/>
                    </a:ext>
                  </a:extLst>
                </a:gridCol>
                <a:gridCol w="5197450">
                  <a:extLst>
                    <a:ext uri="{9D8B030D-6E8A-4147-A177-3AD203B41FA5}">
                      <a16:colId xmlns:a16="http://schemas.microsoft.com/office/drawing/2014/main" val="20001"/>
                    </a:ext>
                  </a:extLst>
                </a:gridCol>
              </a:tblGrid>
              <a:tr h="281550">
                <a:tc>
                  <a:txBody>
                    <a:bodyPr/>
                    <a:lstStyle/>
                    <a:p>
                      <a:pPr marL="0" lvl="0" indent="0" algn="r" rtl="0">
                        <a:spcBef>
                          <a:spcPts val="0"/>
                        </a:spcBef>
                        <a:spcAft>
                          <a:spcPts val="0"/>
                        </a:spcAft>
                        <a:buNone/>
                      </a:pPr>
                      <a:r>
                        <a:rPr lang="en" sz="1100" b="1" u="sng">
                          <a:solidFill>
                            <a:schemeClr val="dk1"/>
                          </a:solidFill>
                          <a:latin typeface="Quicksand"/>
                          <a:ea typeface="Quicksand"/>
                          <a:cs typeface="Quicksand"/>
                          <a:sym typeface="Quicksand"/>
                          <a:hlinkClick r:id="rId3" action="ppaction://hlinksldjump">
                            <a:extLst>
                              <a:ext uri="{A12FA001-AC4F-418D-AE19-62706E023703}">
                                <ahyp:hlinkClr xmlns:ahyp="http://schemas.microsoft.com/office/drawing/2018/hyperlinkcolor" val="tx"/>
                              </a:ext>
                            </a:extLst>
                          </a:hlinkClick>
                        </a:rPr>
                        <a:t>Fonts</a:t>
                      </a:r>
                      <a:endParaRPr sz="1100" b="1" u="sng">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Quicksand Medium"/>
                          <a:ea typeface="Quicksand Medium"/>
                          <a:cs typeface="Quicksand Medium"/>
                          <a:sym typeface="Quicksand Medium"/>
                        </a:rPr>
                        <a:t>To view this template correctly in PowerPoint, download and install the fonts we used</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0"/>
                  </a:ext>
                </a:extLst>
              </a:tr>
              <a:tr h="281550">
                <a:tc>
                  <a:txBody>
                    <a:bodyPr/>
                    <a:lstStyle/>
                    <a:p>
                      <a:pPr marL="0" lvl="0" indent="0" algn="r" rtl="0">
                        <a:spcBef>
                          <a:spcPts val="0"/>
                        </a:spcBef>
                        <a:spcAft>
                          <a:spcPts val="0"/>
                        </a:spcAft>
                        <a:buNone/>
                      </a:pPr>
                      <a:r>
                        <a:rPr lang="en" sz="1100" b="1" u="sng">
                          <a:solidFill>
                            <a:schemeClr val="dk1"/>
                          </a:solidFill>
                          <a:latin typeface="Quicksand"/>
                          <a:ea typeface="Quicksand"/>
                          <a:cs typeface="Quicksand"/>
                          <a:sym typeface="Quicksand"/>
                          <a:hlinkClick r:id="rId4" action="ppaction://hlinksldjump">
                            <a:extLst>
                              <a:ext uri="{A12FA001-AC4F-418D-AE19-62706E023703}">
                                <ahyp:hlinkClr xmlns:ahyp="http://schemas.microsoft.com/office/drawing/2018/hyperlinkcolor" val="tx"/>
                              </a:ext>
                            </a:extLst>
                          </a:hlinkClick>
                        </a:rPr>
                        <a:t>Used</a:t>
                      </a:r>
                      <a:r>
                        <a:rPr lang="en" sz="1100" b="1">
                          <a:solidFill>
                            <a:schemeClr val="dk1"/>
                          </a:solidFill>
                          <a:latin typeface="Quicksand"/>
                          <a:ea typeface="Quicksand"/>
                          <a:cs typeface="Quicksand"/>
                          <a:sym typeface="Quicksand"/>
                        </a:rPr>
                        <a:t> and </a:t>
                      </a:r>
                      <a:r>
                        <a:rPr lang="en" sz="1100" b="1" u="sng">
                          <a:solidFill>
                            <a:schemeClr val="dk1"/>
                          </a:solidFill>
                          <a:latin typeface="Quicksand"/>
                          <a:ea typeface="Quicksand"/>
                          <a:cs typeface="Quicksand"/>
                          <a:sym typeface="Quicksand"/>
                          <a:hlinkClick r:id="rId5" action="ppaction://hlinksldjump">
                            <a:extLst>
                              <a:ext uri="{A12FA001-AC4F-418D-AE19-62706E023703}">
                                <ahyp:hlinkClr xmlns:ahyp="http://schemas.microsoft.com/office/drawing/2018/hyperlinkcolor" val="tx"/>
                              </a:ext>
                            </a:extLst>
                          </a:hlinkClick>
                        </a:rPr>
                        <a:t>alternative resources</a:t>
                      </a:r>
                      <a:endParaRPr sz="1100" b="1" u="sng">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marR="0" lvl="0" indent="0" algn="l" rtl="0">
                        <a:lnSpc>
                          <a:spcPct val="100000"/>
                        </a:lnSpc>
                        <a:spcBef>
                          <a:spcPts val="0"/>
                        </a:spcBef>
                        <a:spcAft>
                          <a:spcPts val="1600"/>
                        </a:spcAft>
                        <a:buNone/>
                      </a:pPr>
                      <a:r>
                        <a:rPr lang="en" sz="1000">
                          <a:solidFill>
                            <a:schemeClr val="dk1"/>
                          </a:solidFill>
                          <a:latin typeface="Quicksand Medium"/>
                          <a:ea typeface="Quicksand Medium"/>
                          <a:cs typeface="Quicksand Medium"/>
                          <a:sym typeface="Quicksand Medium"/>
                        </a:rPr>
                        <a:t>An assortment of graphic resources that are suitable for use in this presentation</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1"/>
                  </a:ext>
                </a:extLst>
              </a:tr>
              <a:tr h="281550">
                <a:tc>
                  <a:txBody>
                    <a:bodyPr/>
                    <a:lstStyle/>
                    <a:p>
                      <a:pPr marL="0" lvl="0" indent="0" algn="r" rtl="0">
                        <a:spcBef>
                          <a:spcPts val="0"/>
                        </a:spcBef>
                        <a:spcAft>
                          <a:spcPts val="0"/>
                        </a:spcAft>
                        <a:buNone/>
                      </a:pPr>
                      <a:r>
                        <a:rPr lang="en" sz="1100" b="1" u="sng">
                          <a:solidFill>
                            <a:schemeClr val="dk1"/>
                          </a:solidFill>
                          <a:latin typeface="Quicksand"/>
                          <a:ea typeface="Quicksand"/>
                          <a:cs typeface="Quicksand"/>
                          <a:sym typeface="Quicksand"/>
                          <a:hlinkClick r:id="rId6" action="ppaction://hlinksldjump">
                            <a:extLst>
                              <a:ext uri="{A12FA001-AC4F-418D-AE19-62706E023703}">
                                <ahyp:hlinkClr xmlns:ahyp="http://schemas.microsoft.com/office/drawing/2018/hyperlinkcolor" val="tx"/>
                              </a:ext>
                            </a:extLst>
                          </a:hlinkClick>
                        </a:rPr>
                        <a:t>Thanks slide</a:t>
                      </a:r>
                      <a:endParaRPr sz="1100" b="1" u="sng">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Quicksand Medium"/>
                          <a:ea typeface="Quicksand Medium"/>
                          <a:cs typeface="Quicksand Medium"/>
                          <a:sym typeface="Quicksand Medium"/>
                        </a:rPr>
                        <a:t>You must keep it so that proper credits for our design are given</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2"/>
                  </a:ext>
                </a:extLst>
              </a:tr>
              <a:tr h="281550">
                <a:tc>
                  <a:txBody>
                    <a:bodyPr/>
                    <a:lstStyle/>
                    <a:p>
                      <a:pPr marL="0" lvl="0" indent="0" algn="r" rtl="0">
                        <a:spcBef>
                          <a:spcPts val="0"/>
                        </a:spcBef>
                        <a:spcAft>
                          <a:spcPts val="0"/>
                        </a:spcAft>
                        <a:buNone/>
                      </a:pPr>
                      <a:r>
                        <a:rPr lang="en" sz="1100" b="1" u="sng" dirty="0">
                          <a:solidFill>
                            <a:schemeClr val="dk1"/>
                          </a:solidFill>
                          <a:latin typeface="Quicksand"/>
                          <a:ea typeface="Quicksand"/>
                          <a:cs typeface="Quicksand"/>
                          <a:sym typeface="Quicksand"/>
                          <a:hlinkClick r:id="rId3" action="ppaction://hlinksldjump">
                            <a:extLst>
                              <a:ext uri="{A12FA001-AC4F-418D-AE19-62706E023703}">
                                <ahyp:hlinkClr xmlns:ahyp="http://schemas.microsoft.com/office/drawing/2018/hyperlinkcolor" val="tx"/>
                              </a:ext>
                            </a:extLst>
                          </a:hlinkClick>
                        </a:rPr>
                        <a:t>Colors</a:t>
                      </a:r>
                      <a:endParaRPr sz="1100" b="1" u="sng" dirty="0">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Quicksand Medium"/>
                          <a:ea typeface="Quicksand Medium"/>
                          <a:cs typeface="Quicksand Medium"/>
                          <a:sym typeface="Quicksand Medium"/>
                        </a:rPr>
                        <a:t>All the colors used in this presentation</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3"/>
                  </a:ext>
                </a:extLst>
              </a:tr>
              <a:tr h="281550">
                <a:tc>
                  <a:txBody>
                    <a:bodyPr/>
                    <a:lstStyle/>
                    <a:p>
                      <a:pPr marL="0" lvl="0" indent="0" algn="r" rtl="0">
                        <a:spcBef>
                          <a:spcPts val="0"/>
                        </a:spcBef>
                        <a:spcAft>
                          <a:spcPts val="0"/>
                        </a:spcAft>
                        <a:buNone/>
                      </a:pPr>
                      <a:r>
                        <a:rPr lang="en" sz="1100" b="1" u="sng">
                          <a:solidFill>
                            <a:schemeClr val="dk1"/>
                          </a:solidFill>
                          <a:latin typeface="Quicksand"/>
                          <a:ea typeface="Quicksand"/>
                          <a:cs typeface="Quicksand"/>
                          <a:sym typeface="Quicksand"/>
                          <a:hlinkClick r:id="rId7" action="ppaction://hlinksldjump">
                            <a:extLst>
                              <a:ext uri="{A12FA001-AC4F-418D-AE19-62706E023703}">
                                <ahyp:hlinkClr xmlns:ahyp="http://schemas.microsoft.com/office/drawing/2018/hyperlinkcolor" val="tx"/>
                              </a:ext>
                            </a:extLst>
                          </a:hlinkClick>
                        </a:rPr>
                        <a:t>Icons</a:t>
                      </a:r>
                      <a:r>
                        <a:rPr lang="en" sz="1100" b="1">
                          <a:solidFill>
                            <a:schemeClr val="dk1"/>
                          </a:solidFill>
                          <a:latin typeface="Quicksand"/>
                          <a:ea typeface="Quicksand"/>
                          <a:cs typeface="Quicksand"/>
                          <a:sym typeface="Quicksand"/>
                        </a:rPr>
                        <a:t> and </a:t>
                      </a:r>
                      <a:r>
                        <a:rPr lang="en" sz="1100" b="1" u="sng">
                          <a:solidFill>
                            <a:schemeClr val="dk1"/>
                          </a:solidFill>
                          <a:latin typeface="Quicksand"/>
                          <a:ea typeface="Quicksand"/>
                          <a:cs typeface="Quicksand"/>
                          <a:sym typeface="Quicksand"/>
                          <a:hlinkClick r:id="rId8" action="ppaction://hlinksldjump">
                            <a:extLst>
                              <a:ext uri="{A12FA001-AC4F-418D-AE19-62706E023703}">
                                <ahyp:hlinkClr xmlns:ahyp="http://schemas.microsoft.com/office/drawing/2018/hyperlinkcolor" val="tx"/>
                              </a:ext>
                            </a:extLst>
                          </a:hlinkClick>
                        </a:rPr>
                        <a:t>infographic resources</a:t>
                      </a:r>
                      <a:endParaRPr sz="1100" b="1" u="sng">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Quicksand Medium"/>
                          <a:ea typeface="Quicksand Medium"/>
                          <a:cs typeface="Quicksand Medium"/>
                          <a:sym typeface="Quicksand Medium"/>
                        </a:rPr>
                        <a:t>These can be used in the template, and their size and color can be edited</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4"/>
                  </a:ext>
                </a:extLst>
              </a:tr>
              <a:tr h="281550">
                <a:tc>
                  <a:txBody>
                    <a:bodyPr/>
                    <a:lstStyle/>
                    <a:p>
                      <a:pPr marL="0" lvl="0" indent="0" algn="r" rtl="0">
                        <a:spcBef>
                          <a:spcPts val="0"/>
                        </a:spcBef>
                        <a:spcAft>
                          <a:spcPts val="0"/>
                        </a:spcAft>
                        <a:buNone/>
                      </a:pPr>
                      <a:r>
                        <a:rPr lang="en" sz="1100" b="1">
                          <a:solidFill>
                            <a:schemeClr val="dk1"/>
                          </a:solidFill>
                          <a:latin typeface="Quicksand"/>
                          <a:ea typeface="Quicksand"/>
                          <a:cs typeface="Quicksand"/>
                          <a:sym typeface="Quicksand"/>
                        </a:rPr>
                        <a:t>Editable presentation theme </a:t>
                      </a:r>
                      <a:endParaRPr sz="1100" b="1">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1600"/>
                        </a:spcAft>
                        <a:buNone/>
                      </a:pPr>
                      <a:r>
                        <a:rPr lang="en" sz="1000" dirty="0">
                          <a:solidFill>
                            <a:schemeClr val="dk1"/>
                          </a:solidFill>
                          <a:latin typeface="Quicksand Medium"/>
                          <a:ea typeface="Quicksand Medium"/>
                          <a:cs typeface="Quicksand Medium"/>
                          <a:sym typeface="Quicksand Medium"/>
                        </a:rPr>
                        <a:t>You can edit the master slides easily. For more info, click </a:t>
                      </a:r>
                      <a:r>
                        <a:rPr lang="en" sz="1100" b="1" u="sng" dirty="0">
                          <a:solidFill>
                            <a:schemeClr val="dk1"/>
                          </a:solidFill>
                          <a:latin typeface="Quicksand"/>
                          <a:ea typeface="Quicksand"/>
                          <a:cs typeface="Quicksand"/>
                          <a:sym typeface="Quicksand"/>
                          <a:hlinkClick r:id="rId9">
                            <a:extLst>
                              <a:ext uri="{A12FA001-AC4F-418D-AE19-62706E023703}">
                                <ahyp:hlinkClr xmlns:ahyp="http://schemas.microsoft.com/office/drawing/2018/hyperlinkcolor" val="tx"/>
                              </a:ext>
                            </a:extLst>
                          </a:hlinkClick>
                        </a:rPr>
                        <a:t>here</a:t>
                      </a:r>
                      <a:endParaRPr sz="1000" b="1" dirty="0">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207" name="Google Shape;207;p28"/>
          <p:cNvSpPr txBox="1"/>
          <p:nvPr/>
        </p:nvSpPr>
        <p:spPr>
          <a:xfrm>
            <a:off x="720000" y="1063725"/>
            <a:ext cx="7704000" cy="369900"/>
          </a:xfrm>
          <a:prstGeom prst="rect">
            <a:avLst/>
          </a:prstGeom>
          <a:noFill/>
          <a:ln>
            <a:noFill/>
          </a:ln>
        </p:spPr>
        <p:txBody>
          <a:bodyPr spcFirstLastPara="1" wrap="square" lIns="91425" tIns="91425" rIns="0"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You can delete this slide when you’re done editing the presentation</a:t>
            </a:r>
            <a:endParaRPr sz="1200">
              <a:solidFill>
                <a:schemeClr val="dk1"/>
              </a:solidFill>
              <a:latin typeface="Quicksand Medium"/>
              <a:ea typeface="Quicksand Medium"/>
              <a:cs typeface="Quicksand Medium"/>
              <a:sym typeface="Quicksand Medium"/>
            </a:endParaRPr>
          </a:p>
          <a:p>
            <a:pPr marL="0" lvl="0" indent="0" algn="ctr" rtl="0">
              <a:spcBef>
                <a:spcPts val="0"/>
              </a:spcBef>
              <a:spcAft>
                <a:spcPts val="0"/>
              </a:spcAft>
              <a:buNone/>
            </a:pPr>
            <a:endParaRPr sz="1200">
              <a:solidFill>
                <a:schemeClr val="dk1"/>
              </a:solidFill>
              <a:latin typeface="Quicksand Medium"/>
              <a:ea typeface="Quicksand Medium"/>
              <a:cs typeface="Quicksand Medium"/>
              <a:sym typeface="Quicksand Medium"/>
            </a:endParaRPr>
          </a:p>
        </p:txBody>
      </p:sp>
      <p:sp>
        <p:nvSpPr>
          <p:cNvPr id="208" name="Google Shape;208;p28"/>
          <p:cNvSpPr txBox="1"/>
          <p:nvPr/>
        </p:nvSpPr>
        <p:spPr>
          <a:xfrm>
            <a:off x="1650113" y="3828875"/>
            <a:ext cx="1713300" cy="461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chemeClr val="dk1"/>
                </a:solidFill>
                <a:latin typeface="Quicksand Medium"/>
                <a:ea typeface="Quicksand Medium"/>
                <a:cs typeface="Quicksand Medium"/>
                <a:sym typeface="Quicksand Medium"/>
              </a:rPr>
              <a:t>For more info:</a:t>
            </a:r>
            <a:br>
              <a:rPr lang="en" sz="1000">
                <a:solidFill>
                  <a:schemeClr val="dk1"/>
                </a:solidFill>
                <a:latin typeface="Quicksand"/>
                <a:ea typeface="Quicksand"/>
                <a:cs typeface="Quicksand"/>
                <a:sym typeface="Quicksand"/>
              </a:rPr>
            </a:br>
            <a:r>
              <a:rPr lang="en" sz="1000" b="1" u="sng">
                <a:solidFill>
                  <a:schemeClr val="dk1"/>
                </a:solidFill>
                <a:latin typeface="Quicksand"/>
                <a:ea typeface="Quicksand"/>
                <a:cs typeface="Quicksand"/>
                <a:sym typeface="Quicksand"/>
                <a:hlinkClick r:id="rId10">
                  <a:extLst>
                    <a:ext uri="{A12FA001-AC4F-418D-AE19-62706E023703}">
                      <ahyp:hlinkClr xmlns:ahyp="http://schemas.microsoft.com/office/drawing/2018/hyperlinkcolor" val="tx"/>
                    </a:ext>
                  </a:extLst>
                </a:hlinkClick>
              </a:rPr>
              <a:t>Slidesgo</a:t>
            </a:r>
            <a:r>
              <a:rPr lang="en" sz="1000" b="1">
                <a:solidFill>
                  <a:schemeClr val="dk1"/>
                </a:solidFill>
                <a:uFill>
                  <a:noFill/>
                </a:uFill>
                <a:latin typeface="Quicksand"/>
                <a:ea typeface="Quicksand"/>
                <a:cs typeface="Quicksand"/>
                <a:sym typeface="Quicksand"/>
                <a:hlinkClick r:id="rId10">
                  <a:extLst>
                    <a:ext uri="{A12FA001-AC4F-418D-AE19-62706E023703}">
                      <ahyp:hlinkClr xmlns:ahyp="http://schemas.microsoft.com/office/drawing/2018/hyperlinkcolor" val="tx"/>
                    </a:ext>
                  </a:extLst>
                </a:hlinkClick>
              </a:rPr>
              <a:t> </a:t>
            </a:r>
            <a:r>
              <a:rPr lang="en" sz="1000" b="1">
                <a:solidFill>
                  <a:schemeClr val="dk1"/>
                </a:solidFill>
                <a:latin typeface="Quicksand"/>
                <a:ea typeface="Quicksand"/>
                <a:cs typeface="Quicksand"/>
                <a:sym typeface="Quicksand"/>
              </a:rPr>
              <a:t>| </a:t>
            </a:r>
            <a:r>
              <a:rPr lang="en" sz="1000" b="1" u="sng">
                <a:solidFill>
                  <a:schemeClr val="dk1"/>
                </a:solidFill>
                <a:latin typeface="Quicksand"/>
                <a:ea typeface="Quicksand"/>
                <a:cs typeface="Quicksand"/>
                <a:sym typeface="Quicksand"/>
                <a:hlinkClick r:id="rId11">
                  <a:extLst>
                    <a:ext uri="{A12FA001-AC4F-418D-AE19-62706E023703}">
                      <ahyp:hlinkClr xmlns:ahyp="http://schemas.microsoft.com/office/drawing/2018/hyperlinkcolor" val="tx"/>
                    </a:ext>
                  </a:extLst>
                </a:hlinkClick>
              </a:rPr>
              <a:t>Blog</a:t>
            </a:r>
            <a:r>
              <a:rPr lang="en" sz="1000" b="1">
                <a:solidFill>
                  <a:schemeClr val="dk1"/>
                </a:solidFill>
                <a:latin typeface="Quicksand"/>
                <a:ea typeface="Quicksand"/>
                <a:cs typeface="Quicksand"/>
                <a:sym typeface="Quicksand"/>
              </a:rPr>
              <a:t> | </a:t>
            </a:r>
            <a:r>
              <a:rPr lang="en" sz="1000" b="1" u="sng">
                <a:solidFill>
                  <a:schemeClr val="dk1"/>
                </a:solidFill>
                <a:latin typeface="Quicksand"/>
                <a:ea typeface="Quicksand"/>
                <a:cs typeface="Quicksand"/>
                <a:sym typeface="Quicksand"/>
                <a:hlinkClick r:id="rId12">
                  <a:extLst>
                    <a:ext uri="{A12FA001-AC4F-418D-AE19-62706E023703}">
                      <ahyp:hlinkClr xmlns:ahyp="http://schemas.microsoft.com/office/drawing/2018/hyperlinkcolor" val="tx"/>
                    </a:ext>
                  </a:extLst>
                </a:hlinkClick>
              </a:rPr>
              <a:t>FAQ</a:t>
            </a:r>
            <a:r>
              <a:rPr lang="en" sz="1000" b="1" u="sng">
                <a:solidFill>
                  <a:schemeClr val="dk1"/>
                </a:solidFill>
                <a:latin typeface="Quicksand"/>
                <a:ea typeface="Quicksand"/>
                <a:cs typeface="Quicksand"/>
                <a:sym typeface="Quicksand"/>
              </a:rPr>
              <a:t>s</a:t>
            </a:r>
            <a:endParaRPr sz="1000" b="1" u="sng">
              <a:solidFill>
                <a:schemeClr val="dk1"/>
              </a:solidFill>
              <a:latin typeface="Quicksand"/>
              <a:ea typeface="Quicksand"/>
              <a:cs typeface="Quicksand"/>
              <a:sym typeface="Quicksand"/>
            </a:endParaRPr>
          </a:p>
        </p:txBody>
      </p:sp>
      <p:sp>
        <p:nvSpPr>
          <p:cNvPr id="209" name="Google Shape;209;p28"/>
          <p:cNvSpPr txBox="1"/>
          <p:nvPr/>
        </p:nvSpPr>
        <p:spPr>
          <a:xfrm>
            <a:off x="4228149" y="3828875"/>
            <a:ext cx="3265800" cy="461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chemeClr val="dk1"/>
                </a:solidFill>
                <a:latin typeface="Quicksand Medium"/>
                <a:ea typeface="Quicksand Medium"/>
                <a:cs typeface="Quicksand Medium"/>
                <a:sym typeface="Quicksand Medium"/>
              </a:rPr>
              <a:t>You can visit our sister projects:</a:t>
            </a:r>
            <a:br>
              <a:rPr lang="en" sz="1000">
                <a:solidFill>
                  <a:schemeClr val="dk1"/>
                </a:solidFill>
                <a:latin typeface="Quicksand"/>
                <a:ea typeface="Quicksand"/>
                <a:cs typeface="Quicksand"/>
                <a:sym typeface="Quicksand"/>
              </a:rPr>
            </a:br>
            <a:r>
              <a:rPr lang="en" sz="1000" b="1" u="sng">
                <a:solidFill>
                  <a:schemeClr val="dk1"/>
                </a:solidFill>
                <a:latin typeface="Quicksand"/>
                <a:ea typeface="Quicksand"/>
                <a:cs typeface="Quicksand"/>
                <a:sym typeface="Quicksand"/>
                <a:hlinkClick r:id="rId13">
                  <a:extLst>
                    <a:ext uri="{A12FA001-AC4F-418D-AE19-62706E023703}">
                      <ahyp:hlinkClr xmlns:ahyp="http://schemas.microsoft.com/office/drawing/2018/hyperlinkcolor" val="tx"/>
                    </a:ext>
                  </a:extLst>
                </a:hlinkClick>
              </a:rPr>
              <a:t>Freepik</a:t>
            </a:r>
            <a:r>
              <a:rPr lang="en" sz="1000" b="1">
                <a:solidFill>
                  <a:schemeClr val="dk1"/>
                </a:solidFill>
                <a:latin typeface="Quicksand"/>
                <a:ea typeface="Quicksand"/>
                <a:cs typeface="Quicksand"/>
                <a:sym typeface="Quicksand"/>
              </a:rPr>
              <a:t> | </a:t>
            </a:r>
            <a:r>
              <a:rPr lang="en" sz="1000" b="1" u="sng">
                <a:solidFill>
                  <a:schemeClr val="dk1"/>
                </a:solidFill>
                <a:latin typeface="Quicksand"/>
                <a:ea typeface="Quicksand"/>
                <a:cs typeface="Quicksand"/>
                <a:sym typeface="Quicksand"/>
                <a:hlinkClick r:id="rId14">
                  <a:extLst>
                    <a:ext uri="{A12FA001-AC4F-418D-AE19-62706E023703}">
                      <ahyp:hlinkClr xmlns:ahyp="http://schemas.microsoft.com/office/drawing/2018/hyperlinkcolor" val="tx"/>
                    </a:ext>
                  </a:extLst>
                </a:hlinkClick>
              </a:rPr>
              <a:t>Flaticon</a:t>
            </a:r>
            <a:r>
              <a:rPr lang="en" sz="1000" b="1">
                <a:solidFill>
                  <a:schemeClr val="dk1"/>
                </a:solidFill>
                <a:latin typeface="Quicksand"/>
                <a:ea typeface="Quicksand"/>
                <a:cs typeface="Quicksand"/>
                <a:sym typeface="Quicksand"/>
              </a:rPr>
              <a:t> | </a:t>
            </a:r>
            <a:r>
              <a:rPr lang="en" sz="1000" b="1" u="sng">
                <a:solidFill>
                  <a:schemeClr val="dk1"/>
                </a:solidFill>
                <a:latin typeface="Quicksand"/>
                <a:ea typeface="Quicksand"/>
                <a:cs typeface="Quicksand"/>
                <a:sym typeface="Quicksand"/>
                <a:hlinkClick r:id="rId15">
                  <a:extLst>
                    <a:ext uri="{A12FA001-AC4F-418D-AE19-62706E023703}">
                      <ahyp:hlinkClr xmlns:ahyp="http://schemas.microsoft.com/office/drawing/2018/hyperlinkcolor" val="tx"/>
                    </a:ext>
                  </a:extLst>
                </a:hlinkClick>
              </a:rPr>
              <a:t>Storyset</a:t>
            </a:r>
            <a:r>
              <a:rPr lang="en" sz="1000" b="1">
                <a:solidFill>
                  <a:schemeClr val="dk1"/>
                </a:solidFill>
                <a:latin typeface="Quicksand"/>
                <a:ea typeface="Quicksand"/>
                <a:cs typeface="Quicksand"/>
                <a:sym typeface="Quicksand"/>
              </a:rPr>
              <a:t> | </a:t>
            </a:r>
            <a:r>
              <a:rPr lang="en" sz="1000" b="1" u="sng">
                <a:solidFill>
                  <a:schemeClr val="dk1"/>
                </a:solidFill>
                <a:latin typeface="Quicksand"/>
                <a:ea typeface="Quicksand"/>
                <a:cs typeface="Quicksand"/>
                <a:sym typeface="Quicksand"/>
                <a:hlinkClick r:id="rId16">
                  <a:extLst>
                    <a:ext uri="{A12FA001-AC4F-418D-AE19-62706E023703}">
                      <ahyp:hlinkClr xmlns:ahyp="http://schemas.microsoft.com/office/drawing/2018/hyperlinkcolor" val="tx"/>
                    </a:ext>
                  </a:extLst>
                </a:hlinkClick>
              </a:rPr>
              <a:t>Wepik</a:t>
            </a:r>
            <a:r>
              <a:rPr lang="en" sz="1000" b="1">
                <a:solidFill>
                  <a:schemeClr val="dk1"/>
                </a:solidFill>
                <a:uFill>
                  <a:noFill/>
                </a:uFill>
                <a:latin typeface="Quicksand"/>
                <a:ea typeface="Quicksand"/>
                <a:cs typeface="Quicksand"/>
                <a:sym typeface="Quicksand"/>
                <a:hlinkClick r:id="rId16">
                  <a:extLst>
                    <a:ext uri="{A12FA001-AC4F-418D-AE19-62706E023703}">
                      <ahyp:hlinkClr xmlns:ahyp="http://schemas.microsoft.com/office/drawing/2018/hyperlinkcolor" val="tx"/>
                    </a:ext>
                  </a:extLst>
                </a:hlinkClick>
              </a:rPr>
              <a:t> </a:t>
            </a:r>
            <a:r>
              <a:rPr lang="en" sz="1000" b="1">
                <a:solidFill>
                  <a:schemeClr val="dk1"/>
                </a:solidFill>
                <a:latin typeface="Quicksand"/>
                <a:ea typeface="Quicksand"/>
                <a:cs typeface="Quicksand"/>
                <a:sym typeface="Quicksand"/>
              </a:rPr>
              <a:t>| </a:t>
            </a:r>
            <a:r>
              <a:rPr lang="en" sz="1000" b="1" u="sng">
                <a:solidFill>
                  <a:schemeClr val="dk1"/>
                </a:solidFill>
                <a:latin typeface="Quicksand"/>
                <a:ea typeface="Quicksand"/>
                <a:cs typeface="Quicksand"/>
                <a:sym typeface="Quicksand"/>
                <a:hlinkClick r:id="rId17">
                  <a:extLst>
                    <a:ext uri="{A12FA001-AC4F-418D-AE19-62706E023703}">
                      <ahyp:hlinkClr xmlns:ahyp="http://schemas.microsoft.com/office/drawing/2018/hyperlinkcolor" val="tx"/>
                    </a:ext>
                  </a:extLst>
                </a:hlinkClick>
              </a:rPr>
              <a:t>Videvo</a:t>
            </a:r>
            <a:endParaRPr sz="1000" b="1">
              <a:solidFill>
                <a:schemeClr val="dk1"/>
              </a:solidFill>
              <a:latin typeface="Quicksand"/>
              <a:ea typeface="Quicksand"/>
              <a:cs typeface="Quicksand"/>
              <a:sym typeface="Quicksand"/>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13"/>
        <p:cNvGrpSpPr/>
        <p:nvPr/>
      </p:nvGrpSpPr>
      <p:grpSpPr>
        <a:xfrm>
          <a:off x="0" y="0"/>
          <a:ext cx="0" cy="0"/>
          <a:chOff x="0" y="0"/>
          <a:chExt cx="0" cy="0"/>
        </a:xfrm>
      </p:grpSpPr>
      <p:sp>
        <p:nvSpPr>
          <p:cNvPr id="214" name="Google Shape;214;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contents</a:t>
            </a:r>
            <a:endParaRPr/>
          </a:p>
        </p:txBody>
      </p:sp>
      <p:sp>
        <p:nvSpPr>
          <p:cNvPr id="215" name="Google Shape;215;p29"/>
          <p:cNvSpPr txBox="1">
            <a:spLocks noGrp="1"/>
          </p:cNvSpPr>
          <p:nvPr>
            <p:ph type="title" idx="2"/>
          </p:nvPr>
        </p:nvSpPr>
        <p:spPr>
          <a:xfrm>
            <a:off x="1505375" y="1559333"/>
            <a:ext cx="7347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16" name="Google Shape;216;p29"/>
          <p:cNvSpPr txBox="1">
            <a:spLocks noGrp="1"/>
          </p:cNvSpPr>
          <p:nvPr>
            <p:ph type="title" idx="3"/>
          </p:nvPr>
        </p:nvSpPr>
        <p:spPr>
          <a:xfrm>
            <a:off x="1505375" y="2992751"/>
            <a:ext cx="734700" cy="57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217" name="Google Shape;217;p29"/>
          <p:cNvSpPr txBox="1">
            <a:spLocks noGrp="1"/>
          </p:cNvSpPr>
          <p:nvPr>
            <p:ph type="title" idx="4"/>
          </p:nvPr>
        </p:nvSpPr>
        <p:spPr>
          <a:xfrm>
            <a:off x="4204650" y="1559333"/>
            <a:ext cx="7347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18" name="Google Shape;218;p29"/>
          <p:cNvSpPr txBox="1">
            <a:spLocks noGrp="1"/>
          </p:cNvSpPr>
          <p:nvPr>
            <p:ph type="title" idx="5"/>
          </p:nvPr>
        </p:nvSpPr>
        <p:spPr>
          <a:xfrm>
            <a:off x="4204650" y="2992751"/>
            <a:ext cx="734700" cy="57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219" name="Google Shape;219;p29"/>
          <p:cNvSpPr txBox="1">
            <a:spLocks noGrp="1"/>
          </p:cNvSpPr>
          <p:nvPr>
            <p:ph type="title" idx="6"/>
          </p:nvPr>
        </p:nvSpPr>
        <p:spPr>
          <a:xfrm>
            <a:off x="6903925" y="1559333"/>
            <a:ext cx="7347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20" name="Google Shape;220;p29"/>
          <p:cNvSpPr txBox="1">
            <a:spLocks noGrp="1"/>
          </p:cNvSpPr>
          <p:nvPr>
            <p:ph type="title" idx="7"/>
          </p:nvPr>
        </p:nvSpPr>
        <p:spPr>
          <a:xfrm>
            <a:off x="6903925" y="2992751"/>
            <a:ext cx="734700" cy="57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sp>
        <p:nvSpPr>
          <p:cNvPr id="221" name="Google Shape;221;p29"/>
          <p:cNvSpPr txBox="1">
            <a:spLocks noGrp="1"/>
          </p:cNvSpPr>
          <p:nvPr>
            <p:ph type="subTitle" idx="1"/>
          </p:nvPr>
        </p:nvSpPr>
        <p:spPr>
          <a:xfrm>
            <a:off x="719975" y="2064875"/>
            <a:ext cx="2305500" cy="41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t>Introduction</a:t>
            </a:r>
            <a:endParaRPr b="1" dirty="0"/>
          </a:p>
        </p:txBody>
      </p:sp>
      <p:sp>
        <p:nvSpPr>
          <p:cNvPr id="222" name="Google Shape;222;p29"/>
          <p:cNvSpPr txBox="1">
            <a:spLocks noGrp="1"/>
          </p:cNvSpPr>
          <p:nvPr>
            <p:ph type="subTitle" idx="8"/>
          </p:nvPr>
        </p:nvSpPr>
        <p:spPr>
          <a:xfrm>
            <a:off x="3419250" y="2064875"/>
            <a:ext cx="2305500" cy="417000"/>
          </a:xfrm>
          <a:prstGeom prst="rect">
            <a:avLst/>
          </a:prstGeom>
        </p:spPr>
        <p:txBody>
          <a:bodyPr spcFirstLastPara="1" wrap="square" lIns="91425" tIns="91425" rIns="91425" bIns="91425" anchor="t" anchorCtr="0">
            <a:noAutofit/>
          </a:bodyPr>
          <a:lstStyle/>
          <a:p>
            <a:pPr marL="0" lvl="0" indent="0"/>
            <a:r>
              <a:rPr lang="en-US" altLang="zh-TW" b="1" dirty="0"/>
              <a:t>Term Explanation</a:t>
            </a:r>
            <a:endParaRPr dirty="0"/>
          </a:p>
        </p:txBody>
      </p:sp>
      <p:sp>
        <p:nvSpPr>
          <p:cNvPr id="223" name="Google Shape;223;p29"/>
          <p:cNvSpPr txBox="1">
            <a:spLocks noGrp="1"/>
          </p:cNvSpPr>
          <p:nvPr>
            <p:ph type="subTitle" idx="9"/>
          </p:nvPr>
        </p:nvSpPr>
        <p:spPr>
          <a:xfrm>
            <a:off x="6118525" y="2064875"/>
            <a:ext cx="2305500" cy="417000"/>
          </a:xfrm>
          <a:prstGeom prst="rect">
            <a:avLst/>
          </a:prstGeom>
        </p:spPr>
        <p:txBody>
          <a:bodyPr spcFirstLastPara="1" wrap="square" lIns="91425" tIns="91425" rIns="91425" bIns="91425" anchor="t" anchorCtr="0">
            <a:noAutofit/>
          </a:bodyPr>
          <a:lstStyle/>
          <a:p>
            <a:pPr marL="0" lvl="0" indent="0"/>
            <a:r>
              <a:rPr lang="en-US" altLang="zh-TW" b="1" dirty="0"/>
              <a:t>Basic Model</a:t>
            </a:r>
            <a:endParaRPr dirty="0"/>
          </a:p>
        </p:txBody>
      </p:sp>
      <p:sp>
        <p:nvSpPr>
          <p:cNvPr id="224" name="Google Shape;224;p29"/>
          <p:cNvSpPr txBox="1">
            <a:spLocks noGrp="1"/>
          </p:cNvSpPr>
          <p:nvPr>
            <p:ph type="subTitle" idx="13"/>
          </p:nvPr>
        </p:nvSpPr>
        <p:spPr>
          <a:xfrm>
            <a:off x="719975" y="3498350"/>
            <a:ext cx="2305500" cy="420600"/>
          </a:xfrm>
          <a:prstGeom prst="rect">
            <a:avLst/>
          </a:prstGeom>
        </p:spPr>
        <p:txBody>
          <a:bodyPr spcFirstLastPara="1" wrap="square" lIns="91425" tIns="91425" rIns="91425" bIns="91425" anchor="t" anchorCtr="0">
            <a:noAutofit/>
          </a:bodyPr>
          <a:lstStyle/>
          <a:p>
            <a:pPr marL="0" lvl="0" indent="0"/>
            <a:r>
              <a:rPr lang="en-US" altLang="zh-TW" b="1" dirty="0"/>
              <a:t>Model</a:t>
            </a:r>
            <a:endParaRPr dirty="0"/>
          </a:p>
        </p:txBody>
      </p:sp>
      <p:sp>
        <p:nvSpPr>
          <p:cNvPr id="225" name="Google Shape;225;p29"/>
          <p:cNvSpPr txBox="1">
            <a:spLocks noGrp="1"/>
          </p:cNvSpPr>
          <p:nvPr>
            <p:ph type="subTitle" idx="14"/>
          </p:nvPr>
        </p:nvSpPr>
        <p:spPr>
          <a:xfrm>
            <a:off x="3419250" y="3498350"/>
            <a:ext cx="2305500" cy="42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t>Results &amp; Findings</a:t>
            </a:r>
            <a:endParaRPr b="1" dirty="0"/>
          </a:p>
        </p:txBody>
      </p:sp>
      <p:sp>
        <p:nvSpPr>
          <p:cNvPr id="226" name="Google Shape;226;p29"/>
          <p:cNvSpPr txBox="1">
            <a:spLocks noGrp="1"/>
          </p:cNvSpPr>
          <p:nvPr>
            <p:ph type="subTitle" idx="15"/>
          </p:nvPr>
        </p:nvSpPr>
        <p:spPr>
          <a:xfrm>
            <a:off x="6118525" y="3498350"/>
            <a:ext cx="2305500" cy="42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t>Questions</a:t>
            </a:r>
            <a:endParaRPr b="1"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2" name="Google Shape;232;p30"/>
          <p:cNvSpPr txBox="1">
            <a:spLocks noGrp="1"/>
          </p:cNvSpPr>
          <p:nvPr>
            <p:ph type="title"/>
          </p:nvPr>
        </p:nvSpPr>
        <p:spPr>
          <a:xfrm>
            <a:off x="709625" y="1074575"/>
            <a:ext cx="4107300" cy="572700"/>
          </a:xfrm>
          <a:prstGeom prst="rect">
            <a:avLst/>
          </a:prstGeom>
        </p:spPr>
        <p:txBody>
          <a:bodyPr spcFirstLastPara="1" wrap="square" lIns="91425" tIns="91425" rIns="91425" bIns="91425" anchor="b" anchorCtr="0">
            <a:noAutofit/>
          </a:bodyPr>
          <a:lstStyle/>
          <a:p>
            <a:pPr lvl="0"/>
            <a:r>
              <a:rPr lang="en-US" altLang="zh-TW" b="1" dirty="0"/>
              <a:t>Introduction</a:t>
            </a:r>
            <a:r>
              <a:rPr lang="zh-TW" altLang="en-US" b="1" dirty="0"/>
              <a:t> </a:t>
            </a:r>
            <a:endParaRPr b="1" dirty="0"/>
          </a:p>
        </p:txBody>
      </p:sp>
      <p:sp>
        <p:nvSpPr>
          <p:cNvPr id="233" name="Google Shape;233;p30"/>
          <p:cNvSpPr txBox="1">
            <a:spLocks noGrp="1"/>
          </p:cNvSpPr>
          <p:nvPr>
            <p:ph type="subTitle" idx="1"/>
          </p:nvPr>
        </p:nvSpPr>
        <p:spPr>
          <a:xfrm>
            <a:off x="382772" y="1874886"/>
            <a:ext cx="5055783" cy="2298300"/>
          </a:xfrm>
          <a:prstGeom prst="rect">
            <a:avLst/>
          </a:prstGeom>
        </p:spPr>
        <p:txBody>
          <a:bodyPr spcFirstLastPara="1" wrap="square" lIns="91425" tIns="91425" rIns="91425" bIns="91425" anchor="t" anchorCtr="0">
            <a:noAutofit/>
          </a:bodyPr>
          <a:lstStyle/>
          <a:p>
            <a:pPr marL="152400" lvl="0" indent="0">
              <a:buNone/>
            </a:pPr>
            <a:r>
              <a:rPr lang="en-US" altLang="zh-TW" sz="1600" dirty="0">
                <a:latin typeface="Quicksand Medium" panose="02020500000000000000" charset="0"/>
                <a:ea typeface="芫荽" pitchFamily="2" charset="-120"/>
                <a:cs typeface="芫荽" pitchFamily="2" charset="-120"/>
              </a:rPr>
              <a:t>1.</a:t>
            </a:r>
            <a:r>
              <a:rPr lang="zh-TW" altLang="en-US" sz="1600" dirty="0">
                <a:latin typeface="Quicksand Medium" panose="02020500000000000000" charset="0"/>
                <a:ea typeface="芫荽" pitchFamily="2" charset="-120"/>
                <a:cs typeface="芫荽" pitchFamily="2" charset="-120"/>
              </a:rPr>
              <a:t> </a:t>
            </a:r>
            <a:r>
              <a:rPr lang="en-US" sz="1600" dirty="0">
                <a:latin typeface="Quicksand Medium" panose="02020500000000000000" charset="0"/>
                <a:ea typeface="芫荽" pitchFamily="2" charset="-120"/>
                <a:cs typeface="芫荽" pitchFamily="2" charset="-120"/>
              </a:rPr>
              <a:t>What is </a:t>
            </a:r>
            <a:r>
              <a:rPr lang="en-US" altLang="zh-TW" sz="1600" dirty="0">
                <a:latin typeface="Quicksand Medium" panose="02020500000000000000" charset="0"/>
                <a:ea typeface="芫荽" pitchFamily="2" charset="-120"/>
                <a:cs typeface="芫荽" pitchFamily="2" charset="-120"/>
              </a:rPr>
              <a:t>Driver scheduling problem </a:t>
            </a:r>
            <a:r>
              <a:rPr lang="en-US" sz="1600" dirty="0">
                <a:latin typeface="Quicksand Medium" panose="02020500000000000000" charset="0"/>
                <a:ea typeface="芫荽" pitchFamily="2" charset="-120"/>
                <a:cs typeface="芫荽" pitchFamily="2" charset="-120"/>
              </a:rPr>
              <a:t>(DSP)?</a:t>
            </a:r>
            <a:r>
              <a:rPr lang="en" sz="1600" dirty="0">
                <a:latin typeface="Quicksand Medium" panose="02020500000000000000" charset="0"/>
                <a:ea typeface="芫荽" pitchFamily="2" charset="-120"/>
                <a:cs typeface="芫荽" pitchFamily="2" charset="-120"/>
              </a:rPr>
              <a:t> </a:t>
            </a:r>
          </a:p>
          <a:p>
            <a:pPr lvl="0"/>
            <a:r>
              <a:rPr lang="en-US" sz="1400" dirty="0">
                <a:latin typeface="Quicksand Medium" panose="02020500000000000000" charset="0"/>
                <a:ea typeface="芫荽" pitchFamily="2" charset="-120"/>
                <a:cs typeface="芫荽" pitchFamily="2" charset="-120"/>
              </a:rPr>
              <a:t>Definition: Allocating vehicle shifts to drivers</a:t>
            </a:r>
          </a:p>
          <a:p>
            <a:pPr lvl="0"/>
            <a:r>
              <a:rPr lang="en-US" sz="1400" dirty="0">
                <a:latin typeface="Quicksand Medium" panose="02020500000000000000" charset="0"/>
                <a:ea typeface="芫荽" pitchFamily="2" charset="-120"/>
                <a:cs typeface="芫荽" pitchFamily="2" charset="-120"/>
              </a:rPr>
              <a:t>Challenges</a:t>
            </a:r>
            <a:r>
              <a:rPr lang="en-US" altLang="zh-TW" sz="1400" dirty="0">
                <a:latin typeface="Quicksand Medium" panose="02020500000000000000" charset="0"/>
                <a:ea typeface="芫荽" pitchFamily="2" charset="-120"/>
                <a:cs typeface="芫荽" pitchFamily="2" charset="-120"/>
              </a:rPr>
              <a:t>: Numerous constraints &amp; </a:t>
            </a:r>
            <a:r>
              <a:rPr lang="en-US" altLang="zh-TW" sz="1400" dirty="0"/>
              <a:t>Combinatorial explosion</a:t>
            </a:r>
            <a:endParaRPr lang="en-US" altLang="zh-TW" sz="1400" dirty="0">
              <a:latin typeface="Quicksand Medium" panose="02020500000000000000" charset="0"/>
              <a:ea typeface="芫荽" pitchFamily="2" charset="-120"/>
              <a:cs typeface="芫荽" pitchFamily="2" charset="-120"/>
            </a:endParaRPr>
          </a:p>
          <a:p>
            <a:pPr lvl="0"/>
            <a:endParaRPr lang="en" sz="1400" dirty="0">
              <a:latin typeface="Quicksand Medium" panose="02020500000000000000" charset="0"/>
              <a:ea typeface="芫荽" pitchFamily="2" charset="-120"/>
              <a:cs typeface="芫荽" pitchFamily="2" charset="-120"/>
            </a:endParaRPr>
          </a:p>
          <a:p>
            <a:pPr marL="152400" lvl="0" indent="0">
              <a:buNone/>
            </a:pPr>
            <a:r>
              <a:rPr lang="en-US" altLang="zh-TW" sz="1600" dirty="0">
                <a:latin typeface="Quicksand Medium" panose="02020500000000000000" charset="0"/>
                <a:ea typeface="芫荽" pitchFamily="2" charset="-120"/>
                <a:cs typeface="芫荽" pitchFamily="2" charset="-120"/>
              </a:rPr>
              <a:t>2.</a:t>
            </a:r>
            <a:r>
              <a:rPr lang="zh-TW" altLang="en-US" sz="1600" dirty="0">
                <a:latin typeface="Quicksand Medium" panose="02020500000000000000" charset="0"/>
                <a:ea typeface="芫荽" pitchFamily="2" charset="-120"/>
                <a:cs typeface="芫荽" pitchFamily="2" charset="-120"/>
              </a:rPr>
              <a:t> </a:t>
            </a:r>
            <a:r>
              <a:rPr lang="en-US" sz="1600" dirty="0">
                <a:latin typeface="Quicksand Medium" panose="02020500000000000000" charset="0"/>
                <a:ea typeface="芫荽" pitchFamily="2" charset="-120"/>
                <a:cs typeface="芫荽" pitchFamily="2" charset="-120"/>
              </a:rPr>
              <a:t>Current situation and pain points</a:t>
            </a:r>
          </a:p>
          <a:p>
            <a:r>
              <a:rPr lang="en-US" sz="1400" dirty="0">
                <a:latin typeface="Quicksand Medium" panose="02020500000000000000" charset="0"/>
                <a:ea typeface="芫荽" pitchFamily="2" charset="-120"/>
                <a:cs typeface="芫荽" pitchFamily="2" charset="-120"/>
              </a:rPr>
              <a:t>Mostly uses the SPP or SCP models</a:t>
            </a:r>
          </a:p>
          <a:p>
            <a:r>
              <a:rPr lang="en-US" sz="1400" dirty="0">
                <a:latin typeface="Quicksand Medium" panose="02020500000000000000" charset="0"/>
                <a:ea typeface="芫荽" pitchFamily="2" charset="-120"/>
                <a:cs typeface="芫荽" pitchFamily="2" charset="-120"/>
              </a:rPr>
              <a:t>Mathematical solution requires manual modification</a:t>
            </a:r>
          </a:p>
          <a:p>
            <a:r>
              <a:rPr lang="en-US" sz="1400" dirty="0">
                <a:latin typeface="Quicksand Medium" panose="02020500000000000000" charset="0"/>
                <a:ea typeface="芫荽" pitchFamily="2" charset="-120"/>
                <a:cs typeface="芫荽" pitchFamily="2" charset="-120"/>
              </a:rPr>
              <a:t>Tractable vs. Valid</a:t>
            </a:r>
          </a:p>
          <a:p>
            <a:endParaRPr dirty="0">
              <a:latin typeface="Quicksand Medium" panose="02020500000000000000" charset="0"/>
              <a:ea typeface="芫荽" pitchFamily="2" charset="-120"/>
              <a:cs typeface="芫荽" pitchFamily="2" charset="-120"/>
            </a:endParaRPr>
          </a:p>
        </p:txBody>
      </p:sp>
      <p:pic>
        <p:nvPicPr>
          <p:cNvPr id="234" name="Google Shape;234;p30"/>
          <p:cNvPicPr preferRelativeResize="0"/>
          <p:nvPr/>
        </p:nvPicPr>
        <p:blipFill>
          <a:blip r:embed="rId3">
            <a:alphaModFix/>
          </a:blip>
          <a:stretch>
            <a:fillRect/>
          </a:stretch>
        </p:blipFill>
        <p:spPr>
          <a:xfrm rot="-5724242">
            <a:off x="7620857" y="-248901"/>
            <a:ext cx="1794250" cy="1716800"/>
          </a:xfrm>
          <a:prstGeom prst="rect">
            <a:avLst/>
          </a:prstGeom>
          <a:noFill/>
          <a:ln>
            <a:noFill/>
          </a:ln>
        </p:spPr>
      </p:pic>
      <p:pic>
        <p:nvPicPr>
          <p:cNvPr id="1026" name="Picture 2" descr="Nieuwe makkelijke tarieven voor het Utrechtse openbaar vervoer | provincie  Utrecht">
            <a:extLst>
              <a:ext uri="{FF2B5EF4-FFF2-40B4-BE49-F238E27FC236}">
                <a16:creationId xmlns:a16="http://schemas.microsoft.com/office/drawing/2014/main" id="{6239DDA5-9F31-34CC-4EFC-487E7AB5B384}"/>
              </a:ext>
            </a:extLst>
          </p:cNvPr>
          <p:cNvPicPr>
            <a:picLocks noGrp="1" noChangeAspect="1" noChangeArrowheads="1"/>
          </p:cNvPicPr>
          <p:nvPr>
            <p:ph type="pic" idx="2"/>
          </p:nvPr>
        </p:nvPicPr>
        <p:blipFill>
          <a:blip r:embed="rId4">
            <a:extLst>
              <a:ext uri="{28A0092B-C50C-407E-A947-70E740481C1C}">
                <a14:useLocalDpi xmlns:a14="http://schemas.microsoft.com/office/drawing/2010/main" val="0"/>
              </a:ext>
            </a:extLst>
          </a:blip>
          <a:srcRect l="16750" r="16750"/>
          <a:stretch>
            <a:fillRect/>
          </a:stretch>
        </p:blipFill>
        <p:spPr bwMode="auto">
          <a:xfrm>
            <a:off x="5502925" y="1254642"/>
            <a:ext cx="2971800" cy="2971800"/>
          </a:xfrm>
          <a:prstGeom prst="rect">
            <a:avLst/>
          </a:prstGeom>
          <a:noFill/>
          <a:extLst>
            <a:ext uri="{909E8E84-426E-40DD-AFC4-6F175D3DCCD1}">
              <a14:hiddenFill xmlns:a14="http://schemas.microsoft.com/office/drawing/2010/main">
                <a:solidFill>
                  <a:srgbClr val="FFFFFF"/>
                </a:solidFill>
              </a14:hiddenFill>
            </a:ext>
          </a:extLst>
        </p:spPr>
      </p:pic>
      <p:sp>
        <p:nvSpPr>
          <p:cNvPr id="4" name="文字方塊 3">
            <a:extLst>
              <a:ext uri="{FF2B5EF4-FFF2-40B4-BE49-F238E27FC236}">
                <a16:creationId xmlns:a16="http://schemas.microsoft.com/office/drawing/2014/main" id="{F4CDF755-34E6-1253-0F1D-5909A5F12B50}"/>
              </a:ext>
            </a:extLst>
          </p:cNvPr>
          <p:cNvSpPr txBox="1"/>
          <p:nvPr/>
        </p:nvSpPr>
        <p:spPr>
          <a:xfrm>
            <a:off x="2344479" y="4889584"/>
            <a:ext cx="6910866" cy="253916"/>
          </a:xfrm>
          <a:prstGeom prst="rect">
            <a:avLst/>
          </a:prstGeom>
          <a:noFill/>
        </p:spPr>
        <p:txBody>
          <a:bodyPr wrap="none" rtlCol="0">
            <a:spAutoFit/>
          </a:bodyPr>
          <a:lstStyle/>
          <a:p>
            <a:r>
              <a:rPr lang="en-US" altLang="zh-TW" sz="1050" dirty="0"/>
              <a:t>https://www.provincie-utrecht.nl/actueel/nieuws/nieuwe-makkelijke-tarieven-voor-het-utrechtse-openbaar-vervoer</a:t>
            </a:r>
            <a:endParaRPr lang="zh-TW" altLang="en-US" sz="1050" dirty="0"/>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79">
          <a:extLst>
            <a:ext uri="{FF2B5EF4-FFF2-40B4-BE49-F238E27FC236}">
              <a16:creationId xmlns:a16="http://schemas.microsoft.com/office/drawing/2014/main" id="{BACE07C2-6A48-151B-61B7-D5DD3B1C212E}"/>
            </a:ext>
          </a:extLst>
        </p:cNvPr>
        <p:cNvGrpSpPr/>
        <p:nvPr/>
      </p:nvGrpSpPr>
      <p:grpSpPr>
        <a:xfrm>
          <a:off x="0" y="0"/>
          <a:ext cx="0" cy="0"/>
          <a:chOff x="0" y="0"/>
          <a:chExt cx="0" cy="0"/>
        </a:xfrm>
      </p:grpSpPr>
      <p:sp>
        <p:nvSpPr>
          <p:cNvPr id="280" name="Google Shape;280;p35">
            <a:extLst>
              <a:ext uri="{FF2B5EF4-FFF2-40B4-BE49-F238E27FC236}">
                <a16:creationId xmlns:a16="http://schemas.microsoft.com/office/drawing/2014/main" id="{703CE409-4FB6-C9C9-A038-E88D1755EF4E}"/>
              </a:ext>
            </a:extLst>
          </p:cNvPr>
          <p:cNvSpPr txBox="1">
            <a:spLocks noGrp="1"/>
          </p:cNvSpPr>
          <p:nvPr>
            <p:ph type="title"/>
          </p:nvPr>
        </p:nvSpPr>
        <p:spPr>
          <a:xfrm>
            <a:off x="720000" y="414725"/>
            <a:ext cx="7704000" cy="572700"/>
          </a:xfrm>
          <a:prstGeom prst="rect">
            <a:avLst/>
          </a:prstGeom>
        </p:spPr>
        <p:txBody>
          <a:bodyPr spcFirstLastPara="1" wrap="square" lIns="91425" tIns="91425" rIns="91425" bIns="91425" anchor="t" anchorCtr="0">
            <a:noAutofit/>
          </a:bodyPr>
          <a:lstStyle/>
          <a:p>
            <a:pPr lvl="0"/>
            <a:r>
              <a:rPr lang="en-US" altLang="zh-TW" b="1" dirty="0"/>
              <a:t>Term Explanation</a:t>
            </a:r>
            <a:endParaRPr b="1" dirty="0"/>
          </a:p>
        </p:txBody>
      </p:sp>
      <p:sp>
        <p:nvSpPr>
          <p:cNvPr id="281" name="Google Shape;281;p35">
            <a:extLst>
              <a:ext uri="{FF2B5EF4-FFF2-40B4-BE49-F238E27FC236}">
                <a16:creationId xmlns:a16="http://schemas.microsoft.com/office/drawing/2014/main" id="{FC63C00F-D0BD-1F1C-F1B5-CC0DD65ACAC6}"/>
              </a:ext>
            </a:extLst>
          </p:cNvPr>
          <p:cNvSpPr txBox="1">
            <a:spLocks noGrp="1"/>
          </p:cNvSpPr>
          <p:nvPr>
            <p:ph type="subTitle" idx="1"/>
          </p:nvPr>
        </p:nvSpPr>
        <p:spPr>
          <a:xfrm>
            <a:off x="872379" y="1783432"/>
            <a:ext cx="2207700" cy="1105200"/>
          </a:xfrm>
          <a:prstGeom prst="rect">
            <a:avLst/>
          </a:prstGeom>
        </p:spPr>
        <p:txBody>
          <a:bodyPr spcFirstLastPara="1" wrap="square" lIns="91425" tIns="91425" rIns="91425" bIns="91425" anchor="t" anchorCtr="0">
            <a:noAutofit/>
          </a:bodyPr>
          <a:lstStyle/>
          <a:p>
            <a:pPr marL="0" lvl="0" indent="0"/>
            <a:r>
              <a:rPr lang="en-US" altLang="zh-TW" dirty="0"/>
              <a:t>A single vehicle's full itinerary from depot exit to return</a:t>
            </a:r>
            <a:endParaRPr dirty="0"/>
          </a:p>
        </p:txBody>
      </p:sp>
      <p:sp>
        <p:nvSpPr>
          <p:cNvPr id="282" name="Google Shape;282;p35">
            <a:extLst>
              <a:ext uri="{FF2B5EF4-FFF2-40B4-BE49-F238E27FC236}">
                <a16:creationId xmlns:a16="http://schemas.microsoft.com/office/drawing/2014/main" id="{F28C4AEE-90C8-6F2D-D907-15FB83632DA9}"/>
              </a:ext>
            </a:extLst>
          </p:cNvPr>
          <p:cNvSpPr txBox="1">
            <a:spLocks noGrp="1"/>
          </p:cNvSpPr>
          <p:nvPr>
            <p:ph type="subTitle" idx="2"/>
          </p:nvPr>
        </p:nvSpPr>
        <p:spPr>
          <a:xfrm>
            <a:off x="3468150" y="1783442"/>
            <a:ext cx="2207700" cy="1105200"/>
          </a:xfrm>
          <a:prstGeom prst="rect">
            <a:avLst/>
          </a:prstGeom>
        </p:spPr>
        <p:txBody>
          <a:bodyPr spcFirstLastPara="1" wrap="square" lIns="91425" tIns="91425" rIns="91425" bIns="91425" anchor="t" anchorCtr="0">
            <a:noAutofit/>
          </a:bodyPr>
          <a:lstStyle/>
          <a:p>
            <a:pPr marL="0" lvl="0" indent="0"/>
            <a:r>
              <a:rPr lang="en-US" altLang="zh-TW" dirty="0"/>
              <a:t>Designated location and time where drivers can change</a:t>
            </a:r>
            <a:endParaRPr dirty="0"/>
          </a:p>
        </p:txBody>
      </p:sp>
      <p:sp>
        <p:nvSpPr>
          <p:cNvPr id="283" name="Google Shape;283;p35">
            <a:extLst>
              <a:ext uri="{FF2B5EF4-FFF2-40B4-BE49-F238E27FC236}">
                <a16:creationId xmlns:a16="http://schemas.microsoft.com/office/drawing/2014/main" id="{04DB5687-128E-E1AB-9272-4A745CE3D817}"/>
              </a:ext>
            </a:extLst>
          </p:cNvPr>
          <p:cNvSpPr txBox="1">
            <a:spLocks noGrp="1"/>
          </p:cNvSpPr>
          <p:nvPr>
            <p:ph type="subTitle" idx="3"/>
          </p:nvPr>
        </p:nvSpPr>
        <p:spPr>
          <a:xfrm>
            <a:off x="872379" y="3572080"/>
            <a:ext cx="2207700" cy="1105200"/>
          </a:xfrm>
          <a:prstGeom prst="rect">
            <a:avLst/>
          </a:prstGeom>
        </p:spPr>
        <p:txBody>
          <a:bodyPr spcFirstLastPara="1" wrap="square" lIns="91425" tIns="91425" rIns="91425" bIns="91425" anchor="t" anchorCtr="0">
            <a:noAutofit/>
          </a:bodyPr>
          <a:lstStyle/>
          <a:p>
            <a:pPr marL="0" lvl="0" indent="0"/>
            <a:r>
              <a:rPr lang="en-US" altLang="zh-TW" dirty="0"/>
              <a:t>Short paid gaps where the driver stays on the vehicle without driving</a:t>
            </a:r>
            <a:endParaRPr dirty="0"/>
          </a:p>
        </p:txBody>
      </p:sp>
      <p:sp>
        <p:nvSpPr>
          <p:cNvPr id="284" name="Google Shape;284;p35">
            <a:extLst>
              <a:ext uri="{FF2B5EF4-FFF2-40B4-BE49-F238E27FC236}">
                <a16:creationId xmlns:a16="http://schemas.microsoft.com/office/drawing/2014/main" id="{C5DD9CDB-ABD5-092B-351B-6DA04472F78B}"/>
              </a:ext>
            </a:extLst>
          </p:cNvPr>
          <p:cNvSpPr txBox="1">
            <a:spLocks noGrp="1"/>
          </p:cNvSpPr>
          <p:nvPr>
            <p:ph type="subTitle" idx="4"/>
          </p:nvPr>
        </p:nvSpPr>
        <p:spPr>
          <a:xfrm>
            <a:off x="3468150" y="3572080"/>
            <a:ext cx="2207700" cy="1105200"/>
          </a:xfrm>
          <a:prstGeom prst="rect">
            <a:avLst/>
          </a:prstGeom>
        </p:spPr>
        <p:txBody>
          <a:bodyPr spcFirstLastPara="1" wrap="square" lIns="91425" tIns="91425" rIns="91425" bIns="91425" anchor="t" anchorCtr="0">
            <a:noAutofit/>
          </a:bodyPr>
          <a:lstStyle/>
          <a:p>
            <a:pPr marL="0" lvl="0" indent="0"/>
            <a:r>
              <a:rPr lang="en-US" altLang="zh-TW" dirty="0"/>
              <a:t>A consecutive driving period formed by multiple pieces of work</a:t>
            </a:r>
            <a:endParaRPr dirty="0"/>
          </a:p>
        </p:txBody>
      </p:sp>
      <p:sp>
        <p:nvSpPr>
          <p:cNvPr id="285" name="Google Shape;285;p35">
            <a:extLst>
              <a:ext uri="{FF2B5EF4-FFF2-40B4-BE49-F238E27FC236}">
                <a16:creationId xmlns:a16="http://schemas.microsoft.com/office/drawing/2014/main" id="{0B1AF571-3CDF-187B-F158-C6E0EE82BC86}"/>
              </a:ext>
            </a:extLst>
          </p:cNvPr>
          <p:cNvSpPr txBox="1">
            <a:spLocks noGrp="1"/>
          </p:cNvSpPr>
          <p:nvPr>
            <p:ph type="subTitle" idx="7"/>
          </p:nvPr>
        </p:nvSpPr>
        <p:spPr>
          <a:xfrm>
            <a:off x="881049" y="1204111"/>
            <a:ext cx="2199000" cy="653100"/>
          </a:xfrm>
          <a:prstGeom prst="rect">
            <a:avLst/>
          </a:prstGeom>
        </p:spPr>
        <p:txBody>
          <a:bodyPr spcFirstLastPara="1" wrap="square" lIns="91425" tIns="91425" rIns="91425" bIns="91425" anchor="b" anchorCtr="0">
            <a:noAutofit/>
          </a:bodyPr>
          <a:lstStyle/>
          <a:p>
            <a:pPr marL="0" lvl="0" indent="0"/>
            <a:r>
              <a:rPr lang="en-US" altLang="zh-TW" b="1" dirty="0"/>
              <a:t>Block </a:t>
            </a:r>
            <a:endParaRPr dirty="0"/>
          </a:p>
        </p:txBody>
      </p:sp>
      <p:sp>
        <p:nvSpPr>
          <p:cNvPr id="286" name="Google Shape;286;p35">
            <a:extLst>
              <a:ext uri="{FF2B5EF4-FFF2-40B4-BE49-F238E27FC236}">
                <a16:creationId xmlns:a16="http://schemas.microsoft.com/office/drawing/2014/main" id="{18772D91-DA17-3ED2-32AF-630D7377CA7E}"/>
              </a:ext>
            </a:extLst>
          </p:cNvPr>
          <p:cNvSpPr txBox="1">
            <a:spLocks noGrp="1"/>
          </p:cNvSpPr>
          <p:nvPr>
            <p:ph type="subTitle" idx="8"/>
          </p:nvPr>
        </p:nvSpPr>
        <p:spPr>
          <a:xfrm>
            <a:off x="3472500" y="1204120"/>
            <a:ext cx="2199000" cy="653100"/>
          </a:xfrm>
          <a:prstGeom prst="rect">
            <a:avLst/>
          </a:prstGeom>
        </p:spPr>
        <p:txBody>
          <a:bodyPr spcFirstLastPara="1" wrap="square" lIns="91425" tIns="91425" rIns="91425" bIns="91425" anchor="b" anchorCtr="0">
            <a:noAutofit/>
          </a:bodyPr>
          <a:lstStyle/>
          <a:p>
            <a:pPr marL="0" lvl="0" indent="0"/>
            <a:r>
              <a:rPr lang="en-US" altLang="zh-TW" b="1" dirty="0"/>
              <a:t>Relief Point/</a:t>
            </a:r>
          </a:p>
          <a:p>
            <a:pPr marL="0" lvl="0" indent="0"/>
            <a:r>
              <a:rPr lang="en-US" altLang="zh-TW" b="1" dirty="0"/>
              <a:t>Opportunity</a:t>
            </a:r>
            <a:endParaRPr dirty="0"/>
          </a:p>
        </p:txBody>
      </p:sp>
      <p:sp>
        <p:nvSpPr>
          <p:cNvPr id="287" name="Google Shape;287;p35">
            <a:extLst>
              <a:ext uri="{FF2B5EF4-FFF2-40B4-BE49-F238E27FC236}">
                <a16:creationId xmlns:a16="http://schemas.microsoft.com/office/drawing/2014/main" id="{12FA6C7C-5CF6-AE90-9A33-491FB7C71B23}"/>
              </a:ext>
            </a:extLst>
          </p:cNvPr>
          <p:cNvSpPr txBox="1">
            <a:spLocks noGrp="1"/>
          </p:cNvSpPr>
          <p:nvPr>
            <p:ph type="subTitle" idx="9"/>
          </p:nvPr>
        </p:nvSpPr>
        <p:spPr>
          <a:xfrm>
            <a:off x="6068257" y="1204120"/>
            <a:ext cx="2199000" cy="653100"/>
          </a:xfrm>
          <a:prstGeom prst="rect">
            <a:avLst/>
          </a:prstGeom>
        </p:spPr>
        <p:txBody>
          <a:bodyPr spcFirstLastPara="1" wrap="square" lIns="91425" tIns="91425" rIns="91425" bIns="91425" anchor="b" anchorCtr="0">
            <a:noAutofit/>
          </a:bodyPr>
          <a:lstStyle/>
          <a:p>
            <a:pPr marL="0" lvl="0" indent="0"/>
            <a:r>
              <a:rPr lang="en-US" altLang="zh-TW" b="1" dirty="0"/>
              <a:t>Piece of Work</a:t>
            </a:r>
            <a:endParaRPr dirty="0"/>
          </a:p>
        </p:txBody>
      </p:sp>
      <p:sp>
        <p:nvSpPr>
          <p:cNvPr id="288" name="Google Shape;288;p35">
            <a:extLst>
              <a:ext uri="{FF2B5EF4-FFF2-40B4-BE49-F238E27FC236}">
                <a16:creationId xmlns:a16="http://schemas.microsoft.com/office/drawing/2014/main" id="{6B87A172-9142-CA0B-561C-37380A9097F3}"/>
              </a:ext>
            </a:extLst>
          </p:cNvPr>
          <p:cNvSpPr txBox="1">
            <a:spLocks noGrp="1"/>
          </p:cNvSpPr>
          <p:nvPr>
            <p:ph type="subTitle" idx="5"/>
          </p:nvPr>
        </p:nvSpPr>
        <p:spPr>
          <a:xfrm>
            <a:off x="6063921" y="1783442"/>
            <a:ext cx="2207700" cy="1105200"/>
          </a:xfrm>
          <a:prstGeom prst="rect">
            <a:avLst/>
          </a:prstGeom>
        </p:spPr>
        <p:txBody>
          <a:bodyPr spcFirstLastPara="1" wrap="square" lIns="91425" tIns="91425" rIns="91425" bIns="91425" anchor="t" anchorCtr="0">
            <a:noAutofit/>
          </a:bodyPr>
          <a:lstStyle/>
          <a:p>
            <a:pPr marL="0" lvl="0" indent="0"/>
            <a:r>
              <a:rPr lang="en-US" altLang="zh-TW" dirty="0"/>
              <a:t>The indivisible period between two consecutive relief opportunities</a:t>
            </a:r>
            <a:endParaRPr dirty="0"/>
          </a:p>
        </p:txBody>
      </p:sp>
      <p:sp>
        <p:nvSpPr>
          <p:cNvPr id="289" name="Google Shape;289;p35">
            <a:extLst>
              <a:ext uri="{FF2B5EF4-FFF2-40B4-BE49-F238E27FC236}">
                <a16:creationId xmlns:a16="http://schemas.microsoft.com/office/drawing/2014/main" id="{F907F609-CE21-FBEA-DD23-52D7302D6B02}"/>
              </a:ext>
            </a:extLst>
          </p:cNvPr>
          <p:cNvSpPr txBox="1">
            <a:spLocks noGrp="1"/>
          </p:cNvSpPr>
          <p:nvPr>
            <p:ph type="subTitle" idx="6"/>
          </p:nvPr>
        </p:nvSpPr>
        <p:spPr>
          <a:xfrm>
            <a:off x="6063921" y="3572080"/>
            <a:ext cx="2207700" cy="1105200"/>
          </a:xfrm>
          <a:prstGeom prst="rect">
            <a:avLst/>
          </a:prstGeom>
        </p:spPr>
        <p:txBody>
          <a:bodyPr spcFirstLastPara="1" wrap="square" lIns="91425" tIns="91425" rIns="91425" bIns="91425" anchor="t" anchorCtr="0">
            <a:noAutofit/>
          </a:bodyPr>
          <a:lstStyle/>
          <a:p>
            <a:pPr marL="0" lvl="0" indent="0"/>
            <a:r>
              <a:rPr lang="en-US" altLang="zh-TW" dirty="0"/>
              <a:t>A driver’s full daily schedule, including driving, breaks, and travel</a:t>
            </a:r>
            <a:endParaRPr dirty="0"/>
          </a:p>
        </p:txBody>
      </p:sp>
      <p:sp>
        <p:nvSpPr>
          <p:cNvPr id="290" name="Google Shape;290;p35">
            <a:extLst>
              <a:ext uri="{FF2B5EF4-FFF2-40B4-BE49-F238E27FC236}">
                <a16:creationId xmlns:a16="http://schemas.microsoft.com/office/drawing/2014/main" id="{4D80B288-446F-C223-4C6E-99F8D043F423}"/>
              </a:ext>
            </a:extLst>
          </p:cNvPr>
          <p:cNvSpPr txBox="1">
            <a:spLocks noGrp="1"/>
          </p:cNvSpPr>
          <p:nvPr>
            <p:ph type="subTitle" idx="13"/>
          </p:nvPr>
        </p:nvSpPr>
        <p:spPr>
          <a:xfrm>
            <a:off x="872379" y="2989636"/>
            <a:ext cx="2207700" cy="653100"/>
          </a:xfrm>
          <a:prstGeom prst="rect">
            <a:avLst/>
          </a:prstGeom>
        </p:spPr>
        <p:txBody>
          <a:bodyPr spcFirstLastPara="1" wrap="square" lIns="91425" tIns="91425" rIns="91425" bIns="91425" anchor="b" anchorCtr="0">
            <a:noAutofit/>
          </a:bodyPr>
          <a:lstStyle/>
          <a:p>
            <a:pPr marL="0" lvl="0" indent="0"/>
            <a:r>
              <a:rPr lang="en-US" altLang="zh-TW" b="1" dirty="0"/>
              <a:t>Little Interruption</a:t>
            </a:r>
            <a:endParaRPr dirty="0"/>
          </a:p>
        </p:txBody>
      </p:sp>
      <p:sp>
        <p:nvSpPr>
          <p:cNvPr id="291" name="Google Shape;291;p35">
            <a:extLst>
              <a:ext uri="{FF2B5EF4-FFF2-40B4-BE49-F238E27FC236}">
                <a16:creationId xmlns:a16="http://schemas.microsoft.com/office/drawing/2014/main" id="{4390708C-BABD-1860-A6B6-A507E490E3D9}"/>
              </a:ext>
            </a:extLst>
          </p:cNvPr>
          <p:cNvSpPr txBox="1">
            <a:spLocks noGrp="1"/>
          </p:cNvSpPr>
          <p:nvPr>
            <p:ph type="subTitle" idx="14"/>
          </p:nvPr>
        </p:nvSpPr>
        <p:spPr>
          <a:xfrm>
            <a:off x="3472500" y="2989636"/>
            <a:ext cx="2199000" cy="653100"/>
          </a:xfrm>
          <a:prstGeom prst="rect">
            <a:avLst/>
          </a:prstGeom>
        </p:spPr>
        <p:txBody>
          <a:bodyPr spcFirstLastPara="1" wrap="square" lIns="91425" tIns="91425" rIns="91425" bIns="91425" anchor="b" anchorCtr="0">
            <a:noAutofit/>
          </a:bodyPr>
          <a:lstStyle/>
          <a:p>
            <a:pPr marL="0" lvl="0" indent="0"/>
            <a:r>
              <a:rPr lang="en-US" altLang="zh-TW" b="1" dirty="0"/>
              <a:t>Stretch </a:t>
            </a:r>
            <a:endParaRPr dirty="0"/>
          </a:p>
        </p:txBody>
      </p:sp>
      <p:sp>
        <p:nvSpPr>
          <p:cNvPr id="292" name="Google Shape;292;p35">
            <a:extLst>
              <a:ext uri="{FF2B5EF4-FFF2-40B4-BE49-F238E27FC236}">
                <a16:creationId xmlns:a16="http://schemas.microsoft.com/office/drawing/2014/main" id="{65F305B3-8BA2-3E37-12C4-4A9E6BE15E06}"/>
              </a:ext>
            </a:extLst>
          </p:cNvPr>
          <p:cNvSpPr txBox="1">
            <a:spLocks noGrp="1"/>
          </p:cNvSpPr>
          <p:nvPr>
            <p:ph type="subTitle" idx="15"/>
          </p:nvPr>
        </p:nvSpPr>
        <p:spPr>
          <a:xfrm>
            <a:off x="6068259" y="2989636"/>
            <a:ext cx="2199000" cy="653100"/>
          </a:xfrm>
          <a:prstGeom prst="rect">
            <a:avLst/>
          </a:prstGeom>
        </p:spPr>
        <p:txBody>
          <a:bodyPr spcFirstLastPara="1" wrap="square" lIns="91425" tIns="91425" rIns="91425" bIns="91425" anchor="b" anchorCtr="0">
            <a:noAutofit/>
          </a:bodyPr>
          <a:lstStyle/>
          <a:p>
            <a:pPr marL="0" lvl="0" indent="0"/>
            <a:r>
              <a:rPr lang="en-US" altLang="zh-TW" b="1" dirty="0"/>
              <a:t>Duty </a:t>
            </a:r>
            <a:endParaRPr dirty="0"/>
          </a:p>
        </p:txBody>
      </p:sp>
    </p:spTree>
    <p:extLst>
      <p:ext uri="{BB962C8B-B14F-4D97-AF65-F5344CB8AC3E}">
        <p14:creationId xmlns:p14="http://schemas.microsoft.com/office/powerpoint/2010/main" val="415580166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Shape 238"/>
        <p:cNvGrpSpPr/>
        <p:nvPr/>
      </p:nvGrpSpPr>
      <p:grpSpPr>
        <a:xfrm>
          <a:off x="0" y="0"/>
          <a:ext cx="0" cy="0"/>
          <a:chOff x="0" y="0"/>
          <a:chExt cx="0" cy="0"/>
        </a:xfrm>
      </p:grpSpPr>
      <p:pic>
        <p:nvPicPr>
          <p:cNvPr id="239" name="Google Shape;239;p31"/>
          <p:cNvPicPr preferRelativeResize="0">
            <a:picLocks noGrp="1"/>
          </p:cNvPicPr>
          <p:nvPr>
            <p:ph type="pic" idx="3"/>
          </p:nvPr>
        </p:nvPicPr>
        <p:blipFill rotWithShape="1">
          <a:blip r:embed="rId3">
            <a:alphaModFix/>
          </a:blip>
          <a:srcRect l="16675" r="16675"/>
          <a:stretch/>
        </p:blipFill>
        <p:spPr>
          <a:xfrm>
            <a:off x="-1861900" y="-202800"/>
            <a:ext cx="5549100" cy="5549100"/>
          </a:xfrm>
          <a:prstGeom prst="ellipse">
            <a:avLst/>
          </a:prstGeom>
        </p:spPr>
      </p:pic>
      <p:pic>
        <p:nvPicPr>
          <p:cNvPr id="240" name="Google Shape;240;p31"/>
          <p:cNvPicPr preferRelativeResize="0"/>
          <p:nvPr/>
        </p:nvPicPr>
        <p:blipFill>
          <a:blip r:embed="rId4">
            <a:alphaModFix/>
          </a:blip>
          <a:stretch>
            <a:fillRect/>
          </a:stretch>
        </p:blipFill>
        <p:spPr>
          <a:xfrm>
            <a:off x="1980375" y="-920850"/>
            <a:ext cx="5937948" cy="2914076"/>
          </a:xfrm>
          <a:prstGeom prst="rect">
            <a:avLst/>
          </a:prstGeom>
          <a:noFill/>
          <a:ln>
            <a:noFill/>
          </a:ln>
        </p:spPr>
      </p:pic>
      <p:sp>
        <p:nvSpPr>
          <p:cNvPr id="241" name="Google Shape;241;p31"/>
          <p:cNvSpPr txBox="1">
            <a:spLocks noGrp="1"/>
          </p:cNvSpPr>
          <p:nvPr>
            <p:ph type="title"/>
          </p:nvPr>
        </p:nvSpPr>
        <p:spPr>
          <a:xfrm>
            <a:off x="4047175" y="2571975"/>
            <a:ext cx="4383600" cy="841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Introduction</a:t>
            </a:r>
            <a:endParaRPr/>
          </a:p>
        </p:txBody>
      </p:sp>
      <p:sp>
        <p:nvSpPr>
          <p:cNvPr id="242" name="Google Shape;242;p31"/>
          <p:cNvSpPr txBox="1">
            <a:spLocks noGrp="1"/>
          </p:cNvSpPr>
          <p:nvPr>
            <p:ph type="title" idx="2"/>
          </p:nvPr>
        </p:nvSpPr>
        <p:spPr>
          <a:xfrm>
            <a:off x="5507725" y="1512200"/>
            <a:ext cx="1462500" cy="96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Shape 255"/>
        <p:cNvGrpSpPr/>
        <p:nvPr/>
      </p:nvGrpSpPr>
      <p:grpSpPr>
        <a:xfrm>
          <a:off x="0" y="0"/>
          <a:ext cx="0" cy="0"/>
          <a:chOff x="0" y="0"/>
          <a:chExt cx="0" cy="0"/>
        </a:xfrm>
      </p:grpSpPr>
      <p:sp>
        <p:nvSpPr>
          <p:cNvPr id="256" name="Google Shape;256;p33"/>
          <p:cNvSpPr txBox="1">
            <a:spLocks noGrp="1"/>
          </p:cNvSpPr>
          <p:nvPr>
            <p:ph type="title"/>
          </p:nvPr>
        </p:nvSpPr>
        <p:spPr>
          <a:xfrm>
            <a:off x="720000" y="414725"/>
            <a:ext cx="7704000" cy="572700"/>
          </a:xfrm>
          <a:prstGeom prst="rect">
            <a:avLst/>
          </a:prstGeom>
        </p:spPr>
        <p:txBody>
          <a:bodyPr spcFirstLastPara="1" wrap="square" lIns="91425" tIns="91425" rIns="91425" bIns="91425" anchor="t" anchorCtr="0">
            <a:noAutofit/>
          </a:bodyPr>
          <a:lstStyle/>
          <a:p>
            <a:pPr lvl="0"/>
            <a:r>
              <a:rPr lang="en-US" b="1" dirty="0"/>
              <a:t>Evaluation Criteria</a:t>
            </a:r>
            <a:endParaRPr b="1" dirty="0"/>
          </a:p>
        </p:txBody>
      </p:sp>
      <p:sp>
        <p:nvSpPr>
          <p:cNvPr id="257" name="Google Shape;257;p33"/>
          <p:cNvSpPr txBox="1">
            <a:spLocks noGrp="1"/>
          </p:cNvSpPr>
          <p:nvPr>
            <p:ph type="subTitle" idx="4"/>
          </p:nvPr>
        </p:nvSpPr>
        <p:spPr>
          <a:xfrm>
            <a:off x="719996" y="2492733"/>
            <a:ext cx="2305500" cy="572700"/>
          </a:xfrm>
          <a:prstGeom prst="rect">
            <a:avLst/>
          </a:prstGeom>
        </p:spPr>
        <p:txBody>
          <a:bodyPr spcFirstLastPara="1" wrap="square" lIns="91425" tIns="91425" rIns="91425" bIns="91425" anchor="b" anchorCtr="0">
            <a:noAutofit/>
          </a:bodyPr>
          <a:lstStyle/>
          <a:p>
            <a:pPr marL="0" lvl="0" indent="0"/>
            <a:r>
              <a:rPr lang="en-US" altLang="zh-TW" sz="2400" b="1" dirty="0"/>
              <a:t>Simplicity</a:t>
            </a:r>
            <a:endParaRPr sz="2400" dirty="0"/>
          </a:p>
        </p:txBody>
      </p:sp>
      <p:sp>
        <p:nvSpPr>
          <p:cNvPr id="258" name="Google Shape;258;p33"/>
          <p:cNvSpPr txBox="1">
            <a:spLocks noGrp="1"/>
          </p:cNvSpPr>
          <p:nvPr>
            <p:ph type="subTitle" idx="5"/>
          </p:nvPr>
        </p:nvSpPr>
        <p:spPr>
          <a:xfrm>
            <a:off x="3088742" y="2492733"/>
            <a:ext cx="2966484" cy="572700"/>
          </a:xfrm>
          <a:prstGeom prst="rect">
            <a:avLst/>
          </a:prstGeom>
        </p:spPr>
        <p:txBody>
          <a:bodyPr spcFirstLastPara="1" wrap="square" lIns="91425" tIns="91425" rIns="91425" bIns="91425" anchor="b" anchorCtr="0">
            <a:noAutofit/>
          </a:bodyPr>
          <a:lstStyle/>
          <a:p>
            <a:pPr marL="0" lvl="0" indent="0"/>
            <a:r>
              <a:rPr lang="en-US" altLang="zh-TW" sz="2400" b="1" dirty="0"/>
              <a:t>Solution Quality</a:t>
            </a:r>
            <a:endParaRPr sz="2400" dirty="0"/>
          </a:p>
        </p:txBody>
      </p:sp>
      <p:sp>
        <p:nvSpPr>
          <p:cNvPr id="259" name="Google Shape;259;p33"/>
          <p:cNvSpPr txBox="1">
            <a:spLocks noGrp="1"/>
          </p:cNvSpPr>
          <p:nvPr>
            <p:ph type="subTitle" idx="1"/>
          </p:nvPr>
        </p:nvSpPr>
        <p:spPr>
          <a:xfrm>
            <a:off x="719995" y="3331677"/>
            <a:ext cx="2305500" cy="841942"/>
          </a:xfrm>
          <a:prstGeom prst="rect">
            <a:avLst/>
          </a:prstGeom>
        </p:spPr>
        <p:txBody>
          <a:bodyPr spcFirstLastPara="1" wrap="square" lIns="91425" tIns="91425" rIns="91425" bIns="91425" anchor="t" anchorCtr="0">
            <a:noAutofit/>
          </a:bodyPr>
          <a:lstStyle/>
          <a:p>
            <a:pPr marL="0" lvl="0" indent="0"/>
            <a:r>
              <a:rPr lang="en-US" altLang="zh-TW" sz="1400" dirty="0"/>
              <a:t>Ease of understanding and operation</a:t>
            </a:r>
            <a:endParaRPr sz="1400" dirty="0"/>
          </a:p>
        </p:txBody>
      </p:sp>
      <p:sp>
        <p:nvSpPr>
          <p:cNvPr id="260" name="Google Shape;260;p33"/>
          <p:cNvSpPr txBox="1">
            <a:spLocks noGrp="1"/>
          </p:cNvSpPr>
          <p:nvPr>
            <p:ph type="subTitle" idx="2"/>
          </p:nvPr>
        </p:nvSpPr>
        <p:spPr>
          <a:xfrm>
            <a:off x="3419230" y="3331677"/>
            <a:ext cx="2305500" cy="841942"/>
          </a:xfrm>
          <a:prstGeom prst="rect">
            <a:avLst/>
          </a:prstGeom>
        </p:spPr>
        <p:txBody>
          <a:bodyPr spcFirstLastPara="1" wrap="square" lIns="91425" tIns="91425" rIns="91425" bIns="91425" anchor="t" anchorCtr="0">
            <a:noAutofit/>
          </a:bodyPr>
          <a:lstStyle/>
          <a:p>
            <a:pPr marL="0" lvl="0" indent="0"/>
            <a:r>
              <a:rPr lang="en-US" altLang="zh-TW" sz="1400" dirty="0"/>
              <a:t>Level of schedule optimization</a:t>
            </a:r>
            <a:endParaRPr sz="1400" dirty="0"/>
          </a:p>
        </p:txBody>
      </p:sp>
      <p:sp>
        <p:nvSpPr>
          <p:cNvPr id="261" name="Google Shape;261;p33"/>
          <p:cNvSpPr txBox="1">
            <a:spLocks noGrp="1"/>
          </p:cNvSpPr>
          <p:nvPr>
            <p:ph type="subTitle" idx="3"/>
          </p:nvPr>
        </p:nvSpPr>
        <p:spPr>
          <a:xfrm>
            <a:off x="6118465" y="3331676"/>
            <a:ext cx="2305500" cy="841943"/>
          </a:xfrm>
          <a:prstGeom prst="rect">
            <a:avLst/>
          </a:prstGeom>
        </p:spPr>
        <p:txBody>
          <a:bodyPr spcFirstLastPara="1" wrap="square" lIns="91425" tIns="91425" rIns="91425" bIns="91425" anchor="t" anchorCtr="0">
            <a:noAutofit/>
          </a:bodyPr>
          <a:lstStyle/>
          <a:p>
            <a:pPr marL="0" lvl="0" indent="0"/>
            <a:r>
              <a:rPr lang="en-US" altLang="zh-TW" sz="1400" dirty="0"/>
              <a:t>Real-world feasibility with minimal manual adjustment</a:t>
            </a:r>
            <a:endParaRPr sz="1400" dirty="0"/>
          </a:p>
        </p:txBody>
      </p:sp>
      <p:sp>
        <p:nvSpPr>
          <p:cNvPr id="262" name="Google Shape;262;p33"/>
          <p:cNvSpPr txBox="1">
            <a:spLocks noGrp="1"/>
          </p:cNvSpPr>
          <p:nvPr>
            <p:ph type="subTitle" idx="6"/>
          </p:nvPr>
        </p:nvSpPr>
        <p:spPr>
          <a:xfrm>
            <a:off x="6118472" y="2492733"/>
            <a:ext cx="2305500" cy="572700"/>
          </a:xfrm>
          <a:prstGeom prst="rect">
            <a:avLst/>
          </a:prstGeom>
        </p:spPr>
        <p:txBody>
          <a:bodyPr spcFirstLastPara="1" wrap="square" lIns="91425" tIns="91425" rIns="91425" bIns="91425" anchor="b" anchorCtr="0">
            <a:noAutofit/>
          </a:bodyPr>
          <a:lstStyle/>
          <a:p>
            <a:pPr marL="0" lvl="0" indent="0"/>
            <a:r>
              <a:rPr lang="en-US" altLang="zh-TW" sz="2400" b="1" dirty="0"/>
              <a:t>Applicability</a:t>
            </a:r>
            <a:endParaRPr sz="2400" dirty="0"/>
          </a:p>
        </p:txBody>
      </p:sp>
      <p:grpSp>
        <p:nvGrpSpPr>
          <p:cNvPr id="2" name="Google Shape;8612;p59">
            <a:extLst>
              <a:ext uri="{FF2B5EF4-FFF2-40B4-BE49-F238E27FC236}">
                <a16:creationId xmlns:a16="http://schemas.microsoft.com/office/drawing/2014/main" id="{F76E91A9-67B9-91B0-A85B-45D1A2097DC5}"/>
              </a:ext>
            </a:extLst>
          </p:cNvPr>
          <p:cNvGrpSpPr/>
          <p:nvPr/>
        </p:nvGrpSpPr>
        <p:grpSpPr>
          <a:xfrm>
            <a:off x="6887243" y="1568250"/>
            <a:ext cx="767957" cy="572699"/>
            <a:chOff x="5216456" y="3725484"/>
            <a:chExt cx="356196" cy="265631"/>
          </a:xfrm>
          <a:solidFill>
            <a:srgbClr val="96A8D1"/>
          </a:solidFill>
        </p:grpSpPr>
        <p:sp>
          <p:nvSpPr>
            <p:cNvPr id="3" name="Google Shape;8613;p59">
              <a:extLst>
                <a:ext uri="{FF2B5EF4-FFF2-40B4-BE49-F238E27FC236}">
                  <a16:creationId xmlns:a16="http://schemas.microsoft.com/office/drawing/2014/main" id="{86EE3062-0120-49D2-EE12-32986E998284}"/>
                </a:ext>
              </a:extLst>
            </p:cNvPr>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ln/>
          </p:spPr>
          <p:style>
            <a:lnRef idx="1">
              <a:schemeClr val="accent2"/>
            </a:lnRef>
            <a:fillRef idx="2">
              <a:schemeClr val="accent2"/>
            </a:fillRef>
            <a:effectRef idx="1">
              <a:schemeClr val="accent2"/>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Google Shape;8614;p59">
              <a:extLst>
                <a:ext uri="{FF2B5EF4-FFF2-40B4-BE49-F238E27FC236}">
                  <a16:creationId xmlns:a16="http://schemas.microsoft.com/office/drawing/2014/main" id="{9C7438CF-5D71-D885-43F7-333DD4F9FAE2}"/>
                </a:ext>
              </a:extLst>
            </p:cNvPr>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ln/>
          </p:spPr>
          <p:style>
            <a:lnRef idx="1">
              <a:schemeClr val="accent2"/>
            </a:lnRef>
            <a:fillRef idx="2">
              <a:schemeClr val="accent2"/>
            </a:fillRef>
            <a:effectRef idx="1">
              <a:schemeClr val="accent2"/>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Google Shape;11280;p63">
            <a:extLst>
              <a:ext uri="{FF2B5EF4-FFF2-40B4-BE49-F238E27FC236}">
                <a16:creationId xmlns:a16="http://schemas.microsoft.com/office/drawing/2014/main" id="{D2363765-0976-6AC0-53E5-218554BB1D24}"/>
              </a:ext>
            </a:extLst>
          </p:cNvPr>
          <p:cNvSpPr/>
          <p:nvPr/>
        </p:nvSpPr>
        <p:spPr>
          <a:xfrm>
            <a:off x="1509513" y="1489443"/>
            <a:ext cx="726465" cy="622748"/>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ln/>
        </p:spPr>
        <p:style>
          <a:lnRef idx="1">
            <a:schemeClr val="accent2"/>
          </a:lnRef>
          <a:fillRef idx="2">
            <a:schemeClr val="accent2"/>
          </a:fillRef>
          <a:effectRef idx="1">
            <a:schemeClr val="accent2"/>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6" name="Google Shape;9643;p61">
            <a:extLst>
              <a:ext uri="{FF2B5EF4-FFF2-40B4-BE49-F238E27FC236}">
                <a16:creationId xmlns:a16="http://schemas.microsoft.com/office/drawing/2014/main" id="{019DE48A-4EC3-06D5-8ECB-B37F1AF915CD}"/>
              </a:ext>
            </a:extLst>
          </p:cNvPr>
          <p:cNvGrpSpPr/>
          <p:nvPr/>
        </p:nvGrpSpPr>
        <p:grpSpPr>
          <a:xfrm>
            <a:off x="4260569" y="1494316"/>
            <a:ext cx="622821" cy="623491"/>
            <a:chOff x="3539102" y="2427549"/>
            <a:chExt cx="355099" cy="355481"/>
          </a:xfrm>
          <a:solidFill>
            <a:srgbClr val="96A8D1"/>
          </a:solidFill>
        </p:grpSpPr>
        <p:sp>
          <p:nvSpPr>
            <p:cNvPr id="7" name="Google Shape;9644;p61">
              <a:extLst>
                <a:ext uri="{FF2B5EF4-FFF2-40B4-BE49-F238E27FC236}">
                  <a16:creationId xmlns:a16="http://schemas.microsoft.com/office/drawing/2014/main" id="{DF16DCB7-07C5-0E55-C429-C3E19E72F6C9}"/>
                </a:ext>
              </a:extLst>
            </p:cNvPr>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ln/>
          </p:spPr>
          <p:style>
            <a:lnRef idx="1">
              <a:schemeClr val="accent2"/>
            </a:lnRef>
            <a:fillRef idx="2">
              <a:schemeClr val="accent2"/>
            </a:fillRef>
            <a:effectRef idx="1">
              <a:schemeClr val="accent2"/>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9645;p61">
              <a:extLst>
                <a:ext uri="{FF2B5EF4-FFF2-40B4-BE49-F238E27FC236}">
                  <a16:creationId xmlns:a16="http://schemas.microsoft.com/office/drawing/2014/main" id="{17E2E46C-A22B-CDA6-7E38-8E29E842C4B3}"/>
                </a:ext>
              </a:extLst>
            </p:cNvPr>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ln/>
          </p:spPr>
          <p:style>
            <a:lnRef idx="1">
              <a:schemeClr val="accent2"/>
            </a:lnRef>
            <a:fillRef idx="2">
              <a:schemeClr val="accent2"/>
            </a:fillRef>
            <a:effectRef idx="1">
              <a:schemeClr val="accent2"/>
            </a:effectRef>
            <a:fontRef idx="minor">
              <a:schemeClr val="dk1"/>
            </a:fontRef>
          </p:style>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46"/>
        <p:cNvGrpSpPr/>
        <p:nvPr/>
      </p:nvGrpSpPr>
      <p:grpSpPr>
        <a:xfrm>
          <a:off x="0" y="0"/>
          <a:ext cx="0" cy="0"/>
          <a:chOff x="0" y="0"/>
          <a:chExt cx="0" cy="0"/>
        </a:xfrm>
      </p:grpSpPr>
      <p:sp>
        <p:nvSpPr>
          <p:cNvPr id="248" name="Google Shape;248;p32"/>
          <p:cNvSpPr txBox="1">
            <a:spLocks noGrp="1"/>
          </p:cNvSpPr>
          <p:nvPr>
            <p:ph type="title"/>
          </p:nvPr>
        </p:nvSpPr>
        <p:spPr>
          <a:xfrm>
            <a:off x="898971" y="414725"/>
            <a:ext cx="3092923" cy="572700"/>
          </a:xfrm>
          <a:prstGeom prst="rect">
            <a:avLst/>
          </a:prstGeom>
        </p:spPr>
        <p:txBody>
          <a:bodyPr spcFirstLastPara="1" wrap="square" lIns="91425" tIns="91425" rIns="91425" bIns="91425" anchor="t" anchorCtr="0">
            <a:noAutofit/>
          </a:bodyPr>
          <a:lstStyle/>
          <a:p>
            <a:pPr lvl="0" algn="l"/>
            <a:r>
              <a:rPr lang="en-US" altLang="zh-TW" b="1" dirty="0"/>
              <a:t>SPP/SCP Model</a:t>
            </a:r>
            <a:endParaRPr dirty="0"/>
          </a:p>
        </p:txBody>
      </p:sp>
      <mc:AlternateContent xmlns:mc="http://schemas.openxmlformats.org/markup-compatibility/2006" xmlns:a14="http://schemas.microsoft.com/office/drawing/2010/main">
        <mc:Choice Requires="a14">
          <p:sp>
            <p:nvSpPr>
              <p:cNvPr id="251" name="Google Shape;251;p32"/>
              <p:cNvSpPr txBox="1">
                <a:spLocks noGrp="1"/>
              </p:cNvSpPr>
              <p:nvPr>
                <p:ph type="subTitle" idx="3"/>
              </p:nvPr>
            </p:nvSpPr>
            <p:spPr>
              <a:xfrm>
                <a:off x="1339765" y="1193438"/>
                <a:ext cx="1688661" cy="107044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14:m>
                  <m:oMathPara xmlns:m="http://schemas.openxmlformats.org/officeDocument/2006/math">
                    <m:oMathParaPr>
                      <m:jc m:val="centerGroup"/>
                    </m:oMathParaPr>
                    <m:oMath xmlns:m="http://schemas.openxmlformats.org/officeDocument/2006/math">
                      <m:r>
                        <a:rPr lang="en-US" b="0" i="1" smtClean="0">
                          <a:latin typeface="Cambria Math" panose="02040503050406030204" pitchFamily="18" charset="0"/>
                        </a:rPr>
                        <m:t>𝑚𝑖𝑛</m:t>
                      </m:r>
                      <m:nary>
                        <m:naryPr>
                          <m:chr m:val="∑"/>
                          <m:ctrlPr>
                            <a:rPr lang="pt-BR" i="1" smtClean="0">
                              <a:latin typeface="Cambria Math" panose="02040503050406030204" pitchFamily="18" charset="0"/>
                            </a:rPr>
                          </m:ctrlPr>
                        </m:naryPr>
                        <m:sub>
                          <m:r>
                            <m:rPr>
                              <m:brk m:alnAt="23"/>
                            </m:rPr>
                            <a:rPr lang="en-US" b="0" i="1" smtClean="0">
                              <a:latin typeface="Cambria Math" panose="02040503050406030204" pitchFamily="18" charset="0"/>
                            </a:rPr>
                            <m:t>𝑗</m:t>
                          </m:r>
                          <m:r>
                            <a:rPr lang="pt-BR" i="1" smtClean="0">
                              <a:latin typeface="Cambria Math" panose="02040503050406030204" pitchFamily="18" charset="0"/>
                            </a:rPr>
                            <m:t>=</m:t>
                          </m:r>
                          <m:r>
                            <a:rPr lang="en-US" b="0" i="1" smtClean="0">
                              <a:latin typeface="Cambria Math" panose="02040503050406030204" pitchFamily="18" charset="0"/>
                            </a:rPr>
                            <m:t>1</m:t>
                          </m:r>
                        </m:sub>
                        <m:sup>
                          <m:r>
                            <a:rPr lang="pt-BR" i="1" smtClean="0">
                              <a:latin typeface="Cambria Math" panose="02040503050406030204" pitchFamily="18" charset="0"/>
                            </a:rPr>
                            <m:t>𝑛</m:t>
                          </m:r>
                        </m:sup>
                        <m:e>
                          <m:sSub>
                            <m:sSubPr>
                              <m:ctrlPr>
                                <a:rPr lang="pt-BR" altLang="zh-TW" i="1" smtClean="0">
                                  <a:latin typeface="Cambria Math" panose="02040503050406030204" pitchFamily="18" charset="0"/>
                                </a:rPr>
                              </m:ctrlPr>
                            </m:sSubPr>
                            <m:e>
                              <m:r>
                                <a:rPr lang="en-US" altLang="zh-TW" b="0" i="1" smtClean="0">
                                  <a:latin typeface="Cambria Math" panose="02040503050406030204" pitchFamily="18" charset="0"/>
                                </a:rPr>
                                <m:t>𝑐</m:t>
                              </m:r>
                            </m:e>
                            <m:sub>
                              <m:r>
                                <a:rPr lang="en-US" altLang="zh-TW" b="0" i="1" smtClean="0">
                                  <a:latin typeface="Cambria Math" panose="02040503050406030204" pitchFamily="18" charset="0"/>
                                </a:rPr>
                                <m:t>𝑗</m:t>
                              </m:r>
                            </m:sub>
                          </m:sSub>
                        </m:e>
                      </m:nary>
                      <m:sSub>
                        <m:sSubPr>
                          <m:ctrlPr>
                            <a:rPr lang="pt-BR" altLang="zh-TW" i="1" smtClean="0">
                              <a:latin typeface="Cambria Math" panose="02040503050406030204" pitchFamily="18" charset="0"/>
                            </a:rPr>
                          </m:ctrlPr>
                        </m:sSubPr>
                        <m:e>
                          <m:r>
                            <a:rPr lang="en-US" altLang="zh-TW" b="0" i="1" smtClean="0">
                              <a:latin typeface="Cambria Math" panose="02040503050406030204" pitchFamily="18" charset="0"/>
                            </a:rPr>
                            <m:t>𝑥</m:t>
                          </m:r>
                        </m:e>
                        <m:sub>
                          <m:r>
                            <a:rPr lang="en-US" altLang="zh-TW" b="0" i="1" smtClean="0">
                              <a:latin typeface="Cambria Math" panose="02040503050406030204" pitchFamily="18" charset="0"/>
                            </a:rPr>
                            <m:t>𝑗</m:t>
                          </m:r>
                        </m:sub>
                      </m:sSub>
                    </m:oMath>
                  </m:oMathPara>
                </a14:m>
                <a:endParaRPr dirty="0"/>
              </a:p>
            </p:txBody>
          </p:sp>
        </mc:Choice>
        <mc:Fallback xmlns="">
          <p:sp>
            <p:nvSpPr>
              <p:cNvPr id="251" name="Google Shape;251;p32"/>
              <p:cNvSpPr txBox="1">
                <a:spLocks noGrp="1" noRot="1" noChangeAspect="1" noMove="1" noResize="1" noEditPoints="1" noAdjustHandles="1" noChangeArrowheads="1" noChangeShapeType="1" noTextEdit="1"/>
              </p:cNvSpPr>
              <p:nvPr>
                <p:ph type="subTitle" idx="3"/>
              </p:nvPr>
            </p:nvSpPr>
            <p:spPr>
              <a:xfrm>
                <a:off x="1339765" y="1193438"/>
                <a:ext cx="1688661" cy="1070440"/>
              </a:xfrm>
              <a:prstGeom prst="rect">
                <a:avLst/>
              </a:prstGeom>
              <a:blipFill>
                <a:blip r:embed="rId3"/>
                <a:stretch>
                  <a:fillRect/>
                </a:stretch>
              </a:blipFill>
            </p:spPr>
            <p:txBody>
              <a:bodyPr/>
              <a:lstStyle/>
              <a:p>
                <a:r>
                  <a:rPr lang="zh-TW" altLang="en-US">
                    <a:noFill/>
                  </a:rPr>
                  <a:t> </a:t>
                </a:r>
              </a:p>
            </p:txBody>
          </p:sp>
        </mc:Fallback>
      </mc:AlternateContent>
      <p:cxnSp>
        <p:nvCxnSpPr>
          <p:cNvPr id="45" name="直線接點 44">
            <a:extLst>
              <a:ext uri="{FF2B5EF4-FFF2-40B4-BE49-F238E27FC236}">
                <a16:creationId xmlns:a16="http://schemas.microsoft.com/office/drawing/2014/main" id="{058287DD-B372-E296-AA39-676B68AA4DE8}"/>
              </a:ext>
            </a:extLst>
          </p:cNvPr>
          <p:cNvCxnSpPr>
            <a:cxnSpLocks/>
          </p:cNvCxnSpPr>
          <p:nvPr/>
        </p:nvCxnSpPr>
        <p:spPr>
          <a:xfrm flipH="1">
            <a:off x="4003156" y="2667799"/>
            <a:ext cx="4779337" cy="0"/>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mc:AlternateContent xmlns:mc="http://schemas.openxmlformats.org/markup-compatibility/2006" xmlns:a14="http://schemas.microsoft.com/office/drawing/2010/main">
        <mc:Choice Requires="a14">
          <p:sp>
            <p:nvSpPr>
              <p:cNvPr id="46" name="Google Shape;251;p32">
                <a:extLst>
                  <a:ext uri="{FF2B5EF4-FFF2-40B4-BE49-F238E27FC236}">
                    <a16:creationId xmlns:a16="http://schemas.microsoft.com/office/drawing/2014/main" id="{83279DE8-EFFF-403F-6D76-841C706EFEEB}"/>
                  </a:ext>
                </a:extLst>
              </p:cNvPr>
              <p:cNvSpPr txBox="1">
                <a:spLocks/>
              </p:cNvSpPr>
              <p:nvPr/>
            </p:nvSpPr>
            <p:spPr>
              <a:xfrm>
                <a:off x="4314394" y="1148071"/>
                <a:ext cx="1688661" cy="107044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nary>
                        <m:naryPr>
                          <m:chr m:val="∑"/>
                          <m:ctrlPr>
                            <a:rPr lang="ar-AE" i="1" smtClean="0">
                              <a:latin typeface="Cambria Math" panose="02040503050406030204" pitchFamily="18" charset="0"/>
                            </a:rPr>
                          </m:ctrlPr>
                        </m:naryPr>
                        <m:sub>
                          <m:r>
                            <m:rPr>
                              <m:brk m:alnAt="23"/>
                            </m:rPr>
                            <a:rPr lang="ar-AE" i="1" smtClean="0">
                              <a:latin typeface="Cambria Math" panose="02040503050406030204" pitchFamily="18" charset="0"/>
                            </a:rPr>
                            <m:t>𝑗</m:t>
                          </m:r>
                          <m:r>
                            <a:rPr lang="ar-AE" i="1" smtClean="0">
                              <a:latin typeface="Cambria Math" panose="02040503050406030204" pitchFamily="18" charset="0"/>
                            </a:rPr>
                            <m:t>=</m:t>
                          </m:r>
                          <m:r>
                            <a:rPr lang="en-US" b="0" i="1" smtClean="0">
                              <a:latin typeface="Cambria Math" panose="02040503050406030204" pitchFamily="18" charset="0"/>
                            </a:rPr>
                            <m:t>1</m:t>
                          </m:r>
                        </m:sub>
                        <m:sup>
                          <m:r>
                            <a:rPr lang="ar-AE" i="1" smtClean="0">
                              <a:latin typeface="Cambria Math" panose="02040503050406030204" pitchFamily="18" charset="0"/>
                            </a:rPr>
                            <m:t>𝑛</m:t>
                          </m:r>
                        </m:sup>
                        <m:e>
                          <m:sSub>
                            <m:sSubPr>
                              <m:ctrlPr>
                                <a:rPr lang="ar-AE" altLang="zh-TW" i="1" smtClean="0">
                                  <a:latin typeface="Cambria Math" panose="02040503050406030204" pitchFamily="18" charset="0"/>
                                </a:rPr>
                              </m:ctrlPr>
                            </m:sSubPr>
                            <m:e>
                              <m:r>
                                <a:rPr lang="en-US" altLang="zh-TW" b="0" i="1" smtClean="0">
                                  <a:latin typeface="Cambria Math" panose="02040503050406030204" pitchFamily="18" charset="0"/>
                                </a:rPr>
                                <m:t>𝑎</m:t>
                              </m:r>
                            </m:e>
                            <m:sub>
                              <m:r>
                                <a:rPr lang="en-US" altLang="zh-TW" b="0" i="1" smtClean="0">
                                  <a:latin typeface="Cambria Math" panose="02040503050406030204" pitchFamily="18" charset="0"/>
                                </a:rPr>
                                <m:t>𝑖</m:t>
                              </m:r>
                              <m:r>
                                <a:rPr lang="zh-TW" altLang="ar-AE" i="1" smtClean="0">
                                  <a:latin typeface="Cambria Math" panose="02040503050406030204" pitchFamily="18" charset="0"/>
                                </a:rPr>
                                <m:t>𝑗</m:t>
                              </m:r>
                            </m:sub>
                          </m:sSub>
                        </m:e>
                      </m:nary>
                      <m:sSub>
                        <m:sSubPr>
                          <m:ctrlPr>
                            <a:rPr lang="ar-AE" altLang="zh-TW" i="1" smtClean="0">
                              <a:latin typeface="Cambria Math" panose="02040503050406030204" pitchFamily="18" charset="0"/>
                            </a:rPr>
                          </m:ctrlPr>
                        </m:sSubPr>
                        <m:e>
                          <m:r>
                            <a:rPr lang="zh-TW" altLang="ar-AE" i="1" smtClean="0">
                              <a:latin typeface="Cambria Math" panose="02040503050406030204" pitchFamily="18" charset="0"/>
                            </a:rPr>
                            <m:t>𝑥</m:t>
                          </m:r>
                        </m:e>
                        <m:sub>
                          <m:r>
                            <a:rPr lang="zh-TW" altLang="ar-AE" i="1" smtClean="0">
                              <a:latin typeface="Cambria Math" panose="02040503050406030204" pitchFamily="18" charset="0"/>
                            </a:rPr>
                            <m:t>𝑗</m:t>
                          </m:r>
                        </m:sub>
                      </m:sSub>
                      <m:r>
                        <a:rPr lang="en-US" altLang="zh-TW" b="0" i="0" smtClean="0">
                          <a:latin typeface="Cambria Math" panose="02040503050406030204" pitchFamily="18" charset="0"/>
                        </a:rPr>
                        <m:t>=</m:t>
                      </m:r>
                      <m:r>
                        <a:rPr lang="en-US" altLang="zh-TW" b="0" i="0" smtClean="0">
                          <a:latin typeface="Cambria Math" panose="02040503050406030204" pitchFamily="18" charset="0"/>
                        </a:rPr>
                        <m:t>1</m:t>
                      </m:r>
                    </m:oMath>
                  </m:oMathPara>
                </a14:m>
                <a:endParaRPr lang="ar-AE" dirty="0"/>
              </a:p>
            </p:txBody>
          </p:sp>
        </mc:Choice>
        <mc:Fallback xmlns="">
          <p:sp>
            <p:nvSpPr>
              <p:cNvPr id="46" name="Google Shape;251;p32">
                <a:extLst>
                  <a:ext uri="{FF2B5EF4-FFF2-40B4-BE49-F238E27FC236}">
                    <a16:creationId xmlns:a16="http://schemas.microsoft.com/office/drawing/2014/main" id="{83279DE8-EFFF-403F-6D76-841C706EFEEB}"/>
                  </a:ext>
                </a:extLst>
              </p:cNvPr>
              <p:cNvSpPr txBox="1">
                <a:spLocks noRot="1" noChangeAspect="1" noMove="1" noResize="1" noEditPoints="1" noAdjustHandles="1" noChangeArrowheads="1" noChangeShapeType="1" noTextEdit="1"/>
              </p:cNvSpPr>
              <p:nvPr/>
            </p:nvSpPr>
            <p:spPr>
              <a:xfrm>
                <a:off x="4314394" y="1148071"/>
                <a:ext cx="1688661" cy="1070440"/>
              </a:xfrm>
              <a:prstGeom prst="rect">
                <a:avLst/>
              </a:prstGeom>
              <a:blipFill>
                <a:blip r:embed="rId4"/>
                <a:stretch>
                  <a:fillRect r="-3610"/>
                </a:stretch>
              </a:blipFill>
              <a:ln>
                <a:noFill/>
              </a:ln>
            </p:spPr>
            <p:txBody>
              <a:bodyPr/>
              <a:lstStyle/>
              <a:p>
                <a:r>
                  <a:rPr lang="zh-TW" altLang="en-US">
                    <a:noFill/>
                  </a:rPr>
                  <a:t> </a:t>
                </a:r>
              </a:p>
            </p:txBody>
          </p:sp>
        </mc:Fallback>
      </mc:AlternateContent>
      <p:sp>
        <p:nvSpPr>
          <p:cNvPr id="49" name="Google Shape;285;p35">
            <a:extLst>
              <a:ext uri="{FF2B5EF4-FFF2-40B4-BE49-F238E27FC236}">
                <a16:creationId xmlns:a16="http://schemas.microsoft.com/office/drawing/2014/main" id="{16DA96CE-9EF6-99F8-1775-04DC3181106F}"/>
              </a:ext>
            </a:extLst>
          </p:cNvPr>
          <p:cNvSpPr txBox="1">
            <a:spLocks/>
          </p:cNvSpPr>
          <p:nvPr/>
        </p:nvSpPr>
        <p:spPr>
          <a:xfrm>
            <a:off x="5614868" y="1034277"/>
            <a:ext cx="3795822" cy="459858"/>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b="1" dirty="0"/>
              <a:t>Set Partitioning (SPP) </a:t>
            </a:r>
          </a:p>
        </p:txBody>
      </p:sp>
      <mc:AlternateContent xmlns:mc="http://schemas.openxmlformats.org/markup-compatibility/2006" xmlns:a14="http://schemas.microsoft.com/office/drawing/2010/main">
        <mc:Choice Requires="a14">
          <p:sp>
            <p:nvSpPr>
              <p:cNvPr id="47" name="Google Shape;251;p32">
                <a:extLst>
                  <a:ext uri="{FF2B5EF4-FFF2-40B4-BE49-F238E27FC236}">
                    <a16:creationId xmlns:a16="http://schemas.microsoft.com/office/drawing/2014/main" id="{0C84946A-2E4D-7CE5-BFC8-173CF3FE6125}"/>
                  </a:ext>
                </a:extLst>
              </p:cNvPr>
              <p:cNvSpPr txBox="1">
                <a:spLocks/>
              </p:cNvSpPr>
              <p:nvPr/>
            </p:nvSpPr>
            <p:spPr>
              <a:xfrm>
                <a:off x="4314393" y="3110244"/>
                <a:ext cx="1688661" cy="107044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nary>
                        <m:naryPr>
                          <m:chr m:val="∑"/>
                          <m:ctrlPr>
                            <a:rPr lang="ar-AE" i="1" smtClean="0">
                              <a:latin typeface="Cambria Math" panose="02040503050406030204" pitchFamily="18" charset="0"/>
                            </a:rPr>
                          </m:ctrlPr>
                        </m:naryPr>
                        <m:sub>
                          <m:r>
                            <m:rPr>
                              <m:brk m:alnAt="23"/>
                            </m:rPr>
                            <a:rPr lang="ar-AE" i="1" smtClean="0">
                              <a:latin typeface="Cambria Math" panose="02040503050406030204" pitchFamily="18" charset="0"/>
                            </a:rPr>
                            <m:t>𝑗</m:t>
                          </m:r>
                          <m:r>
                            <a:rPr lang="ar-AE" i="1" smtClean="0">
                              <a:latin typeface="Cambria Math" panose="02040503050406030204" pitchFamily="18" charset="0"/>
                            </a:rPr>
                            <m:t>=</m:t>
                          </m:r>
                          <m:r>
                            <a:rPr lang="en-US" b="0" i="1" smtClean="0">
                              <a:latin typeface="Cambria Math" panose="02040503050406030204" pitchFamily="18" charset="0"/>
                            </a:rPr>
                            <m:t>1</m:t>
                          </m:r>
                        </m:sub>
                        <m:sup>
                          <m:r>
                            <a:rPr lang="ar-AE" i="1" smtClean="0">
                              <a:latin typeface="Cambria Math" panose="02040503050406030204" pitchFamily="18" charset="0"/>
                            </a:rPr>
                            <m:t>𝑛</m:t>
                          </m:r>
                        </m:sup>
                        <m:e>
                          <m:sSub>
                            <m:sSubPr>
                              <m:ctrlPr>
                                <a:rPr lang="ar-AE" altLang="zh-TW" i="1" smtClean="0">
                                  <a:latin typeface="Cambria Math" panose="02040503050406030204" pitchFamily="18" charset="0"/>
                                </a:rPr>
                              </m:ctrlPr>
                            </m:sSubPr>
                            <m:e>
                              <m:r>
                                <a:rPr lang="en-US" altLang="zh-TW" b="0" i="1" smtClean="0">
                                  <a:latin typeface="Cambria Math" panose="02040503050406030204" pitchFamily="18" charset="0"/>
                                </a:rPr>
                                <m:t>𝑎</m:t>
                              </m:r>
                            </m:e>
                            <m:sub>
                              <m:r>
                                <a:rPr lang="en-US" altLang="zh-TW" b="0" i="1" smtClean="0">
                                  <a:latin typeface="Cambria Math" panose="02040503050406030204" pitchFamily="18" charset="0"/>
                                </a:rPr>
                                <m:t>𝑖</m:t>
                              </m:r>
                              <m:r>
                                <a:rPr lang="zh-TW" altLang="ar-AE" i="1" smtClean="0">
                                  <a:latin typeface="Cambria Math" panose="02040503050406030204" pitchFamily="18" charset="0"/>
                                </a:rPr>
                                <m:t>𝑗</m:t>
                              </m:r>
                            </m:sub>
                          </m:sSub>
                        </m:e>
                      </m:nary>
                      <m:sSub>
                        <m:sSubPr>
                          <m:ctrlPr>
                            <a:rPr lang="ar-AE" altLang="zh-TW" i="1" smtClean="0">
                              <a:latin typeface="Cambria Math" panose="02040503050406030204" pitchFamily="18" charset="0"/>
                            </a:rPr>
                          </m:ctrlPr>
                        </m:sSubPr>
                        <m:e>
                          <m:r>
                            <a:rPr lang="zh-TW" altLang="ar-AE" i="1" smtClean="0">
                              <a:latin typeface="Cambria Math" panose="02040503050406030204" pitchFamily="18" charset="0"/>
                            </a:rPr>
                            <m:t>𝑥</m:t>
                          </m:r>
                        </m:e>
                        <m:sub>
                          <m:r>
                            <a:rPr lang="zh-TW" altLang="ar-AE" i="1" smtClean="0">
                              <a:latin typeface="Cambria Math" panose="02040503050406030204" pitchFamily="18" charset="0"/>
                            </a:rPr>
                            <m:t>𝑗</m:t>
                          </m:r>
                        </m:sub>
                      </m:sSub>
                      <m:r>
                        <a:rPr lang="en-US" altLang="zh-TW" i="1">
                          <a:latin typeface="Cambria Math" panose="02040503050406030204" pitchFamily="18" charset="0"/>
                        </a:rPr>
                        <m:t>≥</m:t>
                      </m:r>
                      <m:r>
                        <a:rPr lang="en-US" altLang="zh-TW" b="0" i="0" smtClean="0">
                          <a:latin typeface="Cambria Math" panose="02040503050406030204" pitchFamily="18" charset="0"/>
                        </a:rPr>
                        <m:t>1</m:t>
                      </m:r>
                    </m:oMath>
                  </m:oMathPara>
                </a14:m>
                <a:endParaRPr lang="ar-AE" dirty="0"/>
              </a:p>
            </p:txBody>
          </p:sp>
        </mc:Choice>
        <mc:Fallback xmlns="">
          <p:sp>
            <p:nvSpPr>
              <p:cNvPr id="47" name="Google Shape;251;p32">
                <a:extLst>
                  <a:ext uri="{FF2B5EF4-FFF2-40B4-BE49-F238E27FC236}">
                    <a16:creationId xmlns:a16="http://schemas.microsoft.com/office/drawing/2014/main" id="{0C84946A-2E4D-7CE5-BFC8-173CF3FE6125}"/>
                  </a:ext>
                </a:extLst>
              </p:cNvPr>
              <p:cNvSpPr txBox="1">
                <a:spLocks noRot="1" noChangeAspect="1" noMove="1" noResize="1" noEditPoints="1" noAdjustHandles="1" noChangeArrowheads="1" noChangeShapeType="1" noTextEdit="1"/>
              </p:cNvSpPr>
              <p:nvPr/>
            </p:nvSpPr>
            <p:spPr>
              <a:xfrm>
                <a:off x="4314393" y="3110244"/>
                <a:ext cx="1688661" cy="1070440"/>
              </a:xfrm>
              <a:prstGeom prst="rect">
                <a:avLst/>
              </a:prstGeom>
              <a:blipFill>
                <a:blip r:embed="rId5"/>
                <a:stretch>
                  <a:fillRect r="-3610"/>
                </a:stretch>
              </a:blipFill>
              <a:ln>
                <a:noFill/>
              </a:ln>
            </p:spPr>
            <p:txBody>
              <a:bodyPr/>
              <a:lstStyle/>
              <a:p>
                <a:r>
                  <a:rPr lang="zh-TW" altLang="en-US">
                    <a:noFill/>
                  </a:rPr>
                  <a:t> </a:t>
                </a:r>
              </a:p>
            </p:txBody>
          </p:sp>
        </mc:Fallback>
      </mc:AlternateContent>
      <p:sp>
        <p:nvSpPr>
          <p:cNvPr id="50" name="Google Shape;285;p35">
            <a:extLst>
              <a:ext uri="{FF2B5EF4-FFF2-40B4-BE49-F238E27FC236}">
                <a16:creationId xmlns:a16="http://schemas.microsoft.com/office/drawing/2014/main" id="{1A4760EE-010E-71AA-5CFC-DFFF401D5B4E}"/>
              </a:ext>
            </a:extLst>
          </p:cNvPr>
          <p:cNvSpPr txBox="1">
            <a:spLocks/>
          </p:cNvSpPr>
          <p:nvPr/>
        </p:nvSpPr>
        <p:spPr>
          <a:xfrm>
            <a:off x="5614868" y="3185606"/>
            <a:ext cx="3795822" cy="459858"/>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b="1" dirty="0"/>
              <a:t>Set Covering (SCP) </a:t>
            </a:r>
          </a:p>
        </p:txBody>
      </p:sp>
      <p:sp>
        <p:nvSpPr>
          <p:cNvPr id="55" name="Google Shape;281;p35">
            <a:extLst>
              <a:ext uri="{FF2B5EF4-FFF2-40B4-BE49-F238E27FC236}">
                <a16:creationId xmlns:a16="http://schemas.microsoft.com/office/drawing/2014/main" id="{B3B58ECB-B4A6-FE9A-11EE-73BB081DFA48}"/>
              </a:ext>
            </a:extLst>
          </p:cNvPr>
          <p:cNvSpPr txBox="1">
            <a:spLocks noGrp="1"/>
          </p:cNvSpPr>
          <p:nvPr>
            <p:ph type="subTitle" idx="1"/>
          </p:nvPr>
        </p:nvSpPr>
        <p:spPr>
          <a:xfrm>
            <a:off x="6408929" y="1612850"/>
            <a:ext cx="2207700" cy="651028"/>
          </a:xfrm>
          <a:prstGeom prst="rect">
            <a:avLst/>
          </a:prstGeom>
        </p:spPr>
        <p:txBody>
          <a:bodyPr spcFirstLastPara="1" wrap="square" lIns="91425" tIns="91425" rIns="91425" bIns="91425" anchor="t" anchorCtr="0">
            <a:noAutofit/>
          </a:bodyPr>
          <a:lstStyle/>
          <a:p>
            <a:pPr marL="0" lvl="0" indent="0"/>
            <a:r>
              <a:rPr lang="en-US" altLang="zh-TW" sz="1600" b="1" dirty="0"/>
              <a:t>Exactly One</a:t>
            </a:r>
            <a:r>
              <a:rPr lang="en-US" altLang="zh-TW" sz="1600" dirty="0"/>
              <a:t> duty per piece of work.</a:t>
            </a:r>
            <a:endParaRPr sz="1600" dirty="0"/>
          </a:p>
        </p:txBody>
      </p:sp>
      <p:sp>
        <p:nvSpPr>
          <p:cNvPr id="56" name="Google Shape;281;p35">
            <a:extLst>
              <a:ext uri="{FF2B5EF4-FFF2-40B4-BE49-F238E27FC236}">
                <a16:creationId xmlns:a16="http://schemas.microsoft.com/office/drawing/2014/main" id="{64D91B8A-F836-6416-79F1-9A272661D671}"/>
              </a:ext>
            </a:extLst>
          </p:cNvPr>
          <p:cNvSpPr txBox="1">
            <a:spLocks/>
          </p:cNvSpPr>
          <p:nvPr/>
        </p:nvSpPr>
        <p:spPr>
          <a:xfrm>
            <a:off x="6408929" y="3720826"/>
            <a:ext cx="2207700" cy="65102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r>
              <a:rPr lang="en-US" altLang="zh-TW" sz="1600" b="1" dirty="0"/>
              <a:t>At Least One</a:t>
            </a:r>
            <a:r>
              <a:rPr lang="en-US" altLang="zh-TW" sz="1600" dirty="0"/>
              <a:t> duty per piece of work</a:t>
            </a:r>
            <a:endParaRPr lang="en-US" sz="1600" dirty="0"/>
          </a:p>
        </p:txBody>
      </p:sp>
      <p:sp>
        <p:nvSpPr>
          <p:cNvPr id="7" name="Google Shape;285;p35">
            <a:extLst>
              <a:ext uri="{FF2B5EF4-FFF2-40B4-BE49-F238E27FC236}">
                <a16:creationId xmlns:a16="http://schemas.microsoft.com/office/drawing/2014/main" id="{F161F341-4479-A4E1-DC87-5E45D79E1BB8}"/>
              </a:ext>
            </a:extLst>
          </p:cNvPr>
          <p:cNvSpPr txBox="1">
            <a:spLocks/>
          </p:cNvSpPr>
          <p:nvPr/>
        </p:nvSpPr>
        <p:spPr>
          <a:xfrm>
            <a:off x="286185" y="2438598"/>
            <a:ext cx="3795822" cy="459858"/>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b="1" dirty="0"/>
              <a:t>Objective Function</a:t>
            </a:r>
          </a:p>
        </p:txBody>
      </p:sp>
      <p:sp>
        <p:nvSpPr>
          <p:cNvPr id="8" name="Google Shape;281;p35">
            <a:extLst>
              <a:ext uri="{FF2B5EF4-FFF2-40B4-BE49-F238E27FC236}">
                <a16:creationId xmlns:a16="http://schemas.microsoft.com/office/drawing/2014/main" id="{B78D9CF9-376C-6501-0A80-12E9526E2016}"/>
              </a:ext>
            </a:extLst>
          </p:cNvPr>
          <p:cNvSpPr txBox="1">
            <a:spLocks/>
          </p:cNvSpPr>
          <p:nvPr/>
        </p:nvSpPr>
        <p:spPr>
          <a:xfrm>
            <a:off x="898971" y="3201883"/>
            <a:ext cx="2570248" cy="142360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r>
              <a:rPr lang="en-US" altLang="zh-TW" sz="1600" dirty="0"/>
              <a:t>Find the combination of duties that </a:t>
            </a:r>
            <a:r>
              <a:rPr lang="en-US" altLang="zh-TW" sz="1600" b="1" dirty="0"/>
              <a:t>minimizes</a:t>
            </a:r>
            <a:r>
              <a:rPr lang="en-US" altLang="zh-TW" sz="1600" dirty="0"/>
              <a:t> the total cost while covering all tasks</a:t>
            </a:r>
            <a:endParaRPr lang="en-US" sz="1600" dirty="0"/>
          </a:p>
        </p:txBody>
      </p:sp>
      <p:cxnSp>
        <p:nvCxnSpPr>
          <p:cNvPr id="9" name="直線接點 8">
            <a:extLst>
              <a:ext uri="{FF2B5EF4-FFF2-40B4-BE49-F238E27FC236}">
                <a16:creationId xmlns:a16="http://schemas.microsoft.com/office/drawing/2014/main" id="{44300238-43B7-CCA1-CD83-E031D25611CC}"/>
              </a:ext>
            </a:extLst>
          </p:cNvPr>
          <p:cNvCxnSpPr>
            <a:cxnSpLocks/>
          </p:cNvCxnSpPr>
          <p:nvPr/>
        </p:nvCxnSpPr>
        <p:spPr>
          <a:xfrm flipV="1">
            <a:off x="4003156" y="1034277"/>
            <a:ext cx="0" cy="3431397"/>
          </a:xfrm>
          <a:prstGeom prst="line">
            <a:avLst/>
          </a:prstGeom>
          <a:ln>
            <a:solidFill>
              <a:schemeClr val="tx1">
                <a:lumMod val="75000"/>
                <a:lumOff val="25000"/>
              </a:schemeClr>
            </a:solidFill>
          </a:ln>
        </p:spPr>
        <p:style>
          <a:lnRef idx="2">
            <a:schemeClr val="dk1"/>
          </a:lnRef>
          <a:fillRef idx="0">
            <a:schemeClr val="dk1"/>
          </a:fillRef>
          <a:effectRef idx="1">
            <a:schemeClr val="dk1"/>
          </a:effectRef>
          <a:fontRef idx="minor">
            <a:schemeClr val="tx1"/>
          </a:fontRef>
        </p:style>
      </p:cxn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46">
          <a:extLst>
            <a:ext uri="{FF2B5EF4-FFF2-40B4-BE49-F238E27FC236}">
              <a16:creationId xmlns:a16="http://schemas.microsoft.com/office/drawing/2014/main" id="{B8312B7D-2FB3-CA85-491A-03EDA89BAD41}"/>
            </a:ext>
          </a:extLst>
        </p:cNvPr>
        <p:cNvGrpSpPr/>
        <p:nvPr/>
      </p:nvGrpSpPr>
      <p:grpSpPr>
        <a:xfrm>
          <a:off x="0" y="0"/>
          <a:ext cx="0" cy="0"/>
          <a:chOff x="0" y="0"/>
          <a:chExt cx="0" cy="0"/>
        </a:xfrm>
      </p:grpSpPr>
      <p:sp>
        <p:nvSpPr>
          <p:cNvPr id="248" name="Google Shape;248;p32">
            <a:extLst>
              <a:ext uri="{FF2B5EF4-FFF2-40B4-BE49-F238E27FC236}">
                <a16:creationId xmlns:a16="http://schemas.microsoft.com/office/drawing/2014/main" id="{787F53C9-7EF1-1B29-D0F4-C1D6E0864ADD}"/>
              </a:ext>
            </a:extLst>
          </p:cNvPr>
          <p:cNvSpPr txBox="1">
            <a:spLocks noGrp="1"/>
          </p:cNvSpPr>
          <p:nvPr>
            <p:ph type="title"/>
          </p:nvPr>
        </p:nvSpPr>
        <p:spPr>
          <a:xfrm>
            <a:off x="898971" y="414725"/>
            <a:ext cx="3092923" cy="572700"/>
          </a:xfrm>
          <a:prstGeom prst="rect">
            <a:avLst/>
          </a:prstGeom>
        </p:spPr>
        <p:txBody>
          <a:bodyPr spcFirstLastPara="1" wrap="square" lIns="91425" tIns="91425" rIns="91425" bIns="91425" anchor="t" anchorCtr="0">
            <a:noAutofit/>
          </a:bodyPr>
          <a:lstStyle/>
          <a:p>
            <a:pPr lvl="0" algn="l"/>
            <a:r>
              <a:rPr lang="en-US" altLang="zh-TW" b="1" dirty="0"/>
              <a:t>Model</a:t>
            </a:r>
            <a:r>
              <a:rPr lang="zh-TW" altLang="en-US" b="1" dirty="0"/>
              <a:t> </a:t>
            </a:r>
            <a:r>
              <a:rPr lang="en-US" altLang="zh-TW" b="1" dirty="0"/>
              <a:t>Matrix</a:t>
            </a:r>
            <a:endParaRPr dirty="0"/>
          </a:p>
        </p:txBody>
      </p:sp>
      <mc:AlternateContent xmlns:mc="http://schemas.openxmlformats.org/markup-compatibility/2006" xmlns:a14="http://schemas.microsoft.com/office/drawing/2010/main">
        <mc:Choice Requires="a14">
          <p:graphicFrame>
            <p:nvGraphicFramePr>
              <p:cNvPr id="10" name="表格 9">
                <a:extLst>
                  <a:ext uri="{FF2B5EF4-FFF2-40B4-BE49-F238E27FC236}">
                    <a16:creationId xmlns:a16="http://schemas.microsoft.com/office/drawing/2014/main" id="{0F8E955D-E449-6529-C3DA-258DF62CA91D}"/>
                  </a:ext>
                </a:extLst>
              </p:cNvPr>
              <p:cNvGraphicFramePr>
                <a:graphicFrameLocks noGrp="1"/>
              </p:cNvGraphicFramePr>
              <p:nvPr>
                <p:extLst>
                  <p:ext uri="{D42A27DB-BD31-4B8C-83A1-F6EECF244321}">
                    <p14:modId xmlns:p14="http://schemas.microsoft.com/office/powerpoint/2010/main" val="4157924449"/>
                  </p:ext>
                </p:extLst>
              </p:nvPr>
            </p:nvGraphicFramePr>
            <p:xfrm>
              <a:off x="2327563" y="1392383"/>
              <a:ext cx="6096000" cy="2531515"/>
            </p:xfrm>
            <a:graphic>
              <a:graphicData uri="http://schemas.openxmlformats.org/drawingml/2006/table">
                <a:tbl>
                  <a:tblPr firstRow="1" bandRow="1">
                    <a:tableStyleId>{72833802-FEF1-4C79-8D5D-14CF1EAF98D9}</a:tableStyleId>
                  </a:tblPr>
                  <a:tblGrid>
                    <a:gridCol w="1524000">
                      <a:extLst>
                        <a:ext uri="{9D8B030D-6E8A-4147-A177-3AD203B41FA5}">
                          <a16:colId xmlns:a16="http://schemas.microsoft.com/office/drawing/2014/main" val="198970402"/>
                        </a:ext>
                      </a:extLst>
                    </a:gridCol>
                    <a:gridCol w="1524000">
                      <a:extLst>
                        <a:ext uri="{9D8B030D-6E8A-4147-A177-3AD203B41FA5}">
                          <a16:colId xmlns:a16="http://schemas.microsoft.com/office/drawing/2014/main" val="2586745647"/>
                        </a:ext>
                      </a:extLst>
                    </a:gridCol>
                    <a:gridCol w="1524000">
                      <a:extLst>
                        <a:ext uri="{9D8B030D-6E8A-4147-A177-3AD203B41FA5}">
                          <a16:colId xmlns:a16="http://schemas.microsoft.com/office/drawing/2014/main" val="2994945106"/>
                        </a:ext>
                      </a:extLst>
                    </a:gridCol>
                    <a:gridCol w="1524000">
                      <a:extLst>
                        <a:ext uri="{9D8B030D-6E8A-4147-A177-3AD203B41FA5}">
                          <a16:colId xmlns:a16="http://schemas.microsoft.com/office/drawing/2014/main" val="3419198407"/>
                        </a:ext>
                      </a:extLst>
                    </a:gridCol>
                  </a:tblGrid>
                  <a:tr h="506303">
                    <a:tc>
                      <a:txBody>
                        <a:bodyPr/>
                        <a:lstStyle/>
                        <a:p>
                          <a:pPr lvl="2" algn="ctr"/>
                          <a:r>
                            <a:rPr lang="en-US" altLang="zh-TW" sz="1500" dirty="0">
                              <a:latin typeface="Quicksand Medium" panose="02020500000000000000" charset="0"/>
                            </a:rPr>
                            <a:t>PoW(</a:t>
                          </a:r>
                          <a:r>
                            <a:rPr lang="en-US" altLang="zh-TW" sz="1500" dirty="0" err="1">
                              <a:latin typeface="Quicksand Medium" panose="02020500000000000000" charset="0"/>
                            </a:rPr>
                            <a:t>i</a:t>
                          </a:r>
                          <a:r>
                            <a:rPr lang="en-US" altLang="zh-TW" sz="1500" dirty="0">
                              <a:latin typeface="Quicksand Medium" panose="02020500000000000000" charset="0"/>
                            </a:rPr>
                            <a:t>)\Duty(j)</a:t>
                          </a:r>
                          <a:endParaRPr lang="zh-TW" altLang="en-US" sz="1500" dirty="0">
                            <a:latin typeface="Quicksand Medium" panose="02020500000000000000" charset="0"/>
                          </a:endParaRPr>
                        </a:p>
                      </a:txBody>
                      <a:tcPr/>
                    </a:tc>
                    <a:tc>
                      <a:txBody>
                        <a:bodyPr/>
                        <a:lstStyle/>
                        <a:p>
                          <a:pPr lvl="2" algn="ctr"/>
                          <a:r>
                            <a:rPr lang="en-US" altLang="zh-TW" sz="2000" dirty="0">
                              <a:latin typeface="Quicksand Medium" panose="02020500000000000000" charset="0"/>
                            </a:rPr>
                            <a:t>Duty A (</a:t>
                          </a:r>
                          <a14:m>
                            <m:oMath xmlns:m="http://schemas.openxmlformats.org/officeDocument/2006/math">
                              <m:sSub>
                                <m:sSubPr>
                                  <m:ctrlPr>
                                    <a:rPr lang="en-US" altLang="zh-TW" sz="2000" i="1" dirty="0" smtClean="0">
                                      <a:latin typeface="Cambria Math" panose="02040503050406030204" pitchFamily="18" charset="0"/>
                                    </a:rPr>
                                  </m:ctrlPr>
                                </m:sSubPr>
                                <m:e>
                                  <m:r>
                                    <a:rPr lang="en-US" altLang="zh-TW" sz="2000" b="1" i="1" dirty="0" smtClean="0">
                                      <a:latin typeface="Cambria Math" panose="02040503050406030204" pitchFamily="18" charset="0"/>
                                    </a:rPr>
                                    <m:t>𝒙</m:t>
                                  </m:r>
                                </m:e>
                                <m:sub>
                                  <m:r>
                                    <a:rPr lang="en-US" altLang="zh-TW" sz="2000" b="1" i="1" dirty="0" smtClean="0">
                                      <a:latin typeface="Cambria Math" panose="02040503050406030204" pitchFamily="18" charset="0"/>
                                    </a:rPr>
                                    <m:t>𝟏</m:t>
                                  </m:r>
                                </m:sub>
                              </m:sSub>
                            </m:oMath>
                          </a14:m>
                          <a:r>
                            <a:rPr lang="en-US" altLang="zh-TW" sz="2000" dirty="0">
                              <a:latin typeface="Quicksand Medium" panose="02020500000000000000" charset="0"/>
                            </a:rPr>
                            <a:t>)</a:t>
                          </a:r>
                          <a:endParaRPr lang="zh-TW" altLang="en-US" sz="2000" dirty="0">
                            <a:latin typeface="Quicksand Medium" panose="02020500000000000000" charset="0"/>
                          </a:endParaRPr>
                        </a:p>
                      </a:txBody>
                      <a:tcPr/>
                    </a:tc>
                    <a:tc>
                      <a:txBody>
                        <a:bodyPr/>
                        <a:lstStyle/>
                        <a:p>
                          <a:pPr lvl="2" algn="ctr"/>
                          <a:r>
                            <a:rPr lang="en-US" altLang="zh-TW" sz="2000" dirty="0">
                              <a:latin typeface="Quicksand Medium" panose="02020500000000000000" charset="0"/>
                            </a:rPr>
                            <a:t>Duty B (</a:t>
                          </a:r>
                          <a14:m>
                            <m:oMath xmlns:m="http://schemas.openxmlformats.org/officeDocument/2006/math">
                              <m:sSub>
                                <m:sSubPr>
                                  <m:ctrlPr>
                                    <a:rPr lang="en-US" altLang="zh-TW" sz="2000" i="1" dirty="0" smtClean="0">
                                      <a:latin typeface="Cambria Math" panose="02040503050406030204" pitchFamily="18" charset="0"/>
                                    </a:rPr>
                                  </m:ctrlPr>
                                </m:sSubPr>
                                <m:e>
                                  <m:r>
                                    <a:rPr lang="en-US" altLang="zh-TW" sz="2000" b="1" i="1" dirty="0" smtClean="0">
                                      <a:latin typeface="Cambria Math" panose="02040503050406030204" pitchFamily="18" charset="0"/>
                                    </a:rPr>
                                    <m:t>𝒙</m:t>
                                  </m:r>
                                </m:e>
                                <m:sub>
                                  <m:r>
                                    <a:rPr lang="en-US" altLang="zh-TW" sz="2000" b="1" i="1" dirty="0" smtClean="0">
                                      <a:latin typeface="Cambria Math" panose="02040503050406030204" pitchFamily="18" charset="0"/>
                                    </a:rPr>
                                    <m:t>𝟐</m:t>
                                  </m:r>
                                </m:sub>
                              </m:sSub>
                            </m:oMath>
                          </a14:m>
                          <a:r>
                            <a:rPr lang="en-US" altLang="zh-TW" sz="2000" dirty="0">
                              <a:latin typeface="Quicksand Medium" panose="02020500000000000000" charset="0"/>
                            </a:rPr>
                            <a:t>)</a:t>
                          </a:r>
                          <a:endParaRPr lang="zh-TW" altLang="en-US" sz="2000" dirty="0">
                            <a:latin typeface="Quicksand Medium" panose="02020500000000000000" charset="0"/>
                          </a:endParaRPr>
                        </a:p>
                      </a:txBody>
                      <a:tcPr/>
                    </a:tc>
                    <a:tc>
                      <a:txBody>
                        <a:bodyPr/>
                        <a:lstStyle/>
                        <a:p>
                          <a:pPr lvl="2" algn="ctr"/>
                          <a:r>
                            <a:rPr lang="en-US" altLang="zh-TW" sz="2000" dirty="0">
                              <a:latin typeface="Quicksand Medium" panose="02020500000000000000" charset="0"/>
                            </a:rPr>
                            <a:t>Duty C (</a:t>
                          </a:r>
                          <a14:m>
                            <m:oMath xmlns:m="http://schemas.openxmlformats.org/officeDocument/2006/math">
                              <m:sSub>
                                <m:sSubPr>
                                  <m:ctrlPr>
                                    <a:rPr lang="en-US" altLang="zh-TW" sz="2000" i="1" dirty="0" smtClean="0">
                                      <a:latin typeface="Cambria Math" panose="02040503050406030204" pitchFamily="18" charset="0"/>
                                    </a:rPr>
                                  </m:ctrlPr>
                                </m:sSubPr>
                                <m:e>
                                  <m:r>
                                    <a:rPr lang="en-US" altLang="zh-TW" sz="2000" b="1" i="1" dirty="0" smtClean="0">
                                      <a:latin typeface="Cambria Math" panose="02040503050406030204" pitchFamily="18" charset="0"/>
                                    </a:rPr>
                                    <m:t>𝒙</m:t>
                                  </m:r>
                                </m:e>
                                <m:sub>
                                  <m:r>
                                    <a:rPr lang="en-US" altLang="zh-TW" sz="2000" b="1" i="1" dirty="0" smtClean="0">
                                      <a:latin typeface="Cambria Math" panose="02040503050406030204" pitchFamily="18" charset="0"/>
                                    </a:rPr>
                                    <m:t>𝟑</m:t>
                                  </m:r>
                                </m:sub>
                              </m:sSub>
                            </m:oMath>
                          </a14:m>
                          <a:r>
                            <a:rPr lang="en-US" altLang="zh-TW" sz="2000" dirty="0">
                              <a:latin typeface="Quicksand Medium" panose="02020500000000000000" charset="0"/>
                            </a:rPr>
                            <a:t>)</a:t>
                          </a:r>
                          <a:endParaRPr lang="zh-TW" altLang="en-US" sz="2000" dirty="0">
                            <a:latin typeface="Quicksand Medium" panose="02020500000000000000" charset="0"/>
                          </a:endParaRPr>
                        </a:p>
                      </a:txBody>
                      <a:tcPr/>
                    </a:tc>
                    <a:extLst>
                      <a:ext uri="{0D108BD9-81ED-4DB2-BD59-A6C34878D82A}">
                        <a16:rowId xmlns:a16="http://schemas.microsoft.com/office/drawing/2014/main" val="1627051028"/>
                      </a:ext>
                    </a:extLst>
                  </a:tr>
                  <a:tr h="506303">
                    <a:tc>
                      <a:txBody>
                        <a:bodyPr/>
                        <a:lstStyle/>
                        <a:p>
                          <a:pPr lvl="2" algn="ctr"/>
                          <a:r>
                            <a:rPr lang="en-US" altLang="zh-TW" sz="2400" dirty="0">
                              <a:latin typeface="Quicksand Medium" panose="02020500000000000000" charset="0"/>
                            </a:rPr>
                            <a:t>PoW</a:t>
                          </a:r>
                          <a:r>
                            <a:rPr lang="zh-TW" altLang="en-US" sz="2400" dirty="0">
                              <a:latin typeface="Quicksand Medium" panose="02020500000000000000" charset="0"/>
                            </a:rPr>
                            <a:t> </a:t>
                          </a:r>
                          <a:r>
                            <a:rPr lang="en-US" altLang="zh-TW" sz="2400" dirty="0">
                              <a:latin typeface="Quicksand Medium" panose="02020500000000000000" charset="0"/>
                            </a:rPr>
                            <a:t>1</a:t>
                          </a:r>
                          <a:endParaRPr lang="zh-TW" altLang="en-US" sz="2400" dirty="0">
                            <a:latin typeface="Quicksand Medium" panose="02020500000000000000" charset="0"/>
                          </a:endParaRPr>
                        </a:p>
                      </a:txBody>
                      <a:tcPr>
                        <a:solidFill>
                          <a:schemeClr val="accent2">
                            <a:lumMod val="60000"/>
                            <a:lumOff val="40000"/>
                          </a:schemeClr>
                        </a:solidFill>
                      </a:tcPr>
                    </a:tc>
                    <a:tc>
                      <a:txBody>
                        <a:bodyPr/>
                        <a:lstStyle/>
                        <a:p>
                          <a:pPr lvl="2" algn="ctr"/>
                          <a:r>
                            <a:rPr lang="en-US" altLang="zh-TW" sz="2400" dirty="0">
                              <a:latin typeface="Quicksand Medium" panose="02020500000000000000" charset="0"/>
                            </a:rPr>
                            <a:t>1</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0</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1</a:t>
                          </a:r>
                          <a:endParaRPr lang="zh-TW" altLang="en-US" sz="2400" dirty="0">
                            <a:latin typeface="Quicksand Medium" panose="02020500000000000000" charset="0"/>
                          </a:endParaRPr>
                        </a:p>
                      </a:txBody>
                      <a:tcPr/>
                    </a:tc>
                    <a:extLst>
                      <a:ext uri="{0D108BD9-81ED-4DB2-BD59-A6C34878D82A}">
                        <a16:rowId xmlns:a16="http://schemas.microsoft.com/office/drawing/2014/main" val="1896387668"/>
                      </a:ext>
                    </a:extLst>
                  </a:tr>
                  <a:tr h="506303">
                    <a:tc>
                      <a:txBody>
                        <a:bodyPr/>
                        <a:lstStyle/>
                        <a:p>
                          <a:pPr marL="0" marR="0" lvl="2"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altLang="zh-TW" sz="2400" dirty="0">
                              <a:latin typeface="Quicksand Medium" panose="02020500000000000000" charset="0"/>
                            </a:rPr>
                            <a:t>PoW</a:t>
                          </a:r>
                          <a:r>
                            <a:rPr lang="zh-TW" altLang="en-US" sz="2400" dirty="0">
                              <a:latin typeface="Quicksand Medium" panose="02020500000000000000" charset="0"/>
                            </a:rPr>
                            <a:t> </a:t>
                          </a:r>
                          <a:r>
                            <a:rPr lang="en-US" altLang="zh-TW" sz="2400" dirty="0">
                              <a:latin typeface="Quicksand Medium" panose="02020500000000000000" charset="0"/>
                            </a:rPr>
                            <a:t>2</a:t>
                          </a:r>
                          <a:endParaRPr lang="zh-TW" altLang="en-US" sz="2400" dirty="0">
                            <a:latin typeface="Quicksand Medium" panose="02020500000000000000" charset="0"/>
                          </a:endParaRPr>
                        </a:p>
                      </a:txBody>
                      <a:tcPr>
                        <a:solidFill>
                          <a:schemeClr val="accent2">
                            <a:lumMod val="60000"/>
                            <a:lumOff val="40000"/>
                          </a:schemeClr>
                        </a:solidFill>
                      </a:tcPr>
                    </a:tc>
                    <a:tc>
                      <a:txBody>
                        <a:bodyPr/>
                        <a:lstStyle/>
                        <a:p>
                          <a:pPr lvl="2" algn="ctr"/>
                          <a:r>
                            <a:rPr lang="en-US" altLang="zh-TW" sz="2400" dirty="0">
                              <a:latin typeface="Quicksand Medium" panose="02020500000000000000" charset="0"/>
                            </a:rPr>
                            <a:t>1</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1</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0</a:t>
                          </a:r>
                          <a:endParaRPr lang="zh-TW" altLang="en-US" sz="2400" dirty="0">
                            <a:latin typeface="Quicksand Medium" panose="02020500000000000000" charset="0"/>
                          </a:endParaRPr>
                        </a:p>
                      </a:txBody>
                      <a:tcPr/>
                    </a:tc>
                    <a:extLst>
                      <a:ext uri="{0D108BD9-81ED-4DB2-BD59-A6C34878D82A}">
                        <a16:rowId xmlns:a16="http://schemas.microsoft.com/office/drawing/2014/main" val="2500464474"/>
                      </a:ext>
                    </a:extLst>
                  </a:tr>
                  <a:tr h="506303">
                    <a:tc>
                      <a:txBody>
                        <a:bodyPr/>
                        <a:lstStyle/>
                        <a:p>
                          <a:pPr marL="0" marR="0" lvl="2"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altLang="zh-TW" sz="2400" dirty="0">
                              <a:latin typeface="Quicksand Medium" panose="02020500000000000000" charset="0"/>
                            </a:rPr>
                            <a:t>PoW</a:t>
                          </a:r>
                          <a:r>
                            <a:rPr lang="zh-TW" altLang="en-US" sz="2400" dirty="0">
                              <a:latin typeface="Quicksand Medium" panose="02020500000000000000" charset="0"/>
                            </a:rPr>
                            <a:t> </a:t>
                          </a:r>
                          <a:r>
                            <a:rPr lang="en-US" altLang="zh-TW" sz="2400" dirty="0">
                              <a:latin typeface="Quicksand Medium" panose="02020500000000000000" charset="0"/>
                            </a:rPr>
                            <a:t>3</a:t>
                          </a:r>
                          <a:endParaRPr lang="zh-TW" altLang="en-US" sz="2400" dirty="0">
                            <a:latin typeface="Quicksand Medium" panose="02020500000000000000" charset="0"/>
                          </a:endParaRPr>
                        </a:p>
                      </a:txBody>
                      <a:tcPr>
                        <a:solidFill>
                          <a:schemeClr val="accent2">
                            <a:lumMod val="60000"/>
                            <a:lumOff val="40000"/>
                          </a:schemeClr>
                        </a:solidFill>
                      </a:tcPr>
                    </a:tc>
                    <a:tc>
                      <a:txBody>
                        <a:bodyPr/>
                        <a:lstStyle/>
                        <a:p>
                          <a:pPr lvl="2" algn="ctr"/>
                          <a:r>
                            <a:rPr lang="en-US" altLang="zh-TW" sz="2400" dirty="0">
                              <a:latin typeface="Quicksand Medium" panose="02020500000000000000" charset="0"/>
                            </a:rPr>
                            <a:t>0</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1</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0</a:t>
                          </a:r>
                          <a:endParaRPr lang="zh-TW" altLang="en-US" sz="2400" dirty="0">
                            <a:latin typeface="Quicksand Medium" panose="02020500000000000000" charset="0"/>
                          </a:endParaRPr>
                        </a:p>
                      </a:txBody>
                      <a:tcPr/>
                    </a:tc>
                    <a:extLst>
                      <a:ext uri="{0D108BD9-81ED-4DB2-BD59-A6C34878D82A}">
                        <a16:rowId xmlns:a16="http://schemas.microsoft.com/office/drawing/2014/main" val="3963785078"/>
                      </a:ext>
                    </a:extLst>
                  </a:tr>
                  <a:tr h="506303">
                    <a:tc>
                      <a:txBody>
                        <a:bodyPr/>
                        <a:lstStyle/>
                        <a:p>
                          <a:pPr lvl="2" algn="ctr"/>
                          <a:r>
                            <a:rPr lang="en-US" altLang="zh-TW" sz="2400" dirty="0">
                              <a:latin typeface="Quicksand Medium" panose="02020500000000000000" charset="0"/>
                            </a:rPr>
                            <a:t>Cost</a:t>
                          </a:r>
                          <a:endParaRPr lang="zh-TW" altLang="en-US" sz="2400" dirty="0">
                            <a:latin typeface="Quicksand Medium" panose="02020500000000000000" charset="0"/>
                          </a:endParaRPr>
                        </a:p>
                      </a:txBody>
                      <a:tcPr>
                        <a:solidFill>
                          <a:schemeClr val="accent2">
                            <a:lumMod val="60000"/>
                            <a:lumOff val="40000"/>
                          </a:schemeClr>
                        </a:solidFill>
                      </a:tcPr>
                    </a:tc>
                    <a:tc>
                      <a:txBody>
                        <a:bodyPr/>
                        <a:lstStyle/>
                        <a:p>
                          <a:pPr lvl="2" algn="ctr"/>
                          <a:r>
                            <a:rPr lang="en-US" altLang="zh-TW" sz="2400" dirty="0">
                              <a:latin typeface="Quicksand Medium" panose="02020500000000000000" charset="0"/>
                            </a:rPr>
                            <a:t>$100</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$100</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$80</a:t>
                          </a:r>
                          <a:endParaRPr lang="zh-TW" altLang="en-US" sz="2400" dirty="0">
                            <a:latin typeface="Quicksand Medium" panose="02020500000000000000" charset="0"/>
                          </a:endParaRPr>
                        </a:p>
                      </a:txBody>
                      <a:tcPr/>
                    </a:tc>
                    <a:extLst>
                      <a:ext uri="{0D108BD9-81ED-4DB2-BD59-A6C34878D82A}">
                        <a16:rowId xmlns:a16="http://schemas.microsoft.com/office/drawing/2014/main" val="2044624980"/>
                      </a:ext>
                    </a:extLst>
                  </a:tr>
                </a:tbl>
              </a:graphicData>
            </a:graphic>
          </p:graphicFrame>
        </mc:Choice>
        <mc:Fallback xmlns="">
          <p:graphicFrame>
            <p:nvGraphicFramePr>
              <p:cNvPr id="10" name="表格 9">
                <a:extLst>
                  <a:ext uri="{FF2B5EF4-FFF2-40B4-BE49-F238E27FC236}">
                    <a16:creationId xmlns:a16="http://schemas.microsoft.com/office/drawing/2014/main" id="{0F8E955D-E449-6529-C3DA-258DF62CA91D}"/>
                  </a:ext>
                </a:extLst>
              </p:cNvPr>
              <p:cNvGraphicFramePr>
                <a:graphicFrameLocks noGrp="1"/>
              </p:cNvGraphicFramePr>
              <p:nvPr>
                <p:extLst>
                  <p:ext uri="{D42A27DB-BD31-4B8C-83A1-F6EECF244321}">
                    <p14:modId xmlns:p14="http://schemas.microsoft.com/office/powerpoint/2010/main" val="4157924449"/>
                  </p:ext>
                </p:extLst>
              </p:nvPr>
            </p:nvGraphicFramePr>
            <p:xfrm>
              <a:off x="2327563" y="1392383"/>
              <a:ext cx="6096000" cy="2531515"/>
            </p:xfrm>
            <a:graphic>
              <a:graphicData uri="http://schemas.openxmlformats.org/drawingml/2006/table">
                <a:tbl>
                  <a:tblPr firstRow="1" bandRow="1">
                    <a:tableStyleId>{72833802-FEF1-4C79-8D5D-14CF1EAF98D9}</a:tableStyleId>
                  </a:tblPr>
                  <a:tblGrid>
                    <a:gridCol w="1524000">
                      <a:extLst>
                        <a:ext uri="{9D8B030D-6E8A-4147-A177-3AD203B41FA5}">
                          <a16:colId xmlns:a16="http://schemas.microsoft.com/office/drawing/2014/main" val="198970402"/>
                        </a:ext>
                      </a:extLst>
                    </a:gridCol>
                    <a:gridCol w="1524000">
                      <a:extLst>
                        <a:ext uri="{9D8B030D-6E8A-4147-A177-3AD203B41FA5}">
                          <a16:colId xmlns:a16="http://schemas.microsoft.com/office/drawing/2014/main" val="2586745647"/>
                        </a:ext>
                      </a:extLst>
                    </a:gridCol>
                    <a:gridCol w="1524000">
                      <a:extLst>
                        <a:ext uri="{9D8B030D-6E8A-4147-A177-3AD203B41FA5}">
                          <a16:colId xmlns:a16="http://schemas.microsoft.com/office/drawing/2014/main" val="2994945106"/>
                        </a:ext>
                      </a:extLst>
                    </a:gridCol>
                    <a:gridCol w="1524000">
                      <a:extLst>
                        <a:ext uri="{9D8B030D-6E8A-4147-A177-3AD203B41FA5}">
                          <a16:colId xmlns:a16="http://schemas.microsoft.com/office/drawing/2014/main" val="3419198407"/>
                        </a:ext>
                      </a:extLst>
                    </a:gridCol>
                  </a:tblGrid>
                  <a:tr h="506303">
                    <a:tc>
                      <a:txBody>
                        <a:bodyPr/>
                        <a:lstStyle/>
                        <a:p>
                          <a:pPr lvl="2" algn="ctr"/>
                          <a:r>
                            <a:rPr lang="en-US" altLang="zh-TW" sz="1500" dirty="0">
                              <a:latin typeface="Quicksand Medium" panose="02020500000000000000" charset="0"/>
                            </a:rPr>
                            <a:t>PoW(</a:t>
                          </a:r>
                          <a:r>
                            <a:rPr lang="en-US" altLang="zh-TW" sz="1500" dirty="0" err="1">
                              <a:latin typeface="Quicksand Medium" panose="02020500000000000000" charset="0"/>
                            </a:rPr>
                            <a:t>i</a:t>
                          </a:r>
                          <a:r>
                            <a:rPr lang="en-US" altLang="zh-TW" sz="1500" dirty="0">
                              <a:latin typeface="Quicksand Medium" panose="02020500000000000000" charset="0"/>
                            </a:rPr>
                            <a:t>)\Duty(j)</a:t>
                          </a:r>
                          <a:endParaRPr lang="zh-TW" altLang="en-US" sz="1500" dirty="0">
                            <a:latin typeface="Quicksand Medium" panose="02020500000000000000" charset="0"/>
                          </a:endParaRPr>
                        </a:p>
                      </a:txBody>
                      <a:tcPr/>
                    </a:tc>
                    <a:tc>
                      <a:txBody>
                        <a:bodyPr/>
                        <a:lstStyle/>
                        <a:p>
                          <a:endParaRPr lang="zh-TW"/>
                        </a:p>
                      </a:txBody>
                      <a:tcPr>
                        <a:blipFill>
                          <a:blip r:embed="rId3"/>
                          <a:stretch>
                            <a:fillRect l="-99602" t="-6024" r="-200000" b="-419277"/>
                          </a:stretch>
                        </a:blipFill>
                      </a:tcPr>
                    </a:tc>
                    <a:tc>
                      <a:txBody>
                        <a:bodyPr/>
                        <a:lstStyle/>
                        <a:p>
                          <a:endParaRPr lang="zh-TW"/>
                        </a:p>
                      </a:txBody>
                      <a:tcPr>
                        <a:blipFill>
                          <a:blip r:embed="rId3"/>
                          <a:stretch>
                            <a:fillRect l="-200400" t="-6024" r="-100800" b="-419277"/>
                          </a:stretch>
                        </a:blipFill>
                      </a:tcPr>
                    </a:tc>
                    <a:tc>
                      <a:txBody>
                        <a:bodyPr/>
                        <a:lstStyle/>
                        <a:p>
                          <a:endParaRPr lang="zh-TW"/>
                        </a:p>
                      </a:txBody>
                      <a:tcPr>
                        <a:blipFill>
                          <a:blip r:embed="rId3"/>
                          <a:stretch>
                            <a:fillRect l="-300400" t="-6024" r="-800" b="-419277"/>
                          </a:stretch>
                        </a:blipFill>
                      </a:tcPr>
                    </a:tc>
                    <a:extLst>
                      <a:ext uri="{0D108BD9-81ED-4DB2-BD59-A6C34878D82A}">
                        <a16:rowId xmlns:a16="http://schemas.microsoft.com/office/drawing/2014/main" val="1627051028"/>
                      </a:ext>
                    </a:extLst>
                  </a:tr>
                  <a:tr h="506303">
                    <a:tc>
                      <a:txBody>
                        <a:bodyPr/>
                        <a:lstStyle/>
                        <a:p>
                          <a:pPr lvl="2" algn="ctr"/>
                          <a:r>
                            <a:rPr lang="en-US" altLang="zh-TW" sz="2400" dirty="0">
                              <a:latin typeface="Quicksand Medium" panose="02020500000000000000" charset="0"/>
                            </a:rPr>
                            <a:t>PoW</a:t>
                          </a:r>
                          <a:r>
                            <a:rPr lang="zh-TW" altLang="en-US" sz="2400" dirty="0">
                              <a:latin typeface="Quicksand Medium" panose="02020500000000000000" charset="0"/>
                            </a:rPr>
                            <a:t> </a:t>
                          </a:r>
                          <a:r>
                            <a:rPr lang="en-US" altLang="zh-TW" sz="2400" dirty="0">
                              <a:latin typeface="Quicksand Medium" panose="02020500000000000000" charset="0"/>
                            </a:rPr>
                            <a:t>1</a:t>
                          </a:r>
                          <a:endParaRPr lang="zh-TW" altLang="en-US" sz="2400" dirty="0">
                            <a:latin typeface="Quicksand Medium" panose="02020500000000000000" charset="0"/>
                          </a:endParaRPr>
                        </a:p>
                      </a:txBody>
                      <a:tcPr>
                        <a:solidFill>
                          <a:schemeClr val="accent2">
                            <a:lumMod val="60000"/>
                            <a:lumOff val="40000"/>
                          </a:schemeClr>
                        </a:solidFill>
                      </a:tcPr>
                    </a:tc>
                    <a:tc>
                      <a:txBody>
                        <a:bodyPr/>
                        <a:lstStyle/>
                        <a:p>
                          <a:pPr lvl="2" algn="ctr"/>
                          <a:r>
                            <a:rPr lang="en-US" altLang="zh-TW" sz="2400" dirty="0">
                              <a:latin typeface="Quicksand Medium" panose="02020500000000000000" charset="0"/>
                            </a:rPr>
                            <a:t>1</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0</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1</a:t>
                          </a:r>
                          <a:endParaRPr lang="zh-TW" altLang="en-US" sz="2400" dirty="0">
                            <a:latin typeface="Quicksand Medium" panose="02020500000000000000" charset="0"/>
                          </a:endParaRPr>
                        </a:p>
                      </a:txBody>
                      <a:tcPr/>
                    </a:tc>
                    <a:extLst>
                      <a:ext uri="{0D108BD9-81ED-4DB2-BD59-A6C34878D82A}">
                        <a16:rowId xmlns:a16="http://schemas.microsoft.com/office/drawing/2014/main" val="1896387668"/>
                      </a:ext>
                    </a:extLst>
                  </a:tr>
                  <a:tr h="506303">
                    <a:tc>
                      <a:txBody>
                        <a:bodyPr/>
                        <a:lstStyle/>
                        <a:p>
                          <a:pPr marL="0" marR="0" lvl="2"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altLang="zh-TW" sz="2400" dirty="0">
                              <a:latin typeface="Quicksand Medium" panose="02020500000000000000" charset="0"/>
                            </a:rPr>
                            <a:t>PoW</a:t>
                          </a:r>
                          <a:r>
                            <a:rPr lang="zh-TW" altLang="en-US" sz="2400" dirty="0">
                              <a:latin typeface="Quicksand Medium" panose="02020500000000000000" charset="0"/>
                            </a:rPr>
                            <a:t> </a:t>
                          </a:r>
                          <a:r>
                            <a:rPr lang="en-US" altLang="zh-TW" sz="2400" dirty="0">
                              <a:latin typeface="Quicksand Medium" panose="02020500000000000000" charset="0"/>
                            </a:rPr>
                            <a:t>2</a:t>
                          </a:r>
                          <a:endParaRPr lang="zh-TW" altLang="en-US" sz="2400" dirty="0">
                            <a:latin typeface="Quicksand Medium" panose="02020500000000000000" charset="0"/>
                          </a:endParaRPr>
                        </a:p>
                      </a:txBody>
                      <a:tcPr>
                        <a:solidFill>
                          <a:schemeClr val="accent2">
                            <a:lumMod val="60000"/>
                            <a:lumOff val="40000"/>
                          </a:schemeClr>
                        </a:solidFill>
                      </a:tcPr>
                    </a:tc>
                    <a:tc>
                      <a:txBody>
                        <a:bodyPr/>
                        <a:lstStyle/>
                        <a:p>
                          <a:pPr lvl="2" algn="ctr"/>
                          <a:r>
                            <a:rPr lang="en-US" altLang="zh-TW" sz="2400" dirty="0">
                              <a:latin typeface="Quicksand Medium" panose="02020500000000000000" charset="0"/>
                            </a:rPr>
                            <a:t>1</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1</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0</a:t>
                          </a:r>
                          <a:endParaRPr lang="zh-TW" altLang="en-US" sz="2400" dirty="0">
                            <a:latin typeface="Quicksand Medium" panose="02020500000000000000" charset="0"/>
                          </a:endParaRPr>
                        </a:p>
                      </a:txBody>
                      <a:tcPr/>
                    </a:tc>
                    <a:extLst>
                      <a:ext uri="{0D108BD9-81ED-4DB2-BD59-A6C34878D82A}">
                        <a16:rowId xmlns:a16="http://schemas.microsoft.com/office/drawing/2014/main" val="2500464474"/>
                      </a:ext>
                    </a:extLst>
                  </a:tr>
                  <a:tr h="506303">
                    <a:tc>
                      <a:txBody>
                        <a:bodyPr/>
                        <a:lstStyle/>
                        <a:p>
                          <a:pPr marL="0" marR="0" lvl="2"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altLang="zh-TW" sz="2400" dirty="0">
                              <a:latin typeface="Quicksand Medium" panose="02020500000000000000" charset="0"/>
                            </a:rPr>
                            <a:t>PoW</a:t>
                          </a:r>
                          <a:r>
                            <a:rPr lang="zh-TW" altLang="en-US" sz="2400" dirty="0">
                              <a:latin typeface="Quicksand Medium" panose="02020500000000000000" charset="0"/>
                            </a:rPr>
                            <a:t> </a:t>
                          </a:r>
                          <a:r>
                            <a:rPr lang="en-US" altLang="zh-TW" sz="2400" dirty="0">
                              <a:latin typeface="Quicksand Medium" panose="02020500000000000000" charset="0"/>
                            </a:rPr>
                            <a:t>3</a:t>
                          </a:r>
                          <a:endParaRPr lang="zh-TW" altLang="en-US" sz="2400" dirty="0">
                            <a:latin typeface="Quicksand Medium" panose="02020500000000000000" charset="0"/>
                          </a:endParaRPr>
                        </a:p>
                      </a:txBody>
                      <a:tcPr>
                        <a:solidFill>
                          <a:schemeClr val="accent2">
                            <a:lumMod val="60000"/>
                            <a:lumOff val="40000"/>
                          </a:schemeClr>
                        </a:solidFill>
                      </a:tcPr>
                    </a:tc>
                    <a:tc>
                      <a:txBody>
                        <a:bodyPr/>
                        <a:lstStyle/>
                        <a:p>
                          <a:pPr lvl="2" algn="ctr"/>
                          <a:r>
                            <a:rPr lang="en-US" altLang="zh-TW" sz="2400" dirty="0">
                              <a:latin typeface="Quicksand Medium" panose="02020500000000000000" charset="0"/>
                            </a:rPr>
                            <a:t>0</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1</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0</a:t>
                          </a:r>
                          <a:endParaRPr lang="zh-TW" altLang="en-US" sz="2400" dirty="0">
                            <a:latin typeface="Quicksand Medium" panose="02020500000000000000" charset="0"/>
                          </a:endParaRPr>
                        </a:p>
                      </a:txBody>
                      <a:tcPr/>
                    </a:tc>
                    <a:extLst>
                      <a:ext uri="{0D108BD9-81ED-4DB2-BD59-A6C34878D82A}">
                        <a16:rowId xmlns:a16="http://schemas.microsoft.com/office/drawing/2014/main" val="3963785078"/>
                      </a:ext>
                    </a:extLst>
                  </a:tr>
                  <a:tr h="506303">
                    <a:tc>
                      <a:txBody>
                        <a:bodyPr/>
                        <a:lstStyle/>
                        <a:p>
                          <a:pPr lvl="2" algn="ctr"/>
                          <a:r>
                            <a:rPr lang="en-US" altLang="zh-TW" sz="2400" dirty="0">
                              <a:latin typeface="Quicksand Medium" panose="02020500000000000000" charset="0"/>
                            </a:rPr>
                            <a:t>Cost</a:t>
                          </a:r>
                          <a:endParaRPr lang="zh-TW" altLang="en-US" sz="2400" dirty="0">
                            <a:latin typeface="Quicksand Medium" panose="02020500000000000000" charset="0"/>
                          </a:endParaRPr>
                        </a:p>
                      </a:txBody>
                      <a:tcPr>
                        <a:solidFill>
                          <a:schemeClr val="accent2">
                            <a:lumMod val="60000"/>
                            <a:lumOff val="40000"/>
                          </a:schemeClr>
                        </a:solidFill>
                      </a:tcPr>
                    </a:tc>
                    <a:tc>
                      <a:txBody>
                        <a:bodyPr/>
                        <a:lstStyle/>
                        <a:p>
                          <a:pPr lvl="2" algn="ctr"/>
                          <a:r>
                            <a:rPr lang="en-US" altLang="zh-TW" sz="2400" dirty="0">
                              <a:latin typeface="Quicksand Medium" panose="02020500000000000000" charset="0"/>
                            </a:rPr>
                            <a:t>$100</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$100</a:t>
                          </a:r>
                          <a:endParaRPr lang="zh-TW" altLang="en-US" sz="2400" dirty="0">
                            <a:latin typeface="Quicksand Medium" panose="02020500000000000000" charset="0"/>
                          </a:endParaRPr>
                        </a:p>
                      </a:txBody>
                      <a:tcPr/>
                    </a:tc>
                    <a:tc>
                      <a:txBody>
                        <a:bodyPr/>
                        <a:lstStyle/>
                        <a:p>
                          <a:pPr lvl="2" algn="ctr"/>
                          <a:r>
                            <a:rPr lang="en-US" altLang="zh-TW" sz="2400" dirty="0">
                              <a:latin typeface="Quicksand Medium" panose="02020500000000000000" charset="0"/>
                            </a:rPr>
                            <a:t>$80</a:t>
                          </a:r>
                          <a:endParaRPr lang="zh-TW" altLang="en-US" sz="2400" dirty="0">
                            <a:latin typeface="Quicksand Medium" panose="02020500000000000000" charset="0"/>
                          </a:endParaRPr>
                        </a:p>
                      </a:txBody>
                      <a:tcPr/>
                    </a:tc>
                    <a:extLst>
                      <a:ext uri="{0D108BD9-81ED-4DB2-BD59-A6C34878D82A}">
                        <a16:rowId xmlns:a16="http://schemas.microsoft.com/office/drawing/2014/main" val="2044624980"/>
                      </a:ext>
                    </a:extLst>
                  </a:tr>
                </a:tbl>
              </a:graphicData>
            </a:graphic>
          </p:graphicFrame>
        </mc:Fallback>
      </mc:AlternateContent>
      <mc:AlternateContent xmlns:mc="http://schemas.openxmlformats.org/markup-compatibility/2006" xmlns:a14="http://schemas.microsoft.com/office/drawing/2010/main">
        <mc:Choice Requires="a14">
          <p:sp>
            <p:nvSpPr>
              <p:cNvPr id="2" name="Google Shape;251;p32">
                <a:extLst>
                  <a:ext uri="{FF2B5EF4-FFF2-40B4-BE49-F238E27FC236}">
                    <a16:creationId xmlns:a16="http://schemas.microsoft.com/office/drawing/2014/main" id="{C8881326-B7B2-BF0E-9FA6-F52AF7F396BF}"/>
                  </a:ext>
                </a:extLst>
              </p:cNvPr>
              <p:cNvSpPr txBox="1">
                <a:spLocks/>
              </p:cNvSpPr>
              <p:nvPr/>
            </p:nvSpPr>
            <p:spPr>
              <a:xfrm>
                <a:off x="479456" y="2122921"/>
                <a:ext cx="1688661" cy="107044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nary>
                        <m:naryPr>
                          <m:chr m:val="∑"/>
                          <m:ctrlPr>
                            <a:rPr lang="ar-AE" i="1" smtClean="0">
                              <a:latin typeface="Cambria Math" panose="02040503050406030204" pitchFamily="18" charset="0"/>
                            </a:rPr>
                          </m:ctrlPr>
                        </m:naryPr>
                        <m:sub>
                          <m:r>
                            <m:rPr>
                              <m:brk m:alnAt="23"/>
                            </m:rPr>
                            <a:rPr lang="ar-AE" i="1" smtClean="0">
                              <a:latin typeface="Cambria Math" panose="02040503050406030204" pitchFamily="18" charset="0"/>
                            </a:rPr>
                            <m:t>𝑗</m:t>
                          </m:r>
                          <m:r>
                            <a:rPr lang="ar-AE" i="1" smtClean="0">
                              <a:latin typeface="Cambria Math" panose="02040503050406030204" pitchFamily="18" charset="0"/>
                            </a:rPr>
                            <m:t>=</m:t>
                          </m:r>
                          <m:r>
                            <a:rPr lang="en-US" b="0" i="1" smtClean="0">
                              <a:latin typeface="Cambria Math" panose="02040503050406030204" pitchFamily="18" charset="0"/>
                            </a:rPr>
                            <m:t>1</m:t>
                          </m:r>
                        </m:sub>
                        <m:sup>
                          <m:r>
                            <a:rPr lang="ar-AE" i="1" smtClean="0">
                              <a:latin typeface="Cambria Math" panose="02040503050406030204" pitchFamily="18" charset="0"/>
                            </a:rPr>
                            <m:t>𝑛</m:t>
                          </m:r>
                        </m:sup>
                        <m:e>
                          <m:sSub>
                            <m:sSubPr>
                              <m:ctrlPr>
                                <a:rPr lang="ar-AE" altLang="zh-TW" i="1" smtClean="0">
                                  <a:latin typeface="Cambria Math" panose="02040503050406030204" pitchFamily="18" charset="0"/>
                                </a:rPr>
                              </m:ctrlPr>
                            </m:sSubPr>
                            <m:e>
                              <m:r>
                                <a:rPr lang="en-US" altLang="zh-TW" b="0" i="1" smtClean="0">
                                  <a:latin typeface="Cambria Math" panose="02040503050406030204" pitchFamily="18" charset="0"/>
                                </a:rPr>
                                <m:t>𝑎</m:t>
                              </m:r>
                            </m:e>
                            <m:sub>
                              <m:r>
                                <a:rPr lang="en-US" altLang="zh-TW" b="0" i="1" smtClean="0">
                                  <a:latin typeface="Cambria Math" panose="02040503050406030204" pitchFamily="18" charset="0"/>
                                </a:rPr>
                                <m:t>𝑖</m:t>
                              </m:r>
                              <m:r>
                                <a:rPr lang="zh-TW" altLang="ar-AE" i="1" smtClean="0">
                                  <a:latin typeface="Cambria Math" panose="02040503050406030204" pitchFamily="18" charset="0"/>
                                </a:rPr>
                                <m:t>𝑗</m:t>
                              </m:r>
                            </m:sub>
                          </m:sSub>
                        </m:e>
                      </m:nary>
                      <m:sSub>
                        <m:sSubPr>
                          <m:ctrlPr>
                            <a:rPr lang="ar-AE" altLang="zh-TW" i="1" smtClean="0">
                              <a:latin typeface="Cambria Math" panose="02040503050406030204" pitchFamily="18" charset="0"/>
                            </a:rPr>
                          </m:ctrlPr>
                        </m:sSubPr>
                        <m:e>
                          <m:r>
                            <a:rPr lang="zh-TW" altLang="ar-AE" i="1" smtClean="0">
                              <a:latin typeface="Cambria Math" panose="02040503050406030204" pitchFamily="18" charset="0"/>
                            </a:rPr>
                            <m:t>𝑥</m:t>
                          </m:r>
                        </m:e>
                        <m:sub>
                          <m:r>
                            <a:rPr lang="zh-TW" altLang="ar-AE" i="1" smtClean="0">
                              <a:latin typeface="Cambria Math" panose="02040503050406030204" pitchFamily="18" charset="0"/>
                            </a:rPr>
                            <m:t>𝑗</m:t>
                          </m:r>
                        </m:sub>
                      </m:sSub>
                      <m:r>
                        <a:rPr lang="en-US" altLang="zh-TW" b="0" i="0" smtClean="0">
                          <a:latin typeface="Cambria Math" panose="02040503050406030204" pitchFamily="18" charset="0"/>
                        </a:rPr>
                        <m:t>=</m:t>
                      </m:r>
                      <m:r>
                        <a:rPr lang="en-US" altLang="zh-TW" b="0" i="0" smtClean="0">
                          <a:latin typeface="Cambria Math" panose="02040503050406030204" pitchFamily="18" charset="0"/>
                        </a:rPr>
                        <m:t>1</m:t>
                      </m:r>
                    </m:oMath>
                  </m:oMathPara>
                </a14:m>
                <a:endParaRPr lang="ar-AE" dirty="0"/>
              </a:p>
            </p:txBody>
          </p:sp>
        </mc:Choice>
        <mc:Fallback xmlns="">
          <p:sp>
            <p:nvSpPr>
              <p:cNvPr id="2" name="Google Shape;251;p32">
                <a:extLst>
                  <a:ext uri="{FF2B5EF4-FFF2-40B4-BE49-F238E27FC236}">
                    <a16:creationId xmlns:a16="http://schemas.microsoft.com/office/drawing/2014/main" id="{C8881326-B7B2-BF0E-9FA6-F52AF7F396BF}"/>
                  </a:ext>
                </a:extLst>
              </p:cNvPr>
              <p:cNvSpPr txBox="1">
                <a:spLocks noRot="1" noChangeAspect="1" noMove="1" noResize="1" noEditPoints="1" noAdjustHandles="1" noChangeArrowheads="1" noChangeShapeType="1" noTextEdit="1"/>
              </p:cNvSpPr>
              <p:nvPr/>
            </p:nvSpPr>
            <p:spPr>
              <a:xfrm>
                <a:off x="479456" y="2122921"/>
                <a:ext cx="1688661" cy="1070440"/>
              </a:xfrm>
              <a:prstGeom prst="rect">
                <a:avLst/>
              </a:prstGeom>
              <a:blipFill>
                <a:blip r:embed="rId4"/>
                <a:stretch>
                  <a:fillRect r="-3249"/>
                </a:stretch>
              </a:blipFill>
              <a:ln>
                <a:noFill/>
              </a:ln>
            </p:spPr>
            <p:txBody>
              <a:bodyPr/>
              <a:lstStyle/>
              <a:p>
                <a:r>
                  <a:rPr lang="zh-TW" altLang="en-US">
                    <a:noFill/>
                  </a:rPr>
                  <a:t> </a:t>
                </a:r>
              </a:p>
            </p:txBody>
          </p:sp>
        </mc:Fallback>
      </mc:AlternateContent>
    </p:spTree>
    <p:extLst>
      <p:ext uri="{BB962C8B-B14F-4D97-AF65-F5344CB8AC3E}">
        <p14:creationId xmlns:p14="http://schemas.microsoft.com/office/powerpoint/2010/main" val="41703219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66"/>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73" name="Google Shape;273;p34"/>
              <p:cNvSpPr txBox="1">
                <a:spLocks noGrp="1"/>
              </p:cNvSpPr>
              <p:nvPr>
                <p:ph type="subTitle" idx="5"/>
              </p:nvPr>
            </p:nvSpPr>
            <p:spPr>
              <a:xfrm>
                <a:off x="910233" y="2891320"/>
                <a:ext cx="2005356" cy="548700"/>
              </a:xfrm>
              <a:prstGeom prst="rect">
                <a:avLst/>
              </a:prstGeom>
            </p:spPr>
            <p:txBody>
              <a:bodyPr spcFirstLastPara="1" wrap="square" lIns="91425" tIns="91425" rIns="91425" bIns="91425" anchor="b" anchorCtr="0">
                <a:noAutofit/>
              </a:bodyPr>
              <a:lstStyle/>
              <a:p>
                <a:pPr marL="0" lvl="0" indent="0"/>
                <a14:m>
                  <m:oMathPara xmlns:m="http://schemas.openxmlformats.org/officeDocument/2006/math">
                    <m:oMathParaPr>
                      <m:jc m:val="centerGroup"/>
                    </m:oMathParaPr>
                    <m:oMath xmlns:m="http://schemas.openxmlformats.org/officeDocument/2006/math">
                      <m:r>
                        <a:rPr lang="zh-TW" altLang="en-US" b="1" i="1" dirty="0" smtClean="0">
                          <a:latin typeface="Cambria Math" panose="02040503050406030204" pitchFamily="18" charset="0"/>
                        </a:rPr>
                        <m:t>𝑺𝑪𝑷</m:t>
                      </m:r>
                      <m:r>
                        <a:rPr lang="zh-TW" altLang="en-US" sz="1400" b="1" i="1" dirty="0" err="1">
                          <a:latin typeface="Cambria Math" panose="02040503050406030204" pitchFamily="18" charset="0"/>
                        </a:rPr>
                        <m:t>𝑵𝒖𝒎</m:t>
                      </m:r>
                      <m:r>
                        <a:rPr lang="en-US" altLang="zh-TW" sz="1800" b="1" i="1" dirty="0" err="1">
                          <a:latin typeface="Cambria Math" panose="02040503050406030204" pitchFamily="18" charset="0"/>
                        </a:rPr>
                        <m:t>_</m:t>
                      </m:r>
                      <m:r>
                        <a:rPr lang="zh-TW" altLang="en-US" b="1" i="1" dirty="0" err="1">
                          <a:latin typeface="Cambria Math" panose="02040503050406030204" pitchFamily="18" charset="0"/>
                        </a:rPr>
                        <m:t>𝑴𝒂𝒙𝒄</m:t>
                      </m:r>
                    </m:oMath>
                  </m:oMathPara>
                </a14:m>
                <a:endParaRPr/>
              </a:p>
            </p:txBody>
          </p:sp>
        </mc:Choice>
        <mc:Fallback xmlns="">
          <p:sp>
            <p:nvSpPr>
              <p:cNvPr id="273" name="Google Shape;273;p34"/>
              <p:cNvSpPr txBox="1">
                <a:spLocks noGrp="1" noRot="1" noChangeAspect="1" noMove="1" noResize="1" noEditPoints="1" noAdjustHandles="1" noChangeArrowheads="1" noChangeShapeType="1" noTextEdit="1"/>
              </p:cNvSpPr>
              <p:nvPr>
                <p:ph type="subTitle" idx="5"/>
              </p:nvPr>
            </p:nvSpPr>
            <p:spPr>
              <a:xfrm>
                <a:off x="910233" y="2891320"/>
                <a:ext cx="2005356" cy="548700"/>
              </a:xfrm>
              <a:prstGeom prst="rect">
                <a:avLst/>
              </a:prstGeom>
              <a:blipFill>
                <a:blip r:embed="rId3"/>
                <a:stretch>
                  <a:fillRect b="-12222"/>
                </a:stretch>
              </a:blipFill>
            </p:spPr>
            <p:txBody>
              <a:bodyPr/>
              <a:lstStyle/>
              <a:p>
                <a:r>
                  <a:rPr lang="zh-TW" altLang="en-US">
                    <a:noFill/>
                  </a:rPr>
                  <a:t> </a:t>
                </a:r>
              </a:p>
            </p:txBody>
          </p:sp>
        </mc:Fallback>
      </mc:AlternateContent>
      <p:grpSp>
        <p:nvGrpSpPr>
          <p:cNvPr id="22" name="Google Shape;7061;p55">
            <a:extLst>
              <a:ext uri="{FF2B5EF4-FFF2-40B4-BE49-F238E27FC236}">
                <a16:creationId xmlns:a16="http://schemas.microsoft.com/office/drawing/2014/main" id="{38764239-5ECE-E80B-68BB-B28873B925B9}"/>
              </a:ext>
            </a:extLst>
          </p:cNvPr>
          <p:cNvGrpSpPr/>
          <p:nvPr/>
        </p:nvGrpSpPr>
        <p:grpSpPr>
          <a:xfrm>
            <a:off x="4303001" y="2102125"/>
            <a:ext cx="576914" cy="627428"/>
            <a:chOff x="3969644" y="2440153"/>
            <a:chExt cx="225900" cy="225900"/>
          </a:xfrm>
        </p:grpSpPr>
        <p:sp>
          <p:nvSpPr>
            <p:cNvPr id="36" name="Google Shape;7060;p55">
              <a:extLst>
                <a:ext uri="{FF2B5EF4-FFF2-40B4-BE49-F238E27FC236}">
                  <a16:creationId xmlns:a16="http://schemas.microsoft.com/office/drawing/2014/main" id="{05A6DAFA-FAD0-0E46-2591-25ABE940A0AF}"/>
                </a:ext>
              </a:extLst>
            </p:cNvPr>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7063;p55">
              <a:extLst>
                <a:ext uri="{FF2B5EF4-FFF2-40B4-BE49-F238E27FC236}">
                  <a16:creationId xmlns:a16="http://schemas.microsoft.com/office/drawing/2014/main" id="{139F7BF7-05A2-14D8-12D8-EA664D542BC5}"/>
                </a:ext>
              </a:extLst>
            </p:cNvPr>
            <p:cNvSpPr/>
            <p:nvPr/>
          </p:nvSpPr>
          <p:spPr>
            <a:xfrm>
              <a:off x="3998471" y="2468982"/>
              <a:ext cx="168300" cy="168300"/>
            </a:xfrm>
            <a:prstGeom prst="ellipse">
              <a:avLst/>
            </a:prstGeom>
            <a:solidFill>
              <a:schemeClr val="accent1">
                <a:lumMod val="40000"/>
                <a:lumOff val="60000"/>
              </a:schemeClr>
            </a:solid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7064;p55">
            <a:extLst>
              <a:ext uri="{FF2B5EF4-FFF2-40B4-BE49-F238E27FC236}">
                <a16:creationId xmlns:a16="http://schemas.microsoft.com/office/drawing/2014/main" id="{4D648A34-2B97-5039-8832-2741143BFC8F}"/>
              </a:ext>
            </a:extLst>
          </p:cNvPr>
          <p:cNvGrpSpPr/>
          <p:nvPr/>
        </p:nvGrpSpPr>
        <p:grpSpPr>
          <a:xfrm>
            <a:off x="7065907" y="2102125"/>
            <a:ext cx="576148" cy="626595"/>
            <a:chOff x="4426818" y="2440153"/>
            <a:chExt cx="225600" cy="225600"/>
          </a:xfrm>
        </p:grpSpPr>
        <p:sp>
          <p:nvSpPr>
            <p:cNvPr id="33" name="Google Shape;7067;p55">
              <a:extLst>
                <a:ext uri="{FF2B5EF4-FFF2-40B4-BE49-F238E27FC236}">
                  <a16:creationId xmlns:a16="http://schemas.microsoft.com/office/drawing/2014/main" id="{B95C3A9C-7C02-42E3-309E-2711E2152C94}"/>
                </a:ext>
              </a:extLst>
            </p:cNvPr>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7066;p55">
              <a:extLst>
                <a:ext uri="{FF2B5EF4-FFF2-40B4-BE49-F238E27FC236}">
                  <a16:creationId xmlns:a16="http://schemas.microsoft.com/office/drawing/2014/main" id="{2B09FE72-A522-DB4A-1847-9214E461687B}"/>
                </a:ext>
              </a:extLst>
            </p:cNvPr>
            <p:cNvSpPr/>
            <p:nvPr/>
          </p:nvSpPr>
          <p:spPr>
            <a:xfrm>
              <a:off x="4455644" y="2468982"/>
              <a:ext cx="168000" cy="168000"/>
            </a:xfrm>
            <a:prstGeom prst="ellipse">
              <a:avLst/>
            </a:prstGeom>
            <a:solidFill>
              <a:schemeClr val="accent1">
                <a:lumMod val="40000"/>
                <a:lumOff val="60000"/>
              </a:schemeClr>
            </a:solid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 name="Google Shape;7072;p55">
            <a:extLst>
              <a:ext uri="{FF2B5EF4-FFF2-40B4-BE49-F238E27FC236}">
                <a16:creationId xmlns:a16="http://schemas.microsoft.com/office/drawing/2014/main" id="{81D011E8-2860-A9DE-7B44-787006063809}"/>
              </a:ext>
            </a:extLst>
          </p:cNvPr>
          <p:cNvGrpSpPr/>
          <p:nvPr/>
        </p:nvGrpSpPr>
        <p:grpSpPr>
          <a:xfrm>
            <a:off x="1624777" y="2101759"/>
            <a:ext cx="576268" cy="626961"/>
            <a:chOff x="2182679" y="2292572"/>
            <a:chExt cx="792300" cy="792600"/>
          </a:xfrm>
        </p:grpSpPr>
        <p:sp>
          <p:nvSpPr>
            <p:cNvPr id="27" name="Google Shape;7059;p55">
              <a:extLst>
                <a:ext uri="{FF2B5EF4-FFF2-40B4-BE49-F238E27FC236}">
                  <a16:creationId xmlns:a16="http://schemas.microsoft.com/office/drawing/2014/main" id="{5C24CC3E-CBDB-640E-728D-4FB50BC1FD0C}"/>
                </a:ext>
              </a:extLst>
            </p:cNvPr>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7074;p55">
              <a:extLst>
                <a:ext uri="{FF2B5EF4-FFF2-40B4-BE49-F238E27FC236}">
                  <a16:creationId xmlns:a16="http://schemas.microsoft.com/office/drawing/2014/main" id="{841CC46E-7DDF-CD73-24F5-25430416B872}"/>
                </a:ext>
              </a:extLst>
            </p:cNvPr>
            <p:cNvSpPr/>
            <p:nvPr/>
          </p:nvSpPr>
          <p:spPr>
            <a:xfrm>
              <a:off x="2283911" y="2393814"/>
              <a:ext cx="590100" cy="590100"/>
            </a:xfrm>
            <a:prstGeom prst="ellipse">
              <a:avLst/>
            </a:prstGeom>
            <a:solidFill>
              <a:schemeClr val="accent1">
                <a:lumMod val="40000"/>
                <a:lumOff val="60000"/>
              </a:schemeClr>
            </a:solid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6" name="直線單箭頭接點 55">
            <a:extLst>
              <a:ext uri="{FF2B5EF4-FFF2-40B4-BE49-F238E27FC236}">
                <a16:creationId xmlns:a16="http://schemas.microsoft.com/office/drawing/2014/main" id="{6C36C67F-2082-9B3D-7F4F-8752C2A0C428}"/>
              </a:ext>
            </a:extLst>
          </p:cNvPr>
          <p:cNvCxnSpPr>
            <a:stCxn id="27" idx="6"/>
            <a:endCxn id="36" idx="2"/>
          </p:cNvCxnSpPr>
          <p:nvPr/>
        </p:nvCxnSpPr>
        <p:spPr>
          <a:xfrm>
            <a:off x="2201045" y="2415240"/>
            <a:ext cx="2101956" cy="59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8" name="直線單箭頭接點 57">
            <a:extLst>
              <a:ext uri="{FF2B5EF4-FFF2-40B4-BE49-F238E27FC236}">
                <a16:creationId xmlns:a16="http://schemas.microsoft.com/office/drawing/2014/main" id="{8134E6E7-BD49-F274-5538-34374AF316A4}"/>
              </a:ext>
            </a:extLst>
          </p:cNvPr>
          <p:cNvCxnSpPr>
            <a:stCxn id="36" idx="6"/>
            <a:endCxn id="33" idx="2"/>
          </p:cNvCxnSpPr>
          <p:nvPr/>
        </p:nvCxnSpPr>
        <p:spPr>
          <a:xfrm flipV="1">
            <a:off x="4879915" y="2415423"/>
            <a:ext cx="2185992" cy="41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mc:AlternateContent xmlns:mc="http://schemas.openxmlformats.org/markup-compatibility/2006" xmlns:a14="http://schemas.microsoft.com/office/drawing/2010/main">
        <mc:Choice Requires="a14">
          <p:sp>
            <p:nvSpPr>
              <p:cNvPr id="59" name="Google Shape;273;p34">
                <a:extLst>
                  <a:ext uri="{FF2B5EF4-FFF2-40B4-BE49-F238E27FC236}">
                    <a16:creationId xmlns:a16="http://schemas.microsoft.com/office/drawing/2014/main" id="{6F1033D0-C6AD-E730-B7D9-265E368964E7}"/>
                  </a:ext>
                </a:extLst>
              </p:cNvPr>
              <p:cNvSpPr txBox="1">
                <a:spLocks/>
              </p:cNvSpPr>
              <p:nvPr/>
            </p:nvSpPr>
            <p:spPr>
              <a:xfrm>
                <a:off x="5958458" y="2891320"/>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r>
                        <a:rPr lang="en-US" altLang="zh-TW" b="1" i="1" dirty="0" smtClean="0">
                          <a:latin typeface="Cambria Math" panose="02040503050406030204" pitchFamily="18" charset="0"/>
                        </a:rPr>
                        <m:t>𝑺𝑪𝑷</m:t>
                      </m:r>
                      <m:r>
                        <a:rPr lang="en-US" altLang="zh-TW" sz="1400" b="1" i="1" dirty="0" err="1">
                          <a:latin typeface="Cambria Math" panose="02040503050406030204" pitchFamily="18" charset="0"/>
                        </a:rPr>
                        <m:t>𝑵𝒖𝒎</m:t>
                      </m:r>
                      <m:r>
                        <a:rPr lang="en-US" altLang="zh-TW" sz="1800" b="1" i="1" dirty="0" err="1">
                          <a:latin typeface="Cambria Math" panose="02040503050406030204" pitchFamily="18" charset="0"/>
                        </a:rPr>
                        <m:t>_</m:t>
                      </m:r>
                      <m:r>
                        <a:rPr lang="en-US" altLang="zh-TW" b="1" i="1" dirty="0" err="1">
                          <a:latin typeface="Cambria Math" panose="02040503050406030204" pitchFamily="18" charset="0"/>
                        </a:rPr>
                        <m:t>𝑴𝒂𝒙𝒄</m:t>
                      </m:r>
                      <m:r>
                        <a:rPr lang="en-US" altLang="zh-TW" b="1" i="1" dirty="0" err="1">
                          <a:latin typeface="Cambria Math" panose="02040503050406030204" pitchFamily="18" charset="0"/>
                        </a:rPr>
                        <m:t>_</m:t>
                      </m:r>
                      <m:r>
                        <a:rPr lang="en-US" altLang="zh-TW" b="1" i="1" dirty="0" err="1">
                          <a:latin typeface="Cambria Math" panose="02040503050406030204" pitchFamily="18" charset="0"/>
                        </a:rPr>
                        <m:t>𝒕</m:t>
                      </m:r>
                      <m:r>
                        <a:rPr lang="en-US" altLang="zh-TW" b="1" i="1" dirty="0" err="1">
                          <a:latin typeface="Cambria Math" panose="02040503050406030204" pitchFamily="18" charset="0"/>
                        </a:rPr>
                        <m:t>_</m:t>
                      </m:r>
                      <m:r>
                        <a:rPr lang="en-US" altLang="zh-TW" b="1" i="1" dirty="0" err="1">
                          <a:latin typeface="Cambria Math" panose="02040503050406030204" pitchFamily="18" charset="0"/>
                        </a:rPr>
                        <m:t>𝑷</m:t>
                      </m:r>
                      <m:r>
                        <a:rPr lang="en-US" altLang="zh-TW" sz="1400" b="1" i="1" dirty="0" err="1">
                          <a:latin typeface="Cambria Math" panose="02040503050406030204" pitchFamily="18" charset="0"/>
                        </a:rPr>
                        <m:t>𝒔𝒄𝒑</m:t>
                      </m:r>
                    </m:oMath>
                  </m:oMathPara>
                </a14:m>
                <a:endParaRPr/>
              </a:p>
            </p:txBody>
          </p:sp>
        </mc:Choice>
        <mc:Fallback xmlns="">
          <p:sp>
            <p:nvSpPr>
              <p:cNvPr id="59" name="Google Shape;273;p34">
                <a:extLst>
                  <a:ext uri="{FF2B5EF4-FFF2-40B4-BE49-F238E27FC236}">
                    <a16:creationId xmlns:a16="http://schemas.microsoft.com/office/drawing/2014/main" id="{6F1033D0-C6AD-E730-B7D9-265E368964E7}"/>
                  </a:ext>
                </a:extLst>
              </p:cNvPr>
              <p:cNvSpPr txBox="1">
                <a:spLocks noRot="1" noChangeAspect="1" noMove="1" noResize="1" noEditPoints="1" noAdjustHandles="1" noChangeArrowheads="1" noChangeShapeType="1" noTextEdit="1"/>
              </p:cNvSpPr>
              <p:nvPr/>
            </p:nvSpPr>
            <p:spPr>
              <a:xfrm>
                <a:off x="5958458" y="2891320"/>
                <a:ext cx="2791046" cy="548700"/>
              </a:xfrm>
              <a:prstGeom prst="rect">
                <a:avLst/>
              </a:prstGeom>
              <a:blipFill>
                <a:blip r:embed="rId4"/>
                <a:stretch>
                  <a:fillRect/>
                </a:stretch>
              </a:blipFill>
              <a:ln>
                <a:noFill/>
              </a:ln>
            </p:spPr>
            <p:txBody>
              <a:bodyPr/>
              <a:lstStyle/>
              <a:p>
                <a:r>
                  <a:rPr lang="zh-TW" altLang="en-US">
                    <a:noFill/>
                  </a:rPr>
                  <a:t> </a:t>
                </a:r>
              </a:p>
            </p:txBody>
          </p:sp>
        </mc:Fallback>
      </mc:AlternateContent>
      <mc:AlternateContent xmlns:mc="http://schemas.openxmlformats.org/markup-compatibility/2006" xmlns:a14="http://schemas.microsoft.com/office/drawing/2010/main">
        <mc:Choice Requires="a14">
          <p:sp>
            <p:nvSpPr>
              <p:cNvPr id="60" name="Google Shape;273;p34">
                <a:extLst>
                  <a:ext uri="{FF2B5EF4-FFF2-40B4-BE49-F238E27FC236}">
                    <a16:creationId xmlns:a16="http://schemas.microsoft.com/office/drawing/2014/main" id="{EBD1B4C2-CE0E-3075-EB97-7C18C59C2BC5}"/>
                  </a:ext>
                </a:extLst>
              </p:cNvPr>
              <p:cNvSpPr txBox="1">
                <a:spLocks/>
              </p:cNvSpPr>
              <p:nvPr/>
            </p:nvSpPr>
            <p:spPr>
              <a:xfrm>
                <a:off x="3474760" y="2891320"/>
                <a:ext cx="2119097"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r>
                        <a:rPr lang="en-US" altLang="zh-TW" b="1" i="1" dirty="0" smtClean="0">
                          <a:latin typeface="Cambria Math" panose="02040503050406030204" pitchFamily="18" charset="0"/>
                        </a:rPr>
                        <m:t>𝑺𝑪𝑷</m:t>
                      </m:r>
                      <m:r>
                        <a:rPr lang="en-US" altLang="zh-TW" sz="1400" b="1" i="1" dirty="0" err="1">
                          <a:latin typeface="Cambria Math" panose="02040503050406030204" pitchFamily="18" charset="0"/>
                        </a:rPr>
                        <m:t>𝑵𝒖𝒎</m:t>
                      </m:r>
                      <m:r>
                        <a:rPr lang="en-US" altLang="zh-TW" sz="1800" b="1" i="1" dirty="0" err="1">
                          <a:latin typeface="Cambria Math" panose="02040503050406030204" pitchFamily="18" charset="0"/>
                        </a:rPr>
                        <m:t>_</m:t>
                      </m:r>
                      <m:r>
                        <a:rPr lang="en-US" altLang="zh-TW" b="1" i="1" dirty="0" err="1">
                          <a:latin typeface="Cambria Math" panose="02040503050406030204" pitchFamily="18" charset="0"/>
                        </a:rPr>
                        <m:t>𝑴𝒂𝒙𝒄</m:t>
                      </m:r>
                      <m:r>
                        <a:rPr lang="en-US" altLang="zh-TW" b="1" i="1" dirty="0" err="1">
                          <a:latin typeface="Cambria Math" panose="02040503050406030204" pitchFamily="18" charset="0"/>
                        </a:rPr>
                        <m:t>_</m:t>
                      </m:r>
                      <m:r>
                        <a:rPr lang="en-US" altLang="zh-TW" b="1" i="1" dirty="0" err="1">
                          <a:latin typeface="Cambria Math" panose="02040503050406030204" pitchFamily="18" charset="0"/>
                        </a:rPr>
                        <m:t>𝒕</m:t>
                      </m:r>
                    </m:oMath>
                  </m:oMathPara>
                </a14:m>
                <a:endParaRPr/>
              </a:p>
            </p:txBody>
          </p:sp>
        </mc:Choice>
        <mc:Fallback xmlns="">
          <p:sp>
            <p:nvSpPr>
              <p:cNvPr id="60" name="Google Shape;273;p34">
                <a:extLst>
                  <a:ext uri="{FF2B5EF4-FFF2-40B4-BE49-F238E27FC236}">
                    <a16:creationId xmlns:a16="http://schemas.microsoft.com/office/drawing/2014/main" id="{EBD1B4C2-CE0E-3075-EB97-7C18C59C2BC5}"/>
                  </a:ext>
                </a:extLst>
              </p:cNvPr>
              <p:cNvSpPr txBox="1">
                <a:spLocks noRot="1" noChangeAspect="1" noMove="1" noResize="1" noEditPoints="1" noAdjustHandles="1" noChangeArrowheads="1" noChangeShapeType="1" noTextEdit="1"/>
              </p:cNvSpPr>
              <p:nvPr/>
            </p:nvSpPr>
            <p:spPr>
              <a:xfrm>
                <a:off x="3474760" y="2891320"/>
                <a:ext cx="2119097" cy="548700"/>
              </a:xfrm>
              <a:prstGeom prst="rect">
                <a:avLst/>
              </a:prstGeom>
              <a:blipFill>
                <a:blip r:embed="rId5"/>
                <a:stretch>
                  <a:fillRect r="-2011" b="-12222"/>
                </a:stretch>
              </a:blipFill>
              <a:ln>
                <a:noFill/>
              </a:ln>
            </p:spPr>
            <p:txBody>
              <a:bodyPr/>
              <a:lstStyle/>
              <a:p>
                <a:r>
                  <a:rPr lang="zh-TW" altLang="en-US">
                    <a:noFill/>
                  </a:rPr>
                  <a:t> </a:t>
                </a:r>
              </a:p>
            </p:txBody>
          </p:sp>
        </mc:Fallback>
      </mc:AlternateContent>
      <p:sp>
        <p:nvSpPr>
          <p:cNvPr id="62" name="Google Shape;248;p32">
            <a:extLst>
              <a:ext uri="{FF2B5EF4-FFF2-40B4-BE49-F238E27FC236}">
                <a16:creationId xmlns:a16="http://schemas.microsoft.com/office/drawing/2014/main" id="{6E91DB55-AA4A-5139-66F8-A3762A6D6DA2}"/>
              </a:ext>
            </a:extLst>
          </p:cNvPr>
          <p:cNvSpPr txBox="1">
            <a:spLocks/>
          </p:cNvSpPr>
          <p:nvPr/>
        </p:nvSpPr>
        <p:spPr>
          <a:xfrm>
            <a:off x="3865509" y="414725"/>
            <a:ext cx="1412981"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1pPr>
            <a:lvl2pPr marR="0" lvl="1"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2pPr>
            <a:lvl3pPr marR="0" lvl="2"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3pPr>
            <a:lvl4pPr marR="0" lvl="3"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4pPr>
            <a:lvl5pPr marR="0" lvl="4"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5pPr>
            <a:lvl6pPr marR="0" lvl="5"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6pPr>
            <a:lvl7pPr marR="0" lvl="6"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7pPr>
            <a:lvl8pPr marR="0" lvl="7"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8pPr>
            <a:lvl9pPr marR="0" lvl="8"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9pPr>
          </a:lstStyle>
          <a:p>
            <a:pPr algn="l"/>
            <a:r>
              <a:rPr lang="en-US" altLang="zh-TW" b="1" dirty="0"/>
              <a:t>Model</a:t>
            </a:r>
            <a:endParaRPr lang="en-US" dirty="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66">
          <a:extLst>
            <a:ext uri="{FF2B5EF4-FFF2-40B4-BE49-F238E27FC236}">
              <a16:creationId xmlns:a16="http://schemas.microsoft.com/office/drawing/2014/main" id="{00B06AF5-07AD-4323-3F4F-EED35DD49F36}"/>
            </a:ext>
          </a:extLst>
        </p:cNvPr>
        <p:cNvGrpSpPr/>
        <p:nvPr/>
      </p:nvGrpSpPr>
      <p:grpSpPr>
        <a:xfrm>
          <a:off x="0" y="0"/>
          <a:ext cx="0" cy="0"/>
          <a:chOff x="0" y="0"/>
          <a:chExt cx="0" cy="0"/>
        </a:xfrm>
      </p:grpSpPr>
      <p:sp>
        <p:nvSpPr>
          <p:cNvPr id="269" name="Google Shape;269;p34">
            <a:extLst>
              <a:ext uri="{FF2B5EF4-FFF2-40B4-BE49-F238E27FC236}">
                <a16:creationId xmlns:a16="http://schemas.microsoft.com/office/drawing/2014/main" id="{2D364BF7-1795-BF31-A416-AA9035505530}"/>
              </a:ext>
            </a:extLst>
          </p:cNvPr>
          <p:cNvSpPr txBox="1">
            <a:spLocks noGrp="1"/>
          </p:cNvSpPr>
          <p:nvPr>
            <p:ph type="subTitle" idx="1"/>
          </p:nvPr>
        </p:nvSpPr>
        <p:spPr>
          <a:xfrm>
            <a:off x="606424" y="3676090"/>
            <a:ext cx="2438524" cy="874645"/>
          </a:xfrm>
          <a:prstGeom prst="rect">
            <a:avLst/>
          </a:prstGeom>
        </p:spPr>
        <p:txBody>
          <a:bodyPr spcFirstLastPara="1" wrap="square" lIns="91425" tIns="91425" rIns="91425" bIns="91425" anchor="t" anchorCtr="0">
            <a:noAutofit/>
          </a:bodyPr>
          <a:lstStyle/>
          <a:p>
            <a:pPr marL="0" lvl="0" indent="0"/>
            <a:r>
              <a:rPr lang="en-US" altLang="zh-TW" sz="1600" dirty="0"/>
              <a:t>Minimize the </a:t>
            </a:r>
            <a:r>
              <a:rPr lang="en-US" altLang="zh-TW" sz="1600" b="1" dirty="0"/>
              <a:t>total number of duties</a:t>
            </a:r>
            <a:r>
              <a:rPr lang="en-US" altLang="zh-TW" sz="1600" dirty="0"/>
              <a:t> (drivers)</a:t>
            </a:r>
            <a:endParaRPr sz="1600" dirty="0"/>
          </a:p>
        </p:txBody>
      </p:sp>
      <p:sp>
        <p:nvSpPr>
          <p:cNvPr id="59" name="Google Shape;273;p34">
            <a:extLst>
              <a:ext uri="{FF2B5EF4-FFF2-40B4-BE49-F238E27FC236}">
                <a16:creationId xmlns:a16="http://schemas.microsoft.com/office/drawing/2014/main" id="{A3DED417-C10B-4F43-C5CF-F8C1057B30CC}"/>
              </a:ext>
            </a:extLst>
          </p:cNvPr>
          <p:cNvSpPr txBox="1">
            <a:spLocks/>
          </p:cNvSpPr>
          <p:nvPr/>
        </p:nvSpPr>
        <p:spPr>
          <a:xfrm>
            <a:off x="430163" y="2943023"/>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b="1" dirty="0"/>
              <a:t>Objective Function</a:t>
            </a:r>
            <a:endParaRPr lang="en-US" b="1" dirty="0"/>
          </a:p>
        </p:txBody>
      </p:sp>
      <mc:AlternateContent xmlns:mc="http://schemas.openxmlformats.org/markup-compatibility/2006" xmlns:a14="http://schemas.microsoft.com/office/drawing/2010/main">
        <mc:Choice Requires="a14">
          <p:sp>
            <p:nvSpPr>
              <p:cNvPr id="61" name="Google Shape;251;p32">
                <a:extLst>
                  <a:ext uri="{FF2B5EF4-FFF2-40B4-BE49-F238E27FC236}">
                    <a16:creationId xmlns:a16="http://schemas.microsoft.com/office/drawing/2014/main" id="{DAF67831-F118-FCD6-D00D-EE2C096876AF}"/>
                  </a:ext>
                </a:extLst>
              </p:cNvPr>
              <p:cNvSpPr txBox="1">
                <a:spLocks/>
              </p:cNvSpPr>
              <p:nvPr/>
            </p:nvSpPr>
            <p:spPr>
              <a:xfrm>
                <a:off x="981356" y="1701382"/>
                <a:ext cx="1688661" cy="1057274"/>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14:m>
                  <m:oMathPara xmlns:m="http://schemas.openxmlformats.org/officeDocument/2006/math">
                    <m:oMathParaPr>
                      <m:jc m:val="centerGroup"/>
                    </m:oMathParaPr>
                    <m:oMath xmlns:m="http://schemas.openxmlformats.org/officeDocument/2006/math">
                      <m:r>
                        <a:rPr lang="ar-AE" sz="2000" i="1" smtClean="0">
                          <a:latin typeface="Cambria Math" panose="02040503050406030204" pitchFamily="18" charset="0"/>
                        </a:rPr>
                        <m:t>𝑚𝑖𝑛</m:t>
                      </m:r>
                      <m:nary>
                        <m:naryPr>
                          <m:chr m:val="∑"/>
                          <m:ctrlPr>
                            <a:rPr lang="ar-AE" sz="2000" i="1" smtClean="0">
                              <a:latin typeface="Cambria Math" panose="02040503050406030204" pitchFamily="18" charset="0"/>
                            </a:rPr>
                          </m:ctrlPr>
                        </m:naryPr>
                        <m:sub>
                          <m:r>
                            <m:rPr>
                              <m:brk m:alnAt="23"/>
                            </m:rPr>
                            <a:rPr lang="ar-AE" sz="2000" i="1" smtClean="0">
                              <a:latin typeface="Cambria Math" panose="02040503050406030204" pitchFamily="18" charset="0"/>
                            </a:rPr>
                            <m:t>𝑗</m:t>
                          </m:r>
                          <m:r>
                            <a:rPr lang="ar-AE" sz="2000" i="1" smtClean="0">
                              <a:latin typeface="Cambria Math" panose="02040503050406030204" pitchFamily="18" charset="0"/>
                            </a:rPr>
                            <m:t>=</m:t>
                          </m:r>
                          <m:r>
                            <a:rPr lang="ar-AE" sz="2000" i="1" smtClean="0">
                              <a:latin typeface="Cambria Math" panose="02040503050406030204" pitchFamily="18" charset="0"/>
                            </a:rPr>
                            <m:t>1</m:t>
                          </m:r>
                        </m:sub>
                        <m:sup>
                          <m:r>
                            <a:rPr lang="ar-AE" sz="2000" i="1" smtClean="0">
                              <a:latin typeface="Cambria Math" panose="02040503050406030204" pitchFamily="18" charset="0"/>
                            </a:rPr>
                            <m:t>𝑛</m:t>
                          </m:r>
                        </m:sup>
                        <m:e>
                          <m:sSub>
                            <m:sSubPr>
                              <m:ctrlPr>
                                <a:rPr lang="ar-AE" altLang="zh-TW" sz="2000" i="1">
                                  <a:latin typeface="Cambria Math" panose="02040503050406030204" pitchFamily="18" charset="0"/>
                                </a:rPr>
                              </m:ctrlPr>
                            </m:sSubPr>
                            <m:e>
                              <m:r>
                                <a:rPr lang="zh-TW" altLang="ar-AE" sz="2000" i="1">
                                  <a:latin typeface="Cambria Math" panose="02040503050406030204" pitchFamily="18" charset="0"/>
                                </a:rPr>
                                <m:t>𝑥</m:t>
                              </m:r>
                            </m:e>
                            <m:sub>
                              <m:r>
                                <a:rPr lang="zh-TW" altLang="ar-AE" sz="2000" i="1">
                                  <a:latin typeface="Cambria Math" panose="02040503050406030204" pitchFamily="18" charset="0"/>
                                </a:rPr>
                                <m:t>𝑗</m:t>
                              </m:r>
                            </m:sub>
                          </m:sSub>
                        </m:e>
                      </m:nary>
                    </m:oMath>
                  </m:oMathPara>
                </a14:m>
                <a:endParaRPr lang="ar-AE" sz="1600" dirty="0"/>
              </a:p>
            </p:txBody>
          </p:sp>
        </mc:Choice>
        <mc:Fallback xmlns="">
          <p:sp>
            <p:nvSpPr>
              <p:cNvPr id="61" name="Google Shape;251;p32">
                <a:extLst>
                  <a:ext uri="{FF2B5EF4-FFF2-40B4-BE49-F238E27FC236}">
                    <a16:creationId xmlns:a16="http://schemas.microsoft.com/office/drawing/2014/main" id="{DAF67831-F118-FCD6-D00D-EE2C096876AF}"/>
                  </a:ext>
                </a:extLst>
              </p:cNvPr>
              <p:cNvSpPr txBox="1">
                <a:spLocks noRot="1" noChangeAspect="1" noMove="1" noResize="1" noEditPoints="1" noAdjustHandles="1" noChangeArrowheads="1" noChangeShapeType="1" noTextEdit="1"/>
              </p:cNvSpPr>
              <p:nvPr/>
            </p:nvSpPr>
            <p:spPr>
              <a:xfrm>
                <a:off x="981356" y="1701382"/>
                <a:ext cx="1688661" cy="1057274"/>
              </a:xfrm>
              <a:prstGeom prst="rect">
                <a:avLst/>
              </a:prstGeom>
              <a:blipFill>
                <a:blip r:embed="rId3"/>
                <a:stretch>
                  <a:fillRect/>
                </a:stretch>
              </a:blipFill>
              <a:ln>
                <a:noFill/>
              </a:ln>
            </p:spPr>
            <p:txBody>
              <a:bodyPr/>
              <a:lstStyle/>
              <a:p>
                <a:r>
                  <a:rPr lang="zh-TW" altLang="en-US">
                    <a:noFill/>
                  </a:rPr>
                  <a:t> </a:t>
                </a:r>
              </a:p>
            </p:txBody>
          </p:sp>
        </mc:Fallback>
      </mc:AlternateContent>
      <mc:AlternateContent xmlns:mc="http://schemas.openxmlformats.org/markup-compatibility/2006" xmlns:a14="http://schemas.microsoft.com/office/drawing/2010/main">
        <mc:Choice Requires="a14">
          <p:sp>
            <p:nvSpPr>
              <p:cNvPr id="62" name="Google Shape;248;p32">
                <a:extLst>
                  <a:ext uri="{FF2B5EF4-FFF2-40B4-BE49-F238E27FC236}">
                    <a16:creationId xmlns:a16="http://schemas.microsoft.com/office/drawing/2014/main" id="{BCB3B8C6-123D-DB79-FAEB-CBB4FF4AF47B}"/>
                  </a:ext>
                </a:extLst>
              </p:cNvPr>
              <p:cNvSpPr txBox="1">
                <a:spLocks/>
              </p:cNvSpPr>
              <p:nvPr/>
            </p:nvSpPr>
            <p:spPr>
              <a:xfrm>
                <a:off x="2471162" y="414725"/>
                <a:ext cx="4201675"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1pPr>
                <a:lvl2pPr marR="0" lvl="1"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2pPr>
                <a:lvl3pPr marR="0" lvl="2"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3pPr>
                <a:lvl4pPr marR="0" lvl="3"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4pPr>
                <a:lvl5pPr marR="0" lvl="4"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5pPr>
                <a:lvl6pPr marR="0" lvl="5"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6pPr>
                <a:lvl7pPr marR="0" lvl="6"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7pPr>
                <a:lvl8pPr marR="0" lvl="7"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8pPr>
                <a:lvl9pPr marR="0" lvl="8"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9pPr>
              </a:lstStyle>
              <a:p>
                <a:pPr algn="l"/>
                <a:r>
                  <a:rPr lang="en-US" altLang="zh-TW" b="1" dirty="0"/>
                  <a:t>Model</a:t>
                </a:r>
                <a:r>
                  <a:rPr lang="zh-TW" altLang="en-US" b="1" dirty="0"/>
                  <a:t> </a:t>
                </a:r>
                <a:r>
                  <a:rPr lang="en-US" altLang="zh-TW" b="1" dirty="0"/>
                  <a:t>-</a:t>
                </a:r>
                <a:r>
                  <a:rPr lang="zh-TW" altLang="en-US" b="1" dirty="0"/>
                  <a:t> </a:t>
                </a:r>
                <a14:m>
                  <m:oMath xmlns:m="http://schemas.openxmlformats.org/officeDocument/2006/math">
                    <m:r>
                      <a:rPr lang="en-US" altLang="zh-TW" b="1" i="1" dirty="0" smtClean="0">
                        <a:latin typeface="Cambria Math" panose="02040503050406030204" pitchFamily="18" charset="0"/>
                      </a:rPr>
                      <m:t>𝑺𝑪𝑷</m:t>
                    </m:r>
                    <m:r>
                      <a:rPr lang="en-US" altLang="zh-TW" sz="2000" b="1" i="1" dirty="0" err="1">
                        <a:latin typeface="Cambria Math" panose="02040503050406030204" pitchFamily="18" charset="0"/>
                      </a:rPr>
                      <m:t>𝑵𝒖𝒎</m:t>
                    </m:r>
                    <m:r>
                      <a:rPr lang="en-US" altLang="zh-TW" sz="2800" b="1" i="1" dirty="0" err="1">
                        <a:latin typeface="Cambria Math" panose="02040503050406030204" pitchFamily="18" charset="0"/>
                      </a:rPr>
                      <m:t>_</m:t>
                    </m:r>
                    <m:r>
                      <a:rPr lang="en-US" altLang="zh-TW" b="1" i="1" dirty="0" err="1">
                        <a:latin typeface="Cambria Math" panose="02040503050406030204" pitchFamily="18" charset="0"/>
                      </a:rPr>
                      <m:t>𝑴𝒂𝒙𝒄</m:t>
                    </m:r>
                  </m:oMath>
                </a14:m>
                <a:endParaRPr lang="en-US" altLang="zh-TW" b="1" dirty="0"/>
              </a:p>
            </p:txBody>
          </p:sp>
        </mc:Choice>
        <mc:Fallback xmlns="">
          <p:sp>
            <p:nvSpPr>
              <p:cNvPr id="62" name="Google Shape;248;p32">
                <a:extLst>
                  <a:ext uri="{FF2B5EF4-FFF2-40B4-BE49-F238E27FC236}">
                    <a16:creationId xmlns:a16="http://schemas.microsoft.com/office/drawing/2014/main" id="{BCB3B8C6-123D-DB79-FAEB-CBB4FF4AF47B}"/>
                  </a:ext>
                </a:extLst>
              </p:cNvPr>
              <p:cNvSpPr txBox="1">
                <a:spLocks noRot="1" noChangeAspect="1" noMove="1" noResize="1" noEditPoints="1" noAdjustHandles="1" noChangeArrowheads="1" noChangeShapeType="1" noTextEdit="1"/>
              </p:cNvSpPr>
              <p:nvPr/>
            </p:nvSpPr>
            <p:spPr>
              <a:xfrm>
                <a:off x="2471162" y="414725"/>
                <a:ext cx="4201675" cy="572700"/>
              </a:xfrm>
              <a:prstGeom prst="rect">
                <a:avLst/>
              </a:prstGeom>
              <a:blipFill>
                <a:blip r:embed="rId4"/>
                <a:stretch>
                  <a:fillRect l="-3333" t="-5319" b="-37234"/>
                </a:stretch>
              </a:blipFill>
              <a:ln>
                <a:noFill/>
              </a:ln>
            </p:spPr>
            <p:txBody>
              <a:bodyPr/>
              <a:lstStyle/>
              <a:p>
                <a:r>
                  <a:rPr lang="zh-TW" altLang="en-US">
                    <a:noFill/>
                  </a:rPr>
                  <a:t> </a:t>
                </a:r>
              </a:p>
            </p:txBody>
          </p:sp>
        </mc:Fallback>
      </mc:AlternateContent>
      <mc:AlternateContent xmlns:mc="http://schemas.openxmlformats.org/markup-compatibility/2006" xmlns:a14="http://schemas.microsoft.com/office/drawing/2010/main">
        <mc:Choice Requires="a14">
          <p:sp>
            <p:nvSpPr>
              <p:cNvPr id="5" name="Google Shape;251;p32">
                <a:extLst>
                  <a:ext uri="{FF2B5EF4-FFF2-40B4-BE49-F238E27FC236}">
                    <a16:creationId xmlns:a16="http://schemas.microsoft.com/office/drawing/2014/main" id="{F0E84768-67CC-BA3E-4198-C89D3584EF16}"/>
                  </a:ext>
                </a:extLst>
              </p:cNvPr>
              <p:cNvSpPr txBox="1">
                <a:spLocks/>
              </p:cNvSpPr>
              <p:nvPr/>
            </p:nvSpPr>
            <p:spPr>
              <a:xfrm>
                <a:off x="3727669" y="1682718"/>
                <a:ext cx="1688661" cy="107044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nary>
                        <m:naryPr>
                          <m:chr m:val="∑"/>
                          <m:ctrlPr>
                            <a:rPr lang="ar-AE" i="1" smtClean="0">
                              <a:latin typeface="Cambria Math" panose="02040503050406030204" pitchFamily="18" charset="0"/>
                            </a:rPr>
                          </m:ctrlPr>
                        </m:naryPr>
                        <m:sub>
                          <m:r>
                            <m:rPr>
                              <m:brk m:alnAt="23"/>
                            </m:rPr>
                            <a:rPr lang="ar-AE" i="1" smtClean="0">
                              <a:latin typeface="Cambria Math" panose="02040503050406030204" pitchFamily="18" charset="0"/>
                            </a:rPr>
                            <m:t>𝑗</m:t>
                          </m:r>
                          <m:r>
                            <a:rPr lang="ar-AE" i="1" smtClean="0">
                              <a:latin typeface="Cambria Math" panose="02040503050406030204" pitchFamily="18" charset="0"/>
                            </a:rPr>
                            <m:t>=</m:t>
                          </m:r>
                          <m:r>
                            <a:rPr lang="en-US" b="0" i="1" smtClean="0">
                              <a:latin typeface="Cambria Math" panose="02040503050406030204" pitchFamily="18" charset="0"/>
                            </a:rPr>
                            <m:t>1</m:t>
                          </m:r>
                        </m:sub>
                        <m:sup>
                          <m:r>
                            <a:rPr lang="ar-AE" i="1" smtClean="0">
                              <a:latin typeface="Cambria Math" panose="02040503050406030204" pitchFamily="18" charset="0"/>
                            </a:rPr>
                            <m:t>𝑛</m:t>
                          </m:r>
                        </m:sup>
                        <m:e>
                          <m:sSub>
                            <m:sSubPr>
                              <m:ctrlPr>
                                <a:rPr lang="ar-AE" altLang="zh-TW" i="1" smtClean="0">
                                  <a:latin typeface="Cambria Math" panose="02040503050406030204" pitchFamily="18" charset="0"/>
                                </a:rPr>
                              </m:ctrlPr>
                            </m:sSubPr>
                            <m:e>
                              <m:r>
                                <a:rPr lang="en-US" altLang="zh-TW" b="0" i="1" smtClean="0">
                                  <a:latin typeface="Cambria Math" panose="02040503050406030204" pitchFamily="18" charset="0"/>
                                </a:rPr>
                                <m:t>𝑎</m:t>
                              </m:r>
                            </m:e>
                            <m:sub>
                              <m:r>
                                <a:rPr lang="en-US" altLang="zh-TW" b="0" i="1" smtClean="0">
                                  <a:latin typeface="Cambria Math" panose="02040503050406030204" pitchFamily="18" charset="0"/>
                                </a:rPr>
                                <m:t>𝑖</m:t>
                              </m:r>
                              <m:r>
                                <a:rPr lang="zh-TW" altLang="ar-AE" i="1" smtClean="0">
                                  <a:latin typeface="Cambria Math" panose="02040503050406030204" pitchFamily="18" charset="0"/>
                                </a:rPr>
                                <m:t>𝑗</m:t>
                              </m:r>
                            </m:sub>
                          </m:sSub>
                        </m:e>
                      </m:nary>
                      <m:sSub>
                        <m:sSubPr>
                          <m:ctrlPr>
                            <a:rPr lang="ar-AE" altLang="zh-TW" i="1" smtClean="0">
                              <a:latin typeface="Cambria Math" panose="02040503050406030204" pitchFamily="18" charset="0"/>
                            </a:rPr>
                          </m:ctrlPr>
                        </m:sSubPr>
                        <m:e>
                          <m:r>
                            <a:rPr lang="zh-TW" altLang="ar-AE" i="1" smtClean="0">
                              <a:latin typeface="Cambria Math" panose="02040503050406030204" pitchFamily="18" charset="0"/>
                            </a:rPr>
                            <m:t>𝑥</m:t>
                          </m:r>
                        </m:e>
                        <m:sub>
                          <m:r>
                            <a:rPr lang="zh-TW" altLang="ar-AE" i="1" smtClean="0">
                              <a:latin typeface="Cambria Math" panose="02040503050406030204" pitchFamily="18" charset="0"/>
                            </a:rPr>
                            <m:t>𝑗</m:t>
                          </m:r>
                        </m:sub>
                      </m:sSub>
                      <m:r>
                        <a:rPr lang="en-US" altLang="zh-TW" b="0" i="1" smtClean="0">
                          <a:latin typeface="Cambria Math" panose="02040503050406030204" pitchFamily="18" charset="0"/>
                        </a:rPr>
                        <m:t>≥</m:t>
                      </m:r>
                      <m:r>
                        <a:rPr lang="en-US" altLang="zh-TW" b="0" i="0" smtClean="0">
                          <a:latin typeface="Cambria Math" panose="02040503050406030204" pitchFamily="18" charset="0"/>
                        </a:rPr>
                        <m:t>1</m:t>
                      </m:r>
                    </m:oMath>
                  </m:oMathPara>
                </a14:m>
                <a:endParaRPr lang="ar-AE" dirty="0"/>
              </a:p>
            </p:txBody>
          </p:sp>
        </mc:Choice>
        <mc:Fallback xmlns="">
          <p:sp>
            <p:nvSpPr>
              <p:cNvPr id="5" name="Google Shape;251;p32">
                <a:extLst>
                  <a:ext uri="{FF2B5EF4-FFF2-40B4-BE49-F238E27FC236}">
                    <a16:creationId xmlns:a16="http://schemas.microsoft.com/office/drawing/2014/main" id="{F0E84768-67CC-BA3E-4198-C89D3584EF16}"/>
                  </a:ext>
                </a:extLst>
              </p:cNvPr>
              <p:cNvSpPr txBox="1">
                <a:spLocks noRot="1" noChangeAspect="1" noMove="1" noResize="1" noEditPoints="1" noAdjustHandles="1" noChangeArrowheads="1" noChangeShapeType="1" noTextEdit="1"/>
              </p:cNvSpPr>
              <p:nvPr/>
            </p:nvSpPr>
            <p:spPr>
              <a:xfrm>
                <a:off x="3727669" y="1682718"/>
                <a:ext cx="1688661" cy="1070440"/>
              </a:xfrm>
              <a:prstGeom prst="rect">
                <a:avLst/>
              </a:prstGeom>
              <a:blipFill>
                <a:blip r:embed="rId5"/>
                <a:stretch>
                  <a:fillRect r="-3237"/>
                </a:stretch>
              </a:blipFill>
              <a:ln>
                <a:noFill/>
              </a:ln>
            </p:spPr>
            <p:txBody>
              <a:bodyPr/>
              <a:lstStyle/>
              <a:p>
                <a:r>
                  <a:rPr lang="zh-TW" altLang="en-US">
                    <a:noFill/>
                  </a:rPr>
                  <a:t> </a:t>
                </a:r>
              </a:p>
            </p:txBody>
          </p:sp>
        </mc:Fallback>
      </mc:AlternateContent>
      <mc:AlternateContent xmlns:mc="http://schemas.openxmlformats.org/markup-compatibility/2006" xmlns:a14="http://schemas.microsoft.com/office/drawing/2010/main">
        <mc:Choice Requires="a14">
          <p:sp>
            <p:nvSpPr>
              <p:cNvPr id="6" name="Google Shape;251;p32">
                <a:extLst>
                  <a:ext uri="{FF2B5EF4-FFF2-40B4-BE49-F238E27FC236}">
                    <a16:creationId xmlns:a16="http://schemas.microsoft.com/office/drawing/2014/main" id="{31D0B4FA-06FB-DC33-75BA-6DC9A2BA0C27}"/>
                  </a:ext>
                </a:extLst>
              </p:cNvPr>
              <p:cNvSpPr txBox="1">
                <a:spLocks/>
              </p:cNvSpPr>
              <p:nvPr/>
            </p:nvSpPr>
            <p:spPr>
              <a:xfrm>
                <a:off x="5988987" y="1682718"/>
                <a:ext cx="2196928" cy="107044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nary>
                        <m:naryPr>
                          <m:chr m:val="∑"/>
                          <m:ctrlPr>
                            <a:rPr lang="ar-AE" i="1" smtClean="0">
                              <a:latin typeface="Cambria Math" panose="02040503050406030204" pitchFamily="18" charset="0"/>
                            </a:rPr>
                          </m:ctrlPr>
                        </m:naryPr>
                        <m:sub>
                          <m:r>
                            <m:rPr>
                              <m:brk m:alnAt="23"/>
                            </m:rPr>
                            <a:rPr lang="ar-AE" i="1" smtClean="0">
                              <a:latin typeface="Cambria Math" panose="02040503050406030204" pitchFamily="18" charset="0"/>
                            </a:rPr>
                            <m:t>𝑗</m:t>
                          </m:r>
                          <m:r>
                            <a:rPr lang="ar-AE" i="1" smtClean="0">
                              <a:latin typeface="Cambria Math" panose="02040503050406030204" pitchFamily="18" charset="0"/>
                            </a:rPr>
                            <m:t>=</m:t>
                          </m:r>
                          <m:r>
                            <a:rPr lang="en-US" b="0" i="1" smtClean="0">
                              <a:latin typeface="Cambria Math" panose="02040503050406030204" pitchFamily="18" charset="0"/>
                            </a:rPr>
                            <m:t>1</m:t>
                          </m:r>
                        </m:sub>
                        <m:sup>
                          <m:r>
                            <a:rPr lang="ar-AE" i="1" smtClean="0">
                              <a:latin typeface="Cambria Math" panose="02040503050406030204" pitchFamily="18" charset="0"/>
                            </a:rPr>
                            <m:t>𝑛</m:t>
                          </m:r>
                        </m:sup>
                        <m:e>
                          <m:sSub>
                            <m:sSubPr>
                              <m:ctrlPr>
                                <a:rPr lang="ar-AE" altLang="zh-TW" i="1" smtClean="0">
                                  <a:latin typeface="Cambria Math" panose="02040503050406030204" pitchFamily="18" charset="0"/>
                                </a:rPr>
                              </m:ctrlPr>
                            </m:sSubPr>
                            <m:e>
                              <m:r>
                                <a:rPr lang="en-US" altLang="zh-TW" b="0" i="1" smtClean="0">
                                  <a:latin typeface="Cambria Math" panose="02040503050406030204" pitchFamily="18" charset="0"/>
                                </a:rPr>
                                <m:t>𝑎</m:t>
                              </m:r>
                            </m:e>
                            <m:sub>
                              <m:r>
                                <a:rPr lang="en-US" altLang="zh-TW" b="0" i="1" smtClean="0">
                                  <a:latin typeface="Cambria Math" panose="02040503050406030204" pitchFamily="18" charset="0"/>
                                </a:rPr>
                                <m:t>𝑖</m:t>
                              </m:r>
                              <m:r>
                                <a:rPr lang="zh-TW" altLang="ar-AE" i="1" smtClean="0">
                                  <a:latin typeface="Cambria Math" panose="02040503050406030204" pitchFamily="18" charset="0"/>
                                </a:rPr>
                                <m:t>𝑗</m:t>
                              </m:r>
                            </m:sub>
                          </m:sSub>
                        </m:e>
                      </m:nary>
                      <m:sSub>
                        <m:sSubPr>
                          <m:ctrlPr>
                            <a:rPr lang="ar-AE" altLang="zh-TW" i="1" smtClean="0">
                              <a:latin typeface="Cambria Math" panose="02040503050406030204" pitchFamily="18" charset="0"/>
                            </a:rPr>
                          </m:ctrlPr>
                        </m:sSubPr>
                        <m:e>
                          <m:r>
                            <a:rPr lang="zh-TW" altLang="ar-AE" i="1" smtClean="0">
                              <a:latin typeface="Cambria Math" panose="02040503050406030204" pitchFamily="18" charset="0"/>
                            </a:rPr>
                            <m:t>𝑥</m:t>
                          </m:r>
                        </m:e>
                        <m:sub>
                          <m:r>
                            <a:rPr lang="zh-TW" altLang="ar-AE" i="1" smtClean="0">
                              <a:latin typeface="Cambria Math" panose="02040503050406030204" pitchFamily="18" charset="0"/>
                            </a:rPr>
                            <m:t>𝑗</m:t>
                          </m:r>
                        </m:sub>
                      </m:sSub>
                      <m:r>
                        <a:rPr lang="en-US" altLang="zh-TW" b="0" i="1" smtClean="0">
                          <a:latin typeface="Cambria Math" panose="02040503050406030204" pitchFamily="18" charset="0"/>
                        </a:rPr>
                        <m:t>≤</m:t>
                      </m:r>
                      <m:r>
                        <m:rPr>
                          <m:sty m:val="p"/>
                        </m:rPr>
                        <a:rPr lang="en-US" altLang="zh-TW" b="0" i="0" smtClean="0">
                          <a:latin typeface="Cambria Math" panose="02040503050406030204" pitchFamily="18" charset="0"/>
                        </a:rPr>
                        <m:t>Maxc</m:t>
                      </m:r>
                    </m:oMath>
                  </m:oMathPara>
                </a14:m>
                <a:endParaRPr lang="ar-AE" dirty="0"/>
              </a:p>
            </p:txBody>
          </p:sp>
        </mc:Choice>
        <mc:Fallback xmlns="">
          <p:sp>
            <p:nvSpPr>
              <p:cNvPr id="6" name="Google Shape;251;p32">
                <a:extLst>
                  <a:ext uri="{FF2B5EF4-FFF2-40B4-BE49-F238E27FC236}">
                    <a16:creationId xmlns:a16="http://schemas.microsoft.com/office/drawing/2014/main" id="{31D0B4FA-06FB-DC33-75BA-6DC9A2BA0C27}"/>
                  </a:ext>
                </a:extLst>
              </p:cNvPr>
              <p:cNvSpPr txBox="1">
                <a:spLocks noRot="1" noChangeAspect="1" noMove="1" noResize="1" noEditPoints="1" noAdjustHandles="1" noChangeArrowheads="1" noChangeShapeType="1" noTextEdit="1"/>
              </p:cNvSpPr>
              <p:nvPr/>
            </p:nvSpPr>
            <p:spPr>
              <a:xfrm>
                <a:off x="5988987" y="1682718"/>
                <a:ext cx="2196928" cy="1070440"/>
              </a:xfrm>
              <a:prstGeom prst="rect">
                <a:avLst/>
              </a:prstGeom>
              <a:blipFill>
                <a:blip r:embed="rId6"/>
                <a:stretch>
                  <a:fillRect r="-554"/>
                </a:stretch>
              </a:blipFill>
              <a:ln>
                <a:noFill/>
              </a:ln>
            </p:spPr>
            <p:txBody>
              <a:bodyPr/>
              <a:lstStyle/>
              <a:p>
                <a:r>
                  <a:rPr lang="zh-TW" altLang="en-US">
                    <a:noFill/>
                  </a:rPr>
                  <a:t> </a:t>
                </a:r>
              </a:p>
            </p:txBody>
          </p:sp>
        </mc:Fallback>
      </mc:AlternateContent>
      <p:sp>
        <p:nvSpPr>
          <p:cNvPr id="7" name="Google Shape;273;p34">
            <a:extLst>
              <a:ext uri="{FF2B5EF4-FFF2-40B4-BE49-F238E27FC236}">
                <a16:creationId xmlns:a16="http://schemas.microsoft.com/office/drawing/2014/main" id="{F7CE0DF8-8D53-25BA-2ED3-A589D43247FA}"/>
              </a:ext>
            </a:extLst>
          </p:cNvPr>
          <p:cNvSpPr txBox="1">
            <a:spLocks/>
          </p:cNvSpPr>
          <p:nvPr/>
        </p:nvSpPr>
        <p:spPr>
          <a:xfrm>
            <a:off x="3176476" y="2931462"/>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b="1" dirty="0"/>
              <a:t>Constraint Set</a:t>
            </a:r>
            <a:endParaRPr lang="en-US" b="1" dirty="0"/>
          </a:p>
        </p:txBody>
      </p:sp>
      <p:sp>
        <p:nvSpPr>
          <p:cNvPr id="8" name="Google Shape;273;p34">
            <a:extLst>
              <a:ext uri="{FF2B5EF4-FFF2-40B4-BE49-F238E27FC236}">
                <a16:creationId xmlns:a16="http://schemas.microsoft.com/office/drawing/2014/main" id="{AD30A10B-4568-C8AC-0FEF-8E728B55CF74}"/>
              </a:ext>
            </a:extLst>
          </p:cNvPr>
          <p:cNvSpPr txBox="1">
            <a:spLocks/>
          </p:cNvSpPr>
          <p:nvPr/>
        </p:nvSpPr>
        <p:spPr>
          <a:xfrm>
            <a:off x="5691928" y="2919735"/>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b="1" dirty="0"/>
              <a:t>Constraint Set</a:t>
            </a:r>
            <a:endParaRPr lang="en-US" b="1" dirty="0"/>
          </a:p>
        </p:txBody>
      </p:sp>
      <p:sp>
        <p:nvSpPr>
          <p:cNvPr id="9" name="Google Shape;269;p34">
            <a:extLst>
              <a:ext uri="{FF2B5EF4-FFF2-40B4-BE49-F238E27FC236}">
                <a16:creationId xmlns:a16="http://schemas.microsoft.com/office/drawing/2014/main" id="{3D8757D7-9F2A-4739-4742-D6CB3C1D437A}"/>
              </a:ext>
            </a:extLst>
          </p:cNvPr>
          <p:cNvSpPr txBox="1">
            <a:spLocks/>
          </p:cNvSpPr>
          <p:nvPr/>
        </p:nvSpPr>
        <p:spPr>
          <a:xfrm>
            <a:off x="3428445" y="3676090"/>
            <a:ext cx="2287108" cy="94364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r>
              <a:rPr lang="en-US" altLang="zh-TW" sz="1600" b="1" dirty="0"/>
              <a:t>At Least One</a:t>
            </a:r>
            <a:r>
              <a:rPr lang="en-US" altLang="zh-TW" sz="1600" dirty="0"/>
              <a:t> duty per piece of work</a:t>
            </a:r>
          </a:p>
        </p:txBody>
      </p:sp>
      <p:sp>
        <p:nvSpPr>
          <p:cNvPr id="10" name="Google Shape;269;p34">
            <a:extLst>
              <a:ext uri="{FF2B5EF4-FFF2-40B4-BE49-F238E27FC236}">
                <a16:creationId xmlns:a16="http://schemas.microsoft.com/office/drawing/2014/main" id="{42E2438E-AB59-7B6C-CE20-ECB5EE958235}"/>
              </a:ext>
            </a:extLst>
          </p:cNvPr>
          <p:cNvSpPr txBox="1">
            <a:spLocks/>
          </p:cNvSpPr>
          <p:nvPr/>
        </p:nvSpPr>
        <p:spPr>
          <a:xfrm>
            <a:off x="5943897" y="3676090"/>
            <a:ext cx="2287108" cy="10140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r>
              <a:rPr lang="en-US" altLang="zh-TW" sz="1600" b="1" dirty="0"/>
              <a:t>No More </a:t>
            </a:r>
            <a:r>
              <a:rPr lang="en-US" altLang="zh-TW" sz="1600" dirty="0"/>
              <a:t>than </a:t>
            </a:r>
            <a:r>
              <a:rPr lang="en-US" altLang="zh-TW" sz="1600" b="1" dirty="0" err="1"/>
              <a:t>Maxc</a:t>
            </a:r>
            <a:r>
              <a:rPr lang="en-US" altLang="zh-TW" sz="1600" dirty="0"/>
              <a:t> duty per piece of work</a:t>
            </a:r>
            <a:endParaRPr lang="en-US" sz="1600" dirty="0"/>
          </a:p>
        </p:txBody>
      </p:sp>
    </p:spTree>
    <p:extLst>
      <p:ext uri="{BB962C8B-B14F-4D97-AF65-F5344CB8AC3E}">
        <p14:creationId xmlns:p14="http://schemas.microsoft.com/office/powerpoint/2010/main" val="137901696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66">
          <a:extLst>
            <a:ext uri="{FF2B5EF4-FFF2-40B4-BE49-F238E27FC236}">
              <a16:creationId xmlns:a16="http://schemas.microsoft.com/office/drawing/2014/main" id="{E1EC7FE5-4093-2DE3-6F45-C2F5547C8D0F}"/>
            </a:ext>
          </a:extLst>
        </p:cNvPr>
        <p:cNvGrpSpPr/>
        <p:nvPr/>
      </p:nvGrpSpPr>
      <p:grpSpPr>
        <a:xfrm>
          <a:off x="0" y="0"/>
          <a:ext cx="0" cy="0"/>
          <a:chOff x="0" y="0"/>
          <a:chExt cx="0" cy="0"/>
        </a:xfrm>
      </p:grpSpPr>
      <p:sp>
        <p:nvSpPr>
          <p:cNvPr id="269" name="Google Shape;269;p34">
            <a:extLst>
              <a:ext uri="{FF2B5EF4-FFF2-40B4-BE49-F238E27FC236}">
                <a16:creationId xmlns:a16="http://schemas.microsoft.com/office/drawing/2014/main" id="{7B62748F-390B-A6B8-53EC-2C79222A8094}"/>
              </a:ext>
            </a:extLst>
          </p:cNvPr>
          <p:cNvSpPr txBox="1">
            <a:spLocks noGrp="1"/>
          </p:cNvSpPr>
          <p:nvPr>
            <p:ph type="subTitle" idx="1"/>
          </p:nvPr>
        </p:nvSpPr>
        <p:spPr>
          <a:xfrm>
            <a:off x="606424" y="3676090"/>
            <a:ext cx="2438524" cy="874645"/>
          </a:xfrm>
          <a:prstGeom prst="rect">
            <a:avLst/>
          </a:prstGeom>
        </p:spPr>
        <p:txBody>
          <a:bodyPr spcFirstLastPara="1" wrap="square" lIns="91425" tIns="91425" rIns="91425" bIns="91425" anchor="t" anchorCtr="0">
            <a:noAutofit/>
          </a:bodyPr>
          <a:lstStyle/>
          <a:p>
            <a:pPr marL="0" lvl="0" indent="0"/>
            <a:r>
              <a:rPr lang="en-US" altLang="zh-TW" sz="1600" dirty="0"/>
              <a:t>Minimize the </a:t>
            </a:r>
            <a:r>
              <a:rPr lang="en-US" altLang="zh-TW" sz="1600" b="1" dirty="0"/>
              <a:t>total number of duties</a:t>
            </a:r>
            <a:r>
              <a:rPr lang="en-US" altLang="zh-TW" sz="1600" dirty="0"/>
              <a:t> (drivers)</a:t>
            </a:r>
            <a:endParaRPr sz="1600" dirty="0"/>
          </a:p>
        </p:txBody>
      </p:sp>
      <p:sp>
        <p:nvSpPr>
          <p:cNvPr id="59" name="Google Shape;273;p34">
            <a:extLst>
              <a:ext uri="{FF2B5EF4-FFF2-40B4-BE49-F238E27FC236}">
                <a16:creationId xmlns:a16="http://schemas.microsoft.com/office/drawing/2014/main" id="{A32EE1AC-44CC-6087-9C89-D5A5929A4136}"/>
              </a:ext>
            </a:extLst>
          </p:cNvPr>
          <p:cNvSpPr txBox="1">
            <a:spLocks/>
          </p:cNvSpPr>
          <p:nvPr/>
        </p:nvSpPr>
        <p:spPr>
          <a:xfrm>
            <a:off x="430163" y="2943023"/>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b="1" dirty="0"/>
              <a:t>Objective Function</a:t>
            </a:r>
            <a:endParaRPr lang="en-US" b="1" dirty="0"/>
          </a:p>
        </p:txBody>
      </p:sp>
      <mc:AlternateContent xmlns:mc="http://schemas.openxmlformats.org/markup-compatibility/2006" xmlns:a14="http://schemas.microsoft.com/office/drawing/2010/main">
        <mc:Choice Requires="a14">
          <p:sp>
            <p:nvSpPr>
              <p:cNvPr id="61" name="Google Shape;251;p32">
                <a:extLst>
                  <a:ext uri="{FF2B5EF4-FFF2-40B4-BE49-F238E27FC236}">
                    <a16:creationId xmlns:a16="http://schemas.microsoft.com/office/drawing/2014/main" id="{F706791E-7CBB-B3C5-BAE2-17CEEE7F794B}"/>
                  </a:ext>
                </a:extLst>
              </p:cNvPr>
              <p:cNvSpPr txBox="1">
                <a:spLocks/>
              </p:cNvSpPr>
              <p:nvPr/>
            </p:nvSpPr>
            <p:spPr>
              <a:xfrm>
                <a:off x="981356" y="1701382"/>
                <a:ext cx="1688661" cy="1057274"/>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14:m>
                  <m:oMathPara xmlns:m="http://schemas.openxmlformats.org/officeDocument/2006/math">
                    <m:oMathParaPr>
                      <m:jc m:val="centerGroup"/>
                    </m:oMathParaPr>
                    <m:oMath xmlns:m="http://schemas.openxmlformats.org/officeDocument/2006/math">
                      <m:r>
                        <a:rPr lang="ar-AE" sz="2000" i="1" smtClean="0">
                          <a:latin typeface="Cambria Math" panose="02040503050406030204" pitchFamily="18" charset="0"/>
                        </a:rPr>
                        <m:t>𝑚𝑖𝑛</m:t>
                      </m:r>
                      <m:nary>
                        <m:naryPr>
                          <m:chr m:val="∑"/>
                          <m:ctrlPr>
                            <a:rPr lang="ar-AE" sz="2000" i="1" smtClean="0">
                              <a:latin typeface="Cambria Math" panose="02040503050406030204" pitchFamily="18" charset="0"/>
                            </a:rPr>
                          </m:ctrlPr>
                        </m:naryPr>
                        <m:sub>
                          <m:r>
                            <m:rPr>
                              <m:brk m:alnAt="23"/>
                            </m:rPr>
                            <a:rPr lang="ar-AE" sz="2000" i="1" smtClean="0">
                              <a:latin typeface="Cambria Math" panose="02040503050406030204" pitchFamily="18" charset="0"/>
                            </a:rPr>
                            <m:t>𝑗</m:t>
                          </m:r>
                          <m:r>
                            <a:rPr lang="ar-AE" sz="2000" i="1" smtClean="0">
                              <a:latin typeface="Cambria Math" panose="02040503050406030204" pitchFamily="18" charset="0"/>
                            </a:rPr>
                            <m:t>=</m:t>
                          </m:r>
                          <m:r>
                            <a:rPr lang="ar-AE" sz="2000" i="1" smtClean="0">
                              <a:latin typeface="Cambria Math" panose="02040503050406030204" pitchFamily="18" charset="0"/>
                            </a:rPr>
                            <m:t>1</m:t>
                          </m:r>
                        </m:sub>
                        <m:sup>
                          <m:r>
                            <a:rPr lang="ar-AE" sz="2000" i="1" smtClean="0">
                              <a:latin typeface="Cambria Math" panose="02040503050406030204" pitchFamily="18" charset="0"/>
                            </a:rPr>
                            <m:t>𝑛</m:t>
                          </m:r>
                        </m:sup>
                        <m:e>
                          <m:sSub>
                            <m:sSubPr>
                              <m:ctrlPr>
                                <a:rPr lang="ar-AE" altLang="zh-TW" sz="2000" i="1">
                                  <a:latin typeface="Cambria Math" panose="02040503050406030204" pitchFamily="18" charset="0"/>
                                </a:rPr>
                              </m:ctrlPr>
                            </m:sSubPr>
                            <m:e>
                              <m:r>
                                <a:rPr lang="zh-TW" altLang="ar-AE" sz="2000" i="1">
                                  <a:latin typeface="Cambria Math" panose="02040503050406030204" pitchFamily="18" charset="0"/>
                                </a:rPr>
                                <m:t>𝑥</m:t>
                              </m:r>
                            </m:e>
                            <m:sub>
                              <m:r>
                                <a:rPr lang="zh-TW" altLang="ar-AE" sz="2000" i="1">
                                  <a:latin typeface="Cambria Math" panose="02040503050406030204" pitchFamily="18" charset="0"/>
                                </a:rPr>
                                <m:t>𝑗</m:t>
                              </m:r>
                            </m:sub>
                          </m:sSub>
                        </m:e>
                      </m:nary>
                    </m:oMath>
                  </m:oMathPara>
                </a14:m>
                <a:endParaRPr lang="ar-AE" sz="1600" dirty="0"/>
              </a:p>
            </p:txBody>
          </p:sp>
        </mc:Choice>
        <mc:Fallback xmlns="">
          <p:sp>
            <p:nvSpPr>
              <p:cNvPr id="61" name="Google Shape;251;p32">
                <a:extLst>
                  <a:ext uri="{FF2B5EF4-FFF2-40B4-BE49-F238E27FC236}">
                    <a16:creationId xmlns:a16="http://schemas.microsoft.com/office/drawing/2014/main" id="{F706791E-7CBB-B3C5-BAE2-17CEEE7F794B}"/>
                  </a:ext>
                </a:extLst>
              </p:cNvPr>
              <p:cNvSpPr txBox="1">
                <a:spLocks noRot="1" noChangeAspect="1" noMove="1" noResize="1" noEditPoints="1" noAdjustHandles="1" noChangeArrowheads="1" noChangeShapeType="1" noTextEdit="1"/>
              </p:cNvSpPr>
              <p:nvPr/>
            </p:nvSpPr>
            <p:spPr>
              <a:xfrm>
                <a:off x="981356" y="1701382"/>
                <a:ext cx="1688661" cy="1057274"/>
              </a:xfrm>
              <a:prstGeom prst="rect">
                <a:avLst/>
              </a:prstGeom>
              <a:blipFill>
                <a:blip r:embed="rId3"/>
                <a:stretch>
                  <a:fillRect/>
                </a:stretch>
              </a:blipFill>
              <a:ln>
                <a:noFill/>
              </a:ln>
            </p:spPr>
            <p:txBody>
              <a:bodyPr/>
              <a:lstStyle/>
              <a:p>
                <a:r>
                  <a:rPr lang="zh-TW" altLang="en-US">
                    <a:noFill/>
                  </a:rPr>
                  <a:t> </a:t>
                </a:r>
              </a:p>
            </p:txBody>
          </p:sp>
        </mc:Fallback>
      </mc:AlternateContent>
      <mc:AlternateContent xmlns:mc="http://schemas.openxmlformats.org/markup-compatibility/2006" xmlns:a14="http://schemas.microsoft.com/office/drawing/2010/main">
        <mc:Choice Requires="a14">
          <p:sp>
            <p:nvSpPr>
              <p:cNvPr id="62" name="Google Shape;248;p32">
                <a:extLst>
                  <a:ext uri="{FF2B5EF4-FFF2-40B4-BE49-F238E27FC236}">
                    <a16:creationId xmlns:a16="http://schemas.microsoft.com/office/drawing/2014/main" id="{AF9BC8DC-AAE5-D17D-4244-9D394894561D}"/>
                  </a:ext>
                </a:extLst>
              </p:cNvPr>
              <p:cNvSpPr txBox="1">
                <a:spLocks/>
              </p:cNvSpPr>
              <p:nvPr/>
            </p:nvSpPr>
            <p:spPr>
              <a:xfrm>
                <a:off x="2293824" y="414725"/>
                <a:ext cx="4556352"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1pPr>
                <a:lvl2pPr marR="0" lvl="1"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2pPr>
                <a:lvl3pPr marR="0" lvl="2"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3pPr>
                <a:lvl4pPr marR="0" lvl="3"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4pPr>
                <a:lvl5pPr marR="0" lvl="4"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5pPr>
                <a:lvl6pPr marR="0" lvl="5"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6pPr>
                <a:lvl7pPr marR="0" lvl="6"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7pPr>
                <a:lvl8pPr marR="0" lvl="7"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8pPr>
                <a:lvl9pPr marR="0" lvl="8"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9pPr>
              </a:lstStyle>
              <a:p>
                <a:pPr algn="l"/>
                <a:r>
                  <a:rPr lang="en-US" altLang="zh-TW" b="1" dirty="0"/>
                  <a:t>Model</a:t>
                </a:r>
                <a:r>
                  <a:rPr lang="zh-TW" altLang="en-US" b="1" dirty="0"/>
                  <a:t> </a:t>
                </a:r>
                <a:r>
                  <a:rPr lang="en-US" altLang="zh-TW" b="1" dirty="0"/>
                  <a:t>-</a:t>
                </a:r>
                <a:r>
                  <a:rPr lang="zh-TW" altLang="en-US" b="1" dirty="0"/>
                  <a:t> </a:t>
                </a:r>
                <a14:m>
                  <m:oMath xmlns:m="http://schemas.openxmlformats.org/officeDocument/2006/math">
                    <m:r>
                      <a:rPr lang="en-US" altLang="zh-TW" b="1" i="1" dirty="0" smtClean="0">
                        <a:latin typeface="Cambria Math" panose="02040503050406030204" pitchFamily="18" charset="0"/>
                      </a:rPr>
                      <m:t>𝑺𝑪𝑷</m:t>
                    </m:r>
                    <m:r>
                      <a:rPr lang="en-US" altLang="zh-TW" sz="2000" b="1" i="1" dirty="0" err="1">
                        <a:latin typeface="Cambria Math" panose="02040503050406030204" pitchFamily="18" charset="0"/>
                      </a:rPr>
                      <m:t>𝑵𝒖𝒎</m:t>
                    </m:r>
                    <m:r>
                      <a:rPr lang="en-US" altLang="zh-TW" sz="2800" b="1" i="1" dirty="0" err="1">
                        <a:latin typeface="Cambria Math" panose="02040503050406030204" pitchFamily="18" charset="0"/>
                      </a:rPr>
                      <m:t>_</m:t>
                    </m:r>
                    <m:r>
                      <a:rPr lang="en-US" altLang="zh-TW" b="1" i="1" dirty="0" err="1">
                        <a:latin typeface="Cambria Math" panose="02040503050406030204" pitchFamily="18" charset="0"/>
                      </a:rPr>
                      <m:t>𝑴𝒂𝒙𝒄</m:t>
                    </m:r>
                    <m:r>
                      <a:rPr lang="en-US" altLang="zh-TW" b="1" i="1" dirty="0" err="1">
                        <a:latin typeface="Cambria Math" panose="02040503050406030204" pitchFamily="18" charset="0"/>
                      </a:rPr>
                      <m:t>_</m:t>
                    </m:r>
                    <m:r>
                      <a:rPr lang="en-US" altLang="zh-TW" b="1" i="1" dirty="0" err="1">
                        <a:latin typeface="Cambria Math" panose="02040503050406030204" pitchFamily="18" charset="0"/>
                      </a:rPr>
                      <m:t>𝒕</m:t>
                    </m:r>
                  </m:oMath>
                </a14:m>
                <a:endParaRPr lang="en-US" altLang="zh-TW" b="1" dirty="0"/>
              </a:p>
            </p:txBody>
          </p:sp>
        </mc:Choice>
        <mc:Fallback xmlns="">
          <p:sp>
            <p:nvSpPr>
              <p:cNvPr id="62" name="Google Shape;248;p32">
                <a:extLst>
                  <a:ext uri="{FF2B5EF4-FFF2-40B4-BE49-F238E27FC236}">
                    <a16:creationId xmlns:a16="http://schemas.microsoft.com/office/drawing/2014/main" id="{AF9BC8DC-AAE5-D17D-4244-9D394894561D}"/>
                  </a:ext>
                </a:extLst>
              </p:cNvPr>
              <p:cNvSpPr txBox="1">
                <a:spLocks noRot="1" noChangeAspect="1" noMove="1" noResize="1" noEditPoints="1" noAdjustHandles="1" noChangeArrowheads="1" noChangeShapeType="1" noTextEdit="1"/>
              </p:cNvSpPr>
              <p:nvPr/>
            </p:nvSpPr>
            <p:spPr>
              <a:xfrm>
                <a:off x="2293824" y="414725"/>
                <a:ext cx="4556352" cy="572700"/>
              </a:xfrm>
              <a:prstGeom prst="rect">
                <a:avLst/>
              </a:prstGeom>
              <a:blipFill>
                <a:blip r:embed="rId4"/>
                <a:stretch>
                  <a:fillRect l="-3075" t="-5319" b="-37234"/>
                </a:stretch>
              </a:blipFill>
              <a:ln>
                <a:noFill/>
              </a:ln>
            </p:spPr>
            <p:txBody>
              <a:bodyPr/>
              <a:lstStyle/>
              <a:p>
                <a:r>
                  <a:rPr lang="zh-TW" altLang="en-US">
                    <a:noFill/>
                  </a:rPr>
                  <a:t> </a:t>
                </a:r>
              </a:p>
            </p:txBody>
          </p:sp>
        </mc:Fallback>
      </mc:AlternateContent>
      <mc:AlternateContent xmlns:mc="http://schemas.openxmlformats.org/markup-compatibility/2006" xmlns:a14="http://schemas.microsoft.com/office/drawing/2010/main">
        <mc:Choice Requires="a14">
          <p:sp>
            <p:nvSpPr>
              <p:cNvPr id="5" name="Google Shape;251;p32">
                <a:extLst>
                  <a:ext uri="{FF2B5EF4-FFF2-40B4-BE49-F238E27FC236}">
                    <a16:creationId xmlns:a16="http://schemas.microsoft.com/office/drawing/2014/main" id="{2DD28F62-A538-6F01-A1A4-0A0CC5D52625}"/>
                  </a:ext>
                </a:extLst>
              </p:cNvPr>
              <p:cNvSpPr txBox="1">
                <a:spLocks/>
              </p:cNvSpPr>
              <p:nvPr/>
            </p:nvSpPr>
            <p:spPr>
              <a:xfrm>
                <a:off x="3209752" y="1683072"/>
                <a:ext cx="2724494" cy="107044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sSub>
                        <m:sSubPr>
                          <m:ctrlPr>
                            <a:rPr lang="en-US" altLang="zh-TW" i="1">
                              <a:latin typeface="Cambria Math" panose="02040503050406030204" pitchFamily="18" charset="0"/>
                            </a:rPr>
                          </m:ctrlPr>
                        </m:sSubPr>
                        <m:e>
                          <m:r>
                            <a:rPr lang="en-US" altLang="zh-TW" i="1">
                              <a:latin typeface="Cambria Math" panose="02040503050406030204" pitchFamily="18" charset="0"/>
                            </a:rPr>
                            <m:t>𝑦</m:t>
                          </m:r>
                        </m:e>
                        <m:sub>
                          <m:r>
                            <a:rPr lang="en-US" altLang="zh-TW" i="1">
                              <a:latin typeface="Cambria Math" panose="02040503050406030204" pitchFamily="18" charset="0"/>
                            </a:rPr>
                            <m:t>𝑖</m:t>
                          </m:r>
                        </m:sub>
                      </m:sSub>
                      <m:r>
                        <a:rPr lang="en-US" altLang="zh-TW" i="1">
                          <a:latin typeface="Cambria Math" panose="02040503050406030204" pitchFamily="18" charset="0"/>
                        </a:rPr>
                        <m:t>≤ </m:t>
                      </m:r>
                      <m:nary>
                        <m:naryPr>
                          <m:chr m:val="∑"/>
                          <m:ctrlPr>
                            <a:rPr lang="ar-AE" altLang="zh-TW" i="1">
                              <a:latin typeface="Cambria Math" panose="02040503050406030204" pitchFamily="18" charset="0"/>
                            </a:rPr>
                          </m:ctrlPr>
                        </m:naryPr>
                        <m:sub>
                          <m:r>
                            <m:rPr>
                              <m:brk m:alnAt="23"/>
                            </m:rPr>
                            <a:rPr lang="ar-AE" altLang="zh-TW" i="1">
                              <a:latin typeface="Cambria Math" panose="02040503050406030204" pitchFamily="18" charset="0"/>
                            </a:rPr>
                            <m:t>𝑗</m:t>
                          </m:r>
                          <m:r>
                            <a:rPr lang="ar-AE" altLang="zh-TW" i="1">
                              <a:latin typeface="Cambria Math" panose="02040503050406030204" pitchFamily="18" charset="0"/>
                            </a:rPr>
                            <m:t>=</m:t>
                          </m:r>
                          <m:r>
                            <a:rPr lang="en-US" altLang="zh-TW" i="1">
                              <a:latin typeface="Cambria Math" panose="02040503050406030204" pitchFamily="18" charset="0"/>
                            </a:rPr>
                            <m:t>1</m:t>
                          </m:r>
                        </m:sub>
                        <m:sup>
                          <m:r>
                            <a:rPr lang="ar-AE" altLang="zh-TW" i="1">
                              <a:latin typeface="Cambria Math" panose="02040503050406030204" pitchFamily="18" charset="0"/>
                            </a:rPr>
                            <m:t>𝑛</m:t>
                          </m:r>
                        </m:sup>
                        <m:e>
                          <m:sSub>
                            <m:sSubPr>
                              <m:ctrlPr>
                                <a:rPr lang="ar-AE" altLang="zh-TW" i="1">
                                  <a:latin typeface="Cambria Math" panose="02040503050406030204" pitchFamily="18" charset="0"/>
                                </a:rPr>
                              </m:ctrlPr>
                            </m:sSubPr>
                            <m:e>
                              <m:r>
                                <a:rPr lang="en-US" altLang="zh-TW" i="1">
                                  <a:latin typeface="Cambria Math" panose="02040503050406030204" pitchFamily="18" charset="0"/>
                                </a:rPr>
                                <m:t>𝑎</m:t>
                              </m:r>
                            </m:e>
                            <m:sub>
                              <m:r>
                                <a:rPr lang="en-US" altLang="zh-TW" i="1">
                                  <a:latin typeface="Cambria Math" panose="02040503050406030204" pitchFamily="18" charset="0"/>
                                </a:rPr>
                                <m:t>𝑖</m:t>
                              </m:r>
                              <m:r>
                                <a:rPr lang="zh-TW" altLang="ar-AE" i="1">
                                  <a:latin typeface="Cambria Math" panose="02040503050406030204" pitchFamily="18" charset="0"/>
                                </a:rPr>
                                <m:t>𝑗</m:t>
                              </m:r>
                            </m:sub>
                          </m:sSub>
                        </m:e>
                      </m:nary>
                      <m:sSub>
                        <m:sSubPr>
                          <m:ctrlPr>
                            <a:rPr lang="ar-AE" altLang="zh-TW" i="1">
                              <a:latin typeface="Cambria Math" panose="02040503050406030204" pitchFamily="18" charset="0"/>
                            </a:rPr>
                          </m:ctrlPr>
                        </m:sSubPr>
                        <m:e>
                          <m:r>
                            <a:rPr lang="zh-TW" altLang="ar-AE" i="1">
                              <a:latin typeface="Cambria Math" panose="02040503050406030204" pitchFamily="18" charset="0"/>
                            </a:rPr>
                            <m:t>𝑥</m:t>
                          </m:r>
                        </m:e>
                        <m:sub>
                          <m:r>
                            <a:rPr lang="zh-TW" altLang="ar-AE" i="1">
                              <a:latin typeface="Cambria Math" panose="02040503050406030204" pitchFamily="18" charset="0"/>
                            </a:rPr>
                            <m:t>𝑗</m:t>
                          </m:r>
                        </m:sub>
                      </m:sSub>
                      <m:r>
                        <a:rPr lang="en-US" altLang="zh-TW" i="1">
                          <a:latin typeface="Cambria Math" panose="02040503050406030204" pitchFamily="18" charset="0"/>
                        </a:rPr>
                        <m:t>≤</m:t>
                      </m:r>
                      <m:r>
                        <m:rPr>
                          <m:sty m:val="p"/>
                        </m:rPr>
                        <a:rPr lang="en-US" altLang="zh-TW">
                          <a:latin typeface="Cambria Math" panose="02040503050406030204" pitchFamily="18" charset="0"/>
                        </a:rPr>
                        <m:t>Maxc</m:t>
                      </m:r>
                    </m:oMath>
                  </m:oMathPara>
                </a14:m>
                <a:endParaRPr lang="ar-AE" altLang="zh-TW" dirty="0"/>
              </a:p>
            </p:txBody>
          </p:sp>
        </mc:Choice>
        <mc:Fallback xmlns="">
          <p:sp>
            <p:nvSpPr>
              <p:cNvPr id="5" name="Google Shape;251;p32">
                <a:extLst>
                  <a:ext uri="{FF2B5EF4-FFF2-40B4-BE49-F238E27FC236}">
                    <a16:creationId xmlns:a16="http://schemas.microsoft.com/office/drawing/2014/main" id="{2DD28F62-A538-6F01-A1A4-0A0CC5D52625}"/>
                  </a:ext>
                </a:extLst>
              </p:cNvPr>
              <p:cNvSpPr txBox="1">
                <a:spLocks noRot="1" noChangeAspect="1" noMove="1" noResize="1" noEditPoints="1" noAdjustHandles="1" noChangeArrowheads="1" noChangeShapeType="1" noTextEdit="1"/>
              </p:cNvSpPr>
              <p:nvPr/>
            </p:nvSpPr>
            <p:spPr>
              <a:xfrm>
                <a:off x="3209752" y="1683072"/>
                <a:ext cx="2724494" cy="1070440"/>
              </a:xfrm>
              <a:prstGeom prst="rect">
                <a:avLst/>
              </a:prstGeom>
              <a:blipFill>
                <a:blip r:embed="rId5"/>
                <a:stretch>
                  <a:fillRect r="-2018"/>
                </a:stretch>
              </a:blipFill>
              <a:ln>
                <a:noFill/>
              </a:ln>
            </p:spPr>
            <p:txBody>
              <a:bodyPr/>
              <a:lstStyle/>
              <a:p>
                <a:r>
                  <a:rPr lang="zh-TW" altLang="en-US">
                    <a:noFill/>
                  </a:rPr>
                  <a:t> </a:t>
                </a:r>
              </a:p>
            </p:txBody>
          </p:sp>
        </mc:Fallback>
      </mc:AlternateContent>
      <mc:AlternateContent xmlns:mc="http://schemas.openxmlformats.org/markup-compatibility/2006">
        <mc:Choice xmlns:a14="http://schemas.microsoft.com/office/drawing/2010/main" Requires="a14">
          <p:sp>
            <p:nvSpPr>
              <p:cNvPr id="6" name="Google Shape;251;p32">
                <a:extLst>
                  <a:ext uri="{FF2B5EF4-FFF2-40B4-BE49-F238E27FC236}">
                    <a16:creationId xmlns:a16="http://schemas.microsoft.com/office/drawing/2014/main" id="{43C74BC3-0380-F311-E92B-46D782F915C8}"/>
                  </a:ext>
                </a:extLst>
              </p:cNvPr>
              <p:cNvSpPr txBox="1">
                <a:spLocks/>
              </p:cNvSpPr>
              <p:nvPr/>
            </p:nvSpPr>
            <p:spPr>
              <a:xfrm>
                <a:off x="5988987" y="1683072"/>
                <a:ext cx="2196928" cy="107044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nary>
                        <m:naryPr>
                          <m:chr m:val="∑"/>
                          <m:ctrlPr>
                            <a:rPr lang="ar-AE" i="1" smtClean="0">
                              <a:latin typeface="Cambria Math" panose="02040503050406030204" pitchFamily="18" charset="0"/>
                            </a:rPr>
                          </m:ctrlPr>
                        </m:naryPr>
                        <m:sub>
                          <m:r>
                            <m:rPr>
                              <m:sty m:val="p"/>
                            </m:rPr>
                            <a:rPr lang="en-US" b="0" i="1" smtClean="0">
                              <a:latin typeface="Cambria Math" panose="02040503050406030204" pitchFamily="18" charset="0"/>
                            </a:rPr>
                            <m:t>i</m:t>
                          </m:r>
                          <m:r>
                            <a:rPr lang="ar-AE" i="1" smtClean="0">
                              <a:latin typeface="Cambria Math" panose="02040503050406030204" pitchFamily="18" charset="0"/>
                            </a:rPr>
                            <m:t>=</m:t>
                          </m:r>
                          <m:r>
                            <a:rPr lang="en-US" b="0" i="1" smtClean="0">
                              <a:latin typeface="Cambria Math" panose="02040503050406030204" pitchFamily="18" charset="0"/>
                            </a:rPr>
                            <m:t>1</m:t>
                          </m:r>
                        </m:sub>
                        <m:sup>
                          <m:r>
                            <a:rPr lang="en-US" b="0" i="1" smtClean="0">
                              <a:latin typeface="Cambria Math" panose="02040503050406030204" pitchFamily="18" charset="0"/>
                            </a:rPr>
                            <m:t>𝑚</m:t>
                          </m:r>
                        </m:sup>
                        <m:e>
                          <m:sSub>
                            <m:sSubPr>
                              <m:ctrlPr>
                                <a:rPr lang="ar-AE" altLang="zh-TW" i="1">
                                  <a:latin typeface="Cambria Math" panose="02040503050406030204" pitchFamily="18" charset="0"/>
                                </a:rPr>
                              </m:ctrlPr>
                            </m:sSubPr>
                            <m:e>
                              <m:r>
                                <a:rPr lang="en-US" altLang="zh-TW" b="0" i="1" smtClean="0">
                                  <a:latin typeface="Cambria Math" panose="02040503050406030204" pitchFamily="18" charset="0"/>
                                </a:rPr>
                                <m:t>𝑦</m:t>
                              </m:r>
                            </m:e>
                            <m:sub>
                              <m:r>
                                <a:rPr lang="en-US" altLang="zh-TW" b="0" i="1" smtClean="0">
                                  <a:latin typeface="Cambria Math" panose="02040503050406030204" pitchFamily="18" charset="0"/>
                                </a:rPr>
                                <m:t>𝑖</m:t>
                              </m:r>
                            </m:sub>
                          </m:sSub>
                          <m:r>
                            <a:rPr lang="zh-TW" altLang="en-US" i="1">
                              <a:latin typeface="Cambria Math" panose="02040503050406030204" pitchFamily="18" charset="0"/>
                            </a:rPr>
                            <m:t>≥</m:t>
                          </m:r>
                        </m:e>
                      </m:nary>
                      <m:r>
                        <m:rPr>
                          <m:sty m:val="p"/>
                        </m:rPr>
                        <a:rPr lang="en-US" altLang="zh-TW" b="0" i="0" smtClean="0">
                          <a:latin typeface="Cambria Math" panose="02040503050406030204" pitchFamily="18" charset="0"/>
                        </a:rPr>
                        <m:t>t</m:t>
                      </m:r>
                      <m:r>
                        <a:rPr lang="en-US" altLang="zh-TW" b="0" i="1" smtClean="0">
                          <a:latin typeface="Cambria Math" panose="02040503050406030204" pitchFamily="18" charset="0"/>
                        </a:rPr>
                        <m:t>×</m:t>
                      </m:r>
                      <m:r>
                        <a:rPr lang="en-US" altLang="zh-TW" b="0" i="0" smtClean="0">
                          <a:latin typeface="Cambria Math" panose="02040503050406030204" pitchFamily="18" charset="0"/>
                        </a:rPr>
                        <m:t>|</m:t>
                      </m:r>
                      <m:r>
                        <m:rPr>
                          <m:sty m:val="p"/>
                        </m:rPr>
                        <a:rPr lang="en-US" altLang="zh-TW" b="0" i="0" smtClean="0">
                          <a:latin typeface="Cambria Math" panose="02040503050406030204" pitchFamily="18" charset="0"/>
                        </a:rPr>
                        <m:t>M</m:t>
                      </m:r>
                      <m:r>
                        <a:rPr lang="en-US" altLang="zh-TW" b="0" i="0" smtClean="0">
                          <a:latin typeface="Cambria Math" panose="02040503050406030204" pitchFamily="18" charset="0"/>
                        </a:rPr>
                        <m:t>|</m:t>
                      </m:r>
                    </m:oMath>
                  </m:oMathPara>
                </a14:m>
                <a:endParaRPr lang="ar-AE" dirty="0"/>
              </a:p>
            </p:txBody>
          </p:sp>
        </mc:Choice>
        <mc:Fallback>
          <p:sp>
            <p:nvSpPr>
              <p:cNvPr id="6" name="Google Shape;251;p32">
                <a:extLst>
                  <a:ext uri="{FF2B5EF4-FFF2-40B4-BE49-F238E27FC236}">
                    <a16:creationId xmlns:a16="http://schemas.microsoft.com/office/drawing/2014/main" id="{43C74BC3-0380-F311-E92B-46D782F915C8}"/>
                  </a:ext>
                </a:extLst>
              </p:cNvPr>
              <p:cNvSpPr txBox="1">
                <a:spLocks noRot="1" noChangeAspect="1" noMove="1" noResize="1" noEditPoints="1" noAdjustHandles="1" noChangeArrowheads="1" noChangeShapeType="1" noTextEdit="1"/>
              </p:cNvSpPr>
              <p:nvPr/>
            </p:nvSpPr>
            <p:spPr>
              <a:xfrm>
                <a:off x="5988987" y="1683072"/>
                <a:ext cx="2196928" cy="1070440"/>
              </a:xfrm>
              <a:prstGeom prst="rect">
                <a:avLst/>
              </a:prstGeom>
              <a:blipFill>
                <a:blip r:embed="rId6"/>
                <a:stretch>
                  <a:fillRect/>
                </a:stretch>
              </a:blipFill>
              <a:ln>
                <a:noFill/>
              </a:ln>
            </p:spPr>
            <p:txBody>
              <a:bodyPr/>
              <a:lstStyle/>
              <a:p>
                <a:r>
                  <a:rPr lang="zh-TW" altLang="en-US">
                    <a:noFill/>
                  </a:rPr>
                  <a:t> </a:t>
                </a:r>
              </a:p>
            </p:txBody>
          </p:sp>
        </mc:Fallback>
      </mc:AlternateContent>
      <p:sp>
        <p:nvSpPr>
          <p:cNvPr id="7" name="Google Shape;273;p34">
            <a:extLst>
              <a:ext uri="{FF2B5EF4-FFF2-40B4-BE49-F238E27FC236}">
                <a16:creationId xmlns:a16="http://schemas.microsoft.com/office/drawing/2014/main" id="{209B60CE-312C-FB53-9238-9084038E4AD2}"/>
              </a:ext>
            </a:extLst>
          </p:cNvPr>
          <p:cNvSpPr txBox="1">
            <a:spLocks/>
          </p:cNvSpPr>
          <p:nvPr/>
        </p:nvSpPr>
        <p:spPr>
          <a:xfrm>
            <a:off x="3176476" y="2931462"/>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b="1" dirty="0"/>
              <a:t>Constraint Set</a:t>
            </a:r>
            <a:endParaRPr lang="en-US" b="1" dirty="0"/>
          </a:p>
        </p:txBody>
      </p:sp>
      <p:sp>
        <p:nvSpPr>
          <p:cNvPr id="8" name="Google Shape;273;p34">
            <a:extLst>
              <a:ext uri="{FF2B5EF4-FFF2-40B4-BE49-F238E27FC236}">
                <a16:creationId xmlns:a16="http://schemas.microsoft.com/office/drawing/2014/main" id="{2031458B-30E6-AEC2-E1BB-4A96D0DABC7B}"/>
              </a:ext>
            </a:extLst>
          </p:cNvPr>
          <p:cNvSpPr txBox="1">
            <a:spLocks/>
          </p:cNvSpPr>
          <p:nvPr/>
        </p:nvSpPr>
        <p:spPr>
          <a:xfrm>
            <a:off x="5691928" y="2919735"/>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b="1" dirty="0"/>
              <a:t>Constraint Set</a:t>
            </a:r>
            <a:endParaRPr lang="en-US" b="1" dirty="0"/>
          </a:p>
        </p:txBody>
      </p:sp>
      <mc:AlternateContent xmlns:mc="http://schemas.openxmlformats.org/markup-compatibility/2006" xmlns:a14="http://schemas.microsoft.com/office/drawing/2010/main">
        <mc:Choice Requires="a14">
          <p:sp>
            <p:nvSpPr>
              <p:cNvPr id="9" name="Google Shape;269;p34">
                <a:extLst>
                  <a:ext uri="{FF2B5EF4-FFF2-40B4-BE49-F238E27FC236}">
                    <a16:creationId xmlns:a16="http://schemas.microsoft.com/office/drawing/2014/main" id="{226AD157-0BA5-4F93-83FF-781445A7FB9D}"/>
                  </a:ext>
                </a:extLst>
              </p:cNvPr>
              <p:cNvSpPr txBox="1">
                <a:spLocks/>
              </p:cNvSpPr>
              <p:nvPr/>
            </p:nvSpPr>
            <p:spPr>
              <a:xfrm>
                <a:off x="3373997" y="3676090"/>
                <a:ext cx="2396004" cy="116745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r>
                  <a:rPr lang="en-US" altLang="zh-TW" sz="1600" dirty="0"/>
                  <a:t>If</a:t>
                </a:r>
                <a:r>
                  <a:rPr lang="zh-TW" altLang="en-US" sz="1600" dirty="0"/>
                  <a:t> </a:t>
                </a:r>
                <a14:m>
                  <m:oMath xmlns:m="http://schemas.openxmlformats.org/officeDocument/2006/math">
                    <m:sSub>
                      <m:sSubPr>
                        <m:ctrlPr>
                          <a:rPr lang="en-US" altLang="zh-TW" sz="1600" i="1" smtClean="0">
                            <a:latin typeface="Cambria Math" panose="02040503050406030204" pitchFamily="18" charset="0"/>
                          </a:rPr>
                        </m:ctrlPr>
                      </m:sSubPr>
                      <m:e>
                        <m:r>
                          <a:rPr lang="en-US" altLang="zh-TW" sz="1600" b="0" i="1" smtClean="0">
                            <a:latin typeface="Cambria Math" panose="02040503050406030204" pitchFamily="18" charset="0"/>
                          </a:rPr>
                          <m:t>𝑦</m:t>
                        </m:r>
                      </m:e>
                      <m:sub>
                        <m:r>
                          <a:rPr lang="en-US" altLang="zh-TW" sz="1600" b="0" i="1" smtClean="0">
                            <a:latin typeface="Cambria Math" panose="02040503050406030204" pitchFamily="18" charset="0"/>
                          </a:rPr>
                          <m:t>𝑖</m:t>
                        </m:r>
                      </m:sub>
                    </m:sSub>
                    <m:r>
                      <a:rPr lang="en-US" altLang="zh-TW" sz="1600" b="0" i="1" smtClean="0">
                        <a:latin typeface="Cambria Math" panose="02040503050406030204" pitchFamily="18" charset="0"/>
                      </a:rPr>
                      <m:t>=</m:t>
                    </m:r>
                    <m:r>
                      <a:rPr lang="en-US" altLang="zh-TW" sz="1600" b="0" i="1" smtClean="0">
                        <a:latin typeface="Cambria Math" panose="02040503050406030204" pitchFamily="18" charset="0"/>
                      </a:rPr>
                      <m:t>1</m:t>
                    </m:r>
                  </m:oMath>
                </a14:m>
                <a:r>
                  <a:rPr lang="en-US" altLang="zh-TW" sz="1600" dirty="0"/>
                  <a:t> , it must have </a:t>
                </a:r>
                <a:r>
                  <a:rPr lang="en-US" altLang="zh-TW" sz="1600" b="1" dirty="0"/>
                  <a:t>at least </a:t>
                </a:r>
                <a:r>
                  <a:rPr lang="en-US" altLang="zh-TW" sz="1600" dirty="0"/>
                  <a:t>1 and </a:t>
                </a:r>
                <a:r>
                  <a:rPr lang="en-US" altLang="zh-TW" sz="1600" b="1" dirty="0"/>
                  <a:t>no more</a:t>
                </a:r>
                <a:r>
                  <a:rPr lang="en-US" altLang="zh-TW" sz="1600" dirty="0"/>
                  <a:t> than </a:t>
                </a:r>
                <a:r>
                  <a:rPr lang="en-US" altLang="zh-TW" sz="1600" dirty="0" err="1"/>
                  <a:t>Maxc</a:t>
                </a:r>
                <a:r>
                  <a:rPr lang="en-US" altLang="zh-TW" sz="1600" dirty="0"/>
                  <a:t> drivers.</a:t>
                </a:r>
              </a:p>
            </p:txBody>
          </p:sp>
        </mc:Choice>
        <mc:Fallback xmlns="">
          <p:sp>
            <p:nvSpPr>
              <p:cNvPr id="9" name="Google Shape;269;p34">
                <a:extLst>
                  <a:ext uri="{FF2B5EF4-FFF2-40B4-BE49-F238E27FC236}">
                    <a16:creationId xmlns:a16="http://schemas.microsoft.com/office/drawing/2014/main" id="{226AD157-0BA5-4F93-83FF-781445A7FB9D}"/>
                  </a:ext>
                </a:extLst>
              </p:cNvPr>
              <p:cNvSpPr txBox="1">
                <a:spLocks noRot="1" noChangeAspect="1" noMove="1" noResize="1" noEditPoints="1" noAdjustHandles="1" noChangeArrowheads="1" noChangeShapeType="1" noTextEdit="1"/>
              </p:cNvSpPr>
              <p:nvPr/>
            </p:nvSpPr>
            <p:spPr>
              <a:xfrm>
                <a:off x="3373997" y="3676090"/>
                <a:ext cx="2396004" cy="1167459"/>
              </a:xfrm>
              <a:prstGeom prst="rect">
                <a:avLst/>
              </a:prstGeom>
              <a:blipFill>
                <a:blip r:embed="rId7"/>
                <a:stretch>
                  <a:fillRect l="-761" r="-508"/>
                </a:stretch>
              </a:blipFill>
              <a:ln>
                <a:noFill/>
              </a:ln>
            </p:spPr>
            <p:txBody>
              <a:bodyPr/>
              <a:lstStyle/>
              <a:p>
                <a:r>
                  <a:rPr lang="zh-TW" altLang="en-US">
                    <a:noFill/>
                  </a:rPr>
                  <a:t> </a:t>
                </a:r>
              </a:p>
            </p:txBody>
          </p:sp>
        </mc:Fallback>
      </mc:AlternateContent>
      <p:sp>
        <p:nvSpPr>
          <p:cNvPr id="10" name="Google Shape;269;p34">
            <a:extLst>
              <a:ext uri="{FF2B5EF4-FFF2-40B4-BE49-F238E27FC236}">
                <a16:creationId xmlns:a16="http://schemas.microsoft.com/office/drawing/2014/main" id="{317082A7-8AB6-13E4-EE88-A3996C36297B}"/>
              </a:ext>
            </a:extLst>
          </p:cNvPr>
          <p:cNvSpPr txBox="1">
            <a:spLocks/>
          </p:cNvSpPr>
          <p:nvPr/>
        </p:nvSpPr>
        <p:spPr>
          <a:xfrm>
            <a:off x="5943897" y="3676090"/>
            <a:ext cx="2287108" cy="10140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r>
              <a:rPr lang="en-US" altLang="zh-TW" sz="1600" b="1" dirty="0"/>
              <a:t>At least </a:t>
            </a:r>
            <a:r>
              <a:rPr lang="en-US" altLang="zh-TW" sz="1600" dirty="0"/>
              <a:t>t% of all pieces of work must be covered.</a:t>
            </a:r>
            <a:endParaRPr lang="en-US" sz="1600" dirty="0"/>
          </a:p>
        </p:txBody>
      </p:sp>
    </p:spTree>
    <p:extLst>
      <p:ext uri="{BB962C8B-B14F-4D97-AF65-F5344CB8AC3E}">
        <p14:creationId xmlns:p14="http://schemas.microsoft.com/office/powerpoint/2010/main" val="421017215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6">
          <a:extLst>
            <a:ext uri="{FF2B5EF4-FFF2-40B4-BE49-F238E27FC236}">
              <a16:creationId xmlns:a16="http://schemas.microsoft.com/office/drawing/2014/main" id="{18723ACA-A787-A076-2325-AEEF96F3B95C}"/>
            </a:ext>
          </a:extLst>
        </p:cNvPr>
        <p:cNvGrpSpPr/>
        <p:nvPr/>
      </p:nvGrpSpPr>
      <p:grpSpPr>
        <a:xfrm>
          <a:off x="0" y="0"/>
          <a:ext cx="0" cy="0"/>
          <a:chOff x="0" y="0"/>
          <a:chExt cx="0" cy="0"/>
        </a:xfrm>
      </p:grpSpPr>
      <p:sp>
        <p:nvSpPr>
          <p:cNvPr id="269" name="Google Shape;269;p34">
            <a:extLst>
              <a:ext uri="{FF2B5EF4-FFF2-40B4-BE49-F238E27FC236}">
                <a16:creationId xmlns:a16="http://schemas.microsoft.com/office/drawing/2014/main" id="{77B27F8B-F422-E731-D18C-01678C69763E}"/>
              </a:ext>
            </a:extLst>
          </p:cNvPr>
          <p:cNvSpPr txBox="1">
            <a:spLocks noGrp="1"/>
          </p:cNvSpPr>
          <p:nvPr>
            <p:ph type="subTitle" idx="1"/>
          </p:nvPr>
        </p:nvSpPr>
        <p:spPr>
          <a:xfrm>
            <a:off x="425203" y="3655551"/>
            <a:ext cx="2063593" cy="874645"/>
          </a:xfrm>
          <a:prstGeom prst="rect">
            <a:avLst/>
          </a:prstGeom>
        </p:spPr>
        <p:txBody>
          <a:bodyPr spcFirstLastPara="1" wrap="square" lIns="91425" tIns="91425" rIns="91425" bIns="91425" anchor="t" anchorCtr="0">
            <a:noAutofit/>
          </a:bodyPr>
          <a:lstStyle/>
          <a:p>
            <a:pPr marL="0" lvl="0" indent="0"/>
            <a:r>
              <a:rPr lang="en-US" altLang="zh-TW" sz="1400" dirty="0"/>
              <a:t>Minimize the </a:t>
            </a:r>
            <a:r>
              <a:rPr lang="en-US" altLang="zh-TW" sz="1400" b="1" dirty="0"/>
              <a:t>total number of duties</a:t>
            </a:r>
            <a:r>
              <a:rPr lang="en-US" altLang="zh-TW" sz="1400" dirty="0"/>
              <a:t> (drivers)</a:t>
            </a:r>
            <a:endParaRPr sz="1400" dirty="0"/>
          </a:p>
        </p:txBody>
      </p:sp>
      <p:sp>
        <p:nvSpPr>
          <p:cNvPr id="59" name="Google Shape;273;p34">
            <a:extLst>
              <a:ext uri="{FF2B5EF4-FFF2-40B4-BE49-F238E27FC236}">
                <a16:creationId xmlns:a16="http://schemas.microsoft.com/office/drawing/2014/main" id="{7F63EDEB-662F-75E1-D785-0683ABCC81A7}"/>
              </a:ext>
            </a:extLst>
          </p:cNvPr>
          <p:cNvSpPr txBox="1">
            <a:spLocks/>
          </p:cNvSpPr>
          <p:nvPr/>
        </p:nvSpPr>
        <p:spPr>
          <a:xfrm>
            <a:off x="61477" y="2892336"/>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sz="1800" b="1" dirty="0"/>
              <a:t>Objective Function</a:t>
            </a:r>
            <a:endParaRPr lang="en-US" sz="1800" b="1" dirty="0"/>
          </a:p>
        </p:txBody>
      </p:sp>
      <mc:AlternateContent xmlns:mc="http://schemas.openxmlformats.org/markup-compatibility/2006" xmlns:a14="http://schemas.microsoft.com/office/drawing/2010/main">
        <mc:Choice Requires="a14">
          <p:sp>
            <p:nvSpPr>
              <p:cNvPr id="61" name="Google Shape;251;p32">
                <a:extLst>
                  <a:ext uri="{FF2B5EF4-FFF2-40B4-BE49-F238E27FC236}">
                    <a16:creationId xmlns:a16="http://schemas.microsoft.com/office/drawing/2014/main" id="{128EE846-7624-9612-6949-72905F7DBD3D}"/>
                  </a:ext>
                </a:extLst>
              </p:cNvPr>
              <p:cNvSpPr txBox="1">
                <a:spLocks/>
              </p:cNvSpPr>
              <p:nvPr/>
            </p:nvSpPr>
            <p:spPr>
              <a:xfrm>
                <a:off x="612670" y="1680694"/>
                <a:ext cx="1688661" cy="1057274"/>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14:m>
                  <m:oMathPara xmlns:m="http://schemas.openxmlformats.org/officeDocument/2006/math">
                    <m:oMathParaPr>
                      <m:jc m:val="centerGroup"/>
                    </m:oMathParaPr>
                    <m:oMath xmlns:m="http://schemas.openxmlformats.org/officeDocument/2006/math">
                      <m:r>
                        <a:rPr lang="ar-AE" sz="1800" i="1" smtClean="0">
                          <a:latin typeface="Cambria Math" panose="02040503050406030204" pitchFamily="18" charset="0"/>
                        </a:rPr>
                        <m:t>𝑚𝑖𝑛</m:t>
                      </m:r>
                      <m:nary>
                        <m:naryPr>
                          <m:chr m:val="∑"/>
                          <m:ctrlPr>
                            <a:rPr lang="ar-AE" sz="1800" i="1" smtClean="0">
                              <a:latin typeface="Cambria Math" panose="02040503050406030204" pitchFamily="18" charset="0"/>
                            </a:rPr>
                          </m:ctrlPr>
                        </m:naryPr>
                        <m:sub>
                          <m:r>
                            <m:rPr>
                              <m:brk m:alnAt="23"/>
                            </m:rPr>
                            <a:rPr lang="ar-AE" sz="1800" i="1" smtClean="0">
                              <a:latin typeface="Cambria Math" panose="02040503050406030204" pitchFamily="18" charset="0"/>
                            </a:rPr>
                            <m:t>𝑗</m:t>
                          </m:r>
                          <m:r>
                            <a:rPr lang="ar-AE" sz="1800" i="1" smtClean="0">
                              <a:latin typeface="Cambria Math" panose="02040503050406030204" pitchFamily="18" charset="0"/>
                            </a:rPr>
                            <m:t>=</m:t>
                          </m:r>
                          <m:r>
                            <a:rPr lang="ar-AE" sz="1800" i="1" smtClean="0">
                              <a:latin typeface="Cambria Math" panose="02040503050406030204" pitchFamily="18" charset="0"/>
                            </a:rPr>
                            <m:t>1</m:t>
                          </m:r>
                        </m:sub>
                        <m:sup>
                          <m:r>
                            <a:rPr lang="ar-AE" sz="1800" i="1" smtClean="0">
                              <a:latin typeface="Cambria Math" panose="02040503050406030204" pitchFamily="18" charset="0"/>
                            </a:rPr>
                            <m:t>𝑛</m:t>
                          </m:r>
                        </m:sup>
                        <m:e>
                          <m:sSub>
                            <m:sSubPr>
                              <m:ctrlPr>
                                <a:rPr lang="ar-AE" altLang="zh-TW" sz="1800" i="1">
                                  <a:latin typeface="Cambria Math" panose="02040503050406030204" pitchFamily="18" charset="0"/>
                                </a:rPr>
                              </m:ctrlPr>
                            </m:sSubPr>
                            <m:e>
                              <m:r>
                                <a:rPr lang="zh-TW" altLang="ar-AE" sz="1800" i="1">
                                  <a:latin typeface="Cambria Math" panose="02040503050406030204" pitchFamily="18" charset="0"/>
                                </a:rPr>
                                <m:t>𝑥</m:t>
                              </m:r>
                            </m:e>
                            <m:sub>
                              <m:r>
                                <a:rPr lang="zh-TW" altLang="ar-AE" sz="1800" i="1">
                                  <a:latin typeface="Cambria Math" panose="02040503050406030204" pitchFamily="18" charset="0"/>
                                </a:rPr>
                                <m:t>𝑗</m:t>
                              </m:r>
                            </m:sub>
                          </m:sSub>
                        </m:e>
                      </m:nary>
                    </m:oMath>
                  </m:oMathPara>
                </a14:m>
                <a:endParaRPr lang="ar-AE" sz="1600" dirty="0"/>
              </a:p>
            </p:txBody>
          </p:sp>
        </mc:Choice>
        <mc:Fallback xmlns="">
          <p:sp>
            <p:nvSpPr>
              <p:cNvPr id="61" name="Google Shape;251;p32">
                <a:extLst>
                  <a:ext uri="{FF2B5EF4-FFF2-40B4-BE49-F238E27FC236}">
                    <a16:creationId xmlns:a16="http://schemas.microsoft.com/office/drawing/2014/main" id="{128EE846-7624-9612-6949-72905F7DBD3D}"/>
                  </a:ext>
                </a:extLst>
              </p:cNvPr>
              <p:cNvSpPr txBox="1">
                <a:spLocks noRot="1" noChangeAspect="1" noMove="1" noResize="1" noEditPoints="1" noAdjustHandles="1" noChangeArrowheads="1" noChangeShapeType="1" noTextEdit="1"/>
              </p:cNvSpPr>
              <p:nvPr/>
            </p:nvSpPr>
            <p:spPr>
              <a:xfrm>
                <a:off x="612670" y="1680694"/>
                <a:ext cx="1688661" cy="1057274"/>
              </a:xfrm>
              <a:prstGeom prst="rect">
                <a:avLst/>
              </a:prstGeom>
              <a:blipFill>
                <a:blip r:embed="rId3"/>
                <a:stretch>
                  <a:fillRect/>
                </a:stretch>
              </a:blipFill>
              <a:ln>
                <a:noFill/>
              </a:ln>
            </p:spPr>
            <p:txBody>
              <a:bodyPr/>
              <a:lstStyle/>
              <a:p>
                <a:r>
                  <a:rPr lang="zh-TW" altLang="en-US">
                    <a:noFill/>
                  </a:rPr>
                  <a:t> </a:t>
                </a:r>
              </a:p>
            </p:txBody>
          </p:sp>
        </mc:Fallback>
      </mc:AlternateContent>
      <mc:AlternateContent xmlns:mc="http://schemas.openxmlformats.org/markup-compatibility/2006" xmlns:a14="http://schemas.microsoft.com/office/drawing/2010/main">
        <mc:Choice Requires="a14">
          <p:sp>
            <p:nvSpPr>
              <p:cNvPr id="62" name="Google Shape;248;p32">
                <a:extLst>
                  <a:ext uri="{FF2B5EF4-FFF2-40B4-BE49-F238E27FC236}">
                    <a16:creationId xmlns:a16="http://schemas.microsoft.com/office/drawing/2014/main" id="{57186041-7BE2-27A1-F2EE-EBAD667B9858}"/>
                  </a:ext>
                </a:extLst>
              </p:cNvPr>
              <p:cNvSpPr txBox="1">
                <a:spLocks/>
              </p:cNvSpPr>
              <p:nvPr/>
            </p:nvSpPr>
            <p:spPr>
              <a:xfrm>
                <a:off x="1826966" y="414725"/>
                <a:ext cx="5490068"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1pPr>
                <a:lvl2pPr marR="0" lvl="1"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2pPr>
                <a:lvl3pPr marR="0" lvl="2"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3pPr>
                <a:lvl4pPr marR="0" lvl="3"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4pPr>
                <a:lvl5pPr marR="0" lvl="4"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5pPr>
                <a:lvl6pPr marR="0" lvl="5"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6pPr>
                <a:lvl7pPr marR="0" lvl="6"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7pPr>
                <a:lvl8pPr marR="0" lvl="7"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8pPr>
                <a:lvl9pPr marR="0" lvl="8" algn="ctr" rtl="0">
                  <a:lnSpc>
                    <a:spcPct val="100000"/>
                  </a:lnSpc>
                  <a:spcBef>
                    <a:spcPts val="0"/>
                  </a:spcBef>
                  <a:spcAft>
                    <a:spcPts val="0"/>
                  </a:spcAft>
                  <a:buClr>
                    <a:schemeClr val="dk1"/>
                  </a:buClr>
                  <a:buSzPts val="3000"/>
                  <a:buFont typeface="Quicksand Medium"/>
                  <a:buNone/>
                  <a:defRPr sz="3000" b="0" i="0" u="none" strike="noStrike" cap="none">
                    <a:solidFill>
                      <a:schemeClr val="dk1"/>
                    </a:solidFill>
                    <a:latin typeface="Quicksand Medium"/>
                    <a:ea typeface="Quicksand Medium"/>
                    <a:cs typeface="Quicksand Medium"/>
                    <a:sym typeface="Quicksand Medium"/>
                  </a:defRPr>
                </a:lvl9pPr>
              </a:lstStyle>
              <a:p>
                <a:pPr algn="l"/>
                <a:r>
                  <a:rPr lang="en-US" altLang="zh-TW" b="1" dirty="0"/>
                  <a:t>Model</a:t>
                </a:r>
                <a:r>
                  <a:rPr lang="zh-TW" altLang="en-US" b="1" dirty="0"/>
                  <a:t> </a:t>
                </a:r>
                <a:r>
                  <a:rPr lang="en-US" altLang="zh-TW" b="1" dirty="0"/>
                  <a:t>-</a:t>
                </a:r>
                <a:r>
                  <a:rPr lang="zh-TW" altLang="en-US" b="1" dirty="0"/>
                  <a:t> </a:t>
                </a:r>
                <a14:m>
                  <m:oMath xmlns:m="http://schemas.openxmlformats.org/officeDocument/2006/math">
                    <m:r>
                      <a:rPr lang="en-US" altLang="zh-TW" b="1" i="1" dirty="0" smtClean="0">
                        <a:latin typeface="Cambria Math" panose="02040503050406030204" pitchFamily="18" charset="0"/>
                      </a:rPr>
                      <m:t>𝑺𝑪𝑷</m:t>
                    </m:r>
                    <m:r>
                      <a:rPr lang="en-US" altLang="zh-TW" sz="2000" b="1" i="1" dirty="0" err="1">
                        <a:latin typeface="Cambria Math" panose="02040503050406030204" pitchFamily="18" charset="0"/>
                      </a:rPr>
                      <m:t>𝑵𝒖𝒎</m:t>
                    </m:r>
                    <m:r>
                      <a:rPr lang="en-US" altLang="zh-TW" sz="2800" b="1" i="1" dirty="0" err="1">
                        <a:latin typeface="Cambria Math" panose="02040503050406030204" pitchFamily="18" charset="0"/>
                      </a:rPr>
                      <m:t>_</m:t>
                    </m:r>
                    <m:r>
                      <a:rPr lang="en-US" altLang="zh-TW" b="1" i="1" dirty="0" err="1">
                        <a:latin typeface="Cambria Math" panose="02040503050406030204" pitchFamily="18" charset="0"/>
                      </a:rPr>
                      <m:t>𝑴𝒂𝒙𝒄</m:t>
                    </m:r>
                    <m:r>
                      <a:rPr lang="en-US" altLang="zh-TW" b="1" i="1" dirty="0" err="1">
                        <a:latin typeface="Cambria Math" panose="02040503050406030204" pitchFamily="18" charset="0"/>
                      </a:rPr>
                      <m:t>_</m:t>
                    </m:r>
                    <m:r>
                      <a:rPr lang="en-US" altLang="zh-TW" b="1" i="1" dirty="0" err="1">
                        <a:latin typeface="Cambria Math" panose="02040503050406030204" pitchFamily="18" charset="0"/>
                      </a:rPr>
                      <m:t>𝒕</m:t>
                    </m:r>
                    <m:r>
                      <a:rPr lang="en-US" altLang="zh-TW" b="1" i="1" dirty="0" err="1">
                        <a:latin typeface="Cambria Math" panose="02040503050406030204" pitchFamily="18" charset="0"/>
                      </a:rPr>
                      <m:t>_</m:t>
                    </m:r>
                    <m:r>
                      <a:rPr lang="en-US" altLang="zh-TW" b="1" i="1" dirty="0" err="1">
                        <a:latin typeface="Cambria Math" panose="02040503050406030204" pitchFamily="18" charset="0"/>
                      </a:rPr>
                      <m:t>𝑷</m:t>
                    </m:r>
                    <m:r>
                      <a:rPr lang="en-US" altLang="zh-TW" sz="2000" b="1" i="1" dirty="0" err="1">
                        <a:latin typeface="Cambria Math" panose="02040503050406030204" pitchFamily="18" charset="0"/>
                      </a:rPr>
                      <m:t>𝒔𝒄𝒑</m:t>
                    </m:r>
                  </m:oMath>
                </a14:m>
                <a:endParaRPr lang="en-US" altLang="zh-TW" b="1" dirty="0"/>
              </a:p>
            </p:txBody>
          </p:sp>
        </mc:Choice>
        <mc:Fallback xmlns="">
          <p:sp>
            <p:nvSpPr>
              <p:cNvPr id="62" name="Google Shape;248;p32">
                <a:extLst>
                  <a:ext uri="{FF2B5EF4-FFF2-40B4-BE49-F238E27FC236}">
                    <a16:creationId xmlns:a16="http://schemas.microsoft.com/office/drawing/2014/main" id="{57186041-7BE2-27A1-F2EE-EBAD667B9858}"/>
                  </a:ext>
                </a:extLst>
              </p:cNvPr>
              <p:cNvSpPr txBox="1">
                <a:spLocks noRot="1" noChangeAspect="1" noMove="1" noResize="1" noEditPoints="1" noAdjustHandles="1" noChangeArrowheads="1" noChangeShapeType="1" noTextEdit="1"/>
              </p:cNvSpPr>
              <p:nvPr/>
            </p:nvSpPr>
            <p:spPr>
              <a:xfrm>
                <a:off x="1826966" y="414725"/>
                <a:ext cx="5490068" cy="572700"/>
              </a:xfrm>
              <a:prstGeom prst="rect">
                <a:avLst/>
              </a:prstGeom>
              <a:blipFill>
                <a:blip r:embed="rId4"/>
                <a:stretch>
                  <a:fillRect l="-2667" t="-5319" b="-37234"/>
                </a:stretch>
              </a:blipFill>
              <a:ln>
                <a:noFill/>
              </a:ln>
            </p:spPr>
            <p:txBody>
              <a:bodyPr/>
              <a:lstStyle/>
              <a:p>
                <a:r>
                  <a:rPr lang="zh-TW" altLang="en-US">
                    <a:noFill/>
                  </a:rPr>
                  <a:t> </a:t>
                </a:r>
              </a:p>
            </p:txBody>
          </p:sp>
        </mc:Fallback>
      </mc:AlternateContent>
      <mc:AlternateContent xmlns:mc="http://schemas.openxmlformats.org/markup-compatibility/2006" xmlns:a14="http://schemas.microsoft.com/office/drawing/2010/main">
        <mc:Choice Requires="a14">
          <p:sp>
            <p:nvSpPr>
              <p:cNvPr id="5" name="Google Shape;251;p32">
                <a:extLst>
                  <a:ext uri="{FF2B5EF4-FFF2-40B4-BE49-F238E27FC236}">
                    <a16:creationId xmlns:a16="http://schemas.microsoft.com/office/drawing/2014/main" id="{17CD7E49-F038-D83D-787E-9793C8037FE7}"/>
                  </a:ext>
                </a:extLst>
              </p:cNvPr>
              <p:cNvSpPr txBox="1">
                <a:spLocks/>
              </p:cNvSpPr>
              <p:nvPr/>
            </p:nvSpPr>
            <p:spPr>
              <a:xfrm>
                <a:off x="2049362" y="1643946"/>
                <a:ext cx="2908461" cy="107044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sSub>
                        <m:sSubPr>
                          <m:ctrlPr>
                            <a:rPr lang="en-US" altLang="zh-TW" sz="1800" b="0" i="1" smtClean="0">
                              <a:latin typeface="Cambria Math" panose="02040503050406030204" pitchFamily="18" charset="0"/>
                            </a:rPr>
                          </m:ctrlPr>
                        </m:sSubPr>
                        <m:e>
                          <m:r>
                            <a:rPr lang="en-US" altLang="zh-TW" sz="1800" b="0" i="1" smtClean="0">
                              <a:latin typeface="Cambria Math" panose="02040503050406030204" pitchFamily="18" charset="0"/>
                            </a:rPr>
                            <m:t>𝑦</m:t>
                          </m:r>
                        </m:e>
                        <m:sub>
                          <m:r>
                            <a:rPr lang="en-US" altLang="zh-TW" sz="1800" b="0" i="1" smtClean="0">
                              <a:latin typeface="Cambria Math" panose="02040503050406030204" pitchFamily="18" charset="0"/>
                            </a:rPr>
                            <m:t>𝑖</m:t>
                          </m:r>
                        </m:sub>
                      </m:sSub>
                      <m:r>
                        <a:rPr lang="en-US" altLang="zh-TW" sz="1800" i="1">
                          <a:latin typeface="Cambria Math" panose="02040503050406030204" pitchFamily="18" charset="0"/>
                        </a:rPr>
                        <m:t>≤ </m:t>
                      </m:r>
                      <m:nary>
                        <m:naryPr>
                          <m:chr m:val="∑"/>
                          <m:ctrlPr>
                            <a:rPr lang="ar-AE" altLang="zh-TW" sz="1800" i="1">
                              <a:latin typeface="Cambria Math" panose="02040503050406030204" pitchFamily="18" charset="0"/>
                            </a:rPr>
                          </m:ctrlPr>
                        </m:naryPr>
                        <m:sub>
                          <m:r>
                            <m:rPr>
                              <m:brk m:alnAt="23"/>
                            </m:rPr>
                            <a:rPr lang="ar-AE" altLang="zh-TW" sz="1800" i="1">
                              <a:latin typeface="Cambria Math" panose="02040503050406030204" pitchFamily="18" charset="0"/>
                            </a:rPr>
                            <m:t>𝑗</m:t>
                          </m:r>
                          <m:r>
                            <a:rPr lang="ar-AE" altLang="zh-TW" sz="1800" i="1">
                              <a:latin typeface="Cambria Math" panose="02040503050406030204" pitchFamily="18" charset="0"/>
                            </a:rPr>
                            <m:t>=</m:t>
                          </m:r>
                          <m:r>
                            <a:rPr lang="en-US" altLang="zh-TW" sz="1800" i="1">
                              <a:latin typeface="Cambria Math" panose="02040503050406030204" pitchFamily="18" charset="0"/>
                            </a:rPr>
                            <m:t>1</m:t>
                          </m:r>
                        </m:sub>
                        <m:sup>
                          <m:r>
                            <a:rPr lang="ar-AE" altLang="zh-TW" sz="1800" i="1">
                              <a:latin typeface="Cambria Math" panose="02040503050406030204" pitchFamily="18" charset="0"/>
                            </a:rPr>
                            <m:t>𝑛</m:t>
                          </m:r>
                        </m:sup>
                        <m:e>
                          <m:sSub>
                            <m:sSubPr>
                              <m:ctrlPr>
                                <a:rPr lang="ar-AE" altLang="zh-TW" sz="1800" i="1">
                                  <a:latin typeface="Cambria Math" panose="02040503050406030204" pitchFamily="18" charset="0"/>
                                </a:rPr>
                              </m:ctrlPr>
                            </m:sSubPr>
                            <m:e>
                              <m:r>
                                <a:rPr lang="en-US" altLang="zh-TW" sz="1800" i="1">
                                  <a:latin typeface="Cambria Math" panose="02040503050406030204" pitchFamily="18" charset="0"/>
                                </a:rPr>
                                <m:t>𝑎</m:t>
                              </m:r>
                            </m:e>
                            <m:sub>
                              <m:r>
                                <a:rPr lang="en-US" altLang="zh-TW" sz="1800" i="1">
                                  <a:latin typeface="Cambria Math" panose="02040503050406030204" pitchFamily="18" charset="0"/>
                                </a:rPr>
                                <m:t>𝑖</m:t>
                              </m:r>
                              <m:r>
                                <a:rPr lang="zh-TW" altLang="ar-AE" sz="1800" i="1">
                                  <a:latin typeface="Cambria Math" panose="02040503050406030204" pitchFamily="18" charset="0"/>
                                </a:rPr>
                                <m:t>𝑗</m:t>
                              </m:r>
                            </m:sub>
                          </m:sSub>
                        </m:e>
                      </m:nary>
                      <m:sSub>
                        <m:sSubPr>
                          <m:ctrlPr>
                            <a:rPr lang="ar-AE" altLang="zh-TW" sz="1800" i="1">
                              <a:latin typeface="Cambria Math" panose="02040503050406030204" pitchFamily="18" charset="0"/>
                            </a:rPr>
                          </m:ctrlPr>
                        </m:sSubPr>
                        <m:e>
                          <m:r>
                            <a:rPr lang="zh-TW" altLang="ar-AE" sz="1800" i="1">
                              <a:latin typeface="Cambria Math" panose="02040503050406030204" pitchFamily="18" charset="0"/>
                            </a:rPr>
                            <m:t>𝑥</m:t>
                          </m:r>
                        </m:e>
                        <m:sub>
                          <m:r>
                            <a:rPr lang="zh-TW" altLang="ar-AE" sz="1800" i="1">
                              <a:latin typeface="Cambria Math" panose="02040503050406030204" pitchFamily="18" charset="0"/>
                            </a:rPr>
                            <m:t>𝑗</m:t>
                          </m:r>
                        </m:sub>
                      </m:sSub>
                      <m:r>
                        <a:rPr lang="en-US" altLang="zh-TW" sz="1800" i="1">
                          <a:latin typeface="Cambria Math" panose="02040503050406030204" pitchFamily="18" charset="0"/>
                        </a:rPr>
                        <m:t>≤</m:t>
                      </m:r>
                      <m:r>
                        <m:rPr>
                          <m:sty m:val="p"/>
                        </m:rPr>
                        <a:rPr lang="en-US" altLang="zh-TW" sz="1800">
                          <a:latin typeface="Cambria Math" panose="02040503050406030204" pitchFamily="18" charset="0"/>
                        </a:rPr>
                        <m:t>Maxc</m:t>
                      </m:r>
                    </m:oMath>
                  </m:oMathPara>
                </a14:m>
                <a:endParaRPr lang="ar-AE" altLang="zh-TW" sz="1800" dirty="0"/>
              </a:p>
            </p:txBody>
          </p:sp>
        </mc:Choice>
        <mc:Fallback xmlns="">
          <p:sp>
            <p:nvSpPr>
              <p:cNvPr id="5" name="Google Shape;251;p32">
                <a:extLst>
                  <a:ext uri="{FF2B5EF4-FFF2-40B4-BE49-F238E27FC236}">
                    <a16:creationId xmlns:a16="http://schemas.microsoft.com/office/drawing/2014/main" id="{17CD7E49-F038-D83D-787E-9793C8037FE7}"/>
                  </a:ext>
                </a:extLst>
              </p:cNvPr>
              <p:cNvSpPr txBox="1">
                <a:spLocks noRot="1" noChangeAspect="1" noMove="1" noResize="1" noEditPoints="1" noAdjustHandles="1" noChangeArrowheads="1" noChangeShapeType="1" noTextEdit="1"/>
              </p:cNvSpPr>
              <p:nvPr/>
            </p:nvSpPr>
            <p:spPr>
              <a:xfrm>
                <a:off x="2049362" y="1643946"/>
                <a:ext cx="2908461" cy="1070440"/>
              </a:xfrm>
              <a:prstGeom prst="rect">
                <a:avLst/>
              </a:prstGeom>
              <a:blipFill>
                <a:blip r:embed="rId5"/>
                <a:stretch>
                  <a:fillRect/>
                </a:stretch>
              </a:blipFill>
              <a:ln>
                <a:noFill/>
              </a:ln>
            </p:spPr>
            <p:txBody>
              <a:bodyPr/>
              <a:lstStyle/>
              <a:p>
                <a:r>
                  <a:rPr lang="zh-TW" altLang="en-US">
                    <a:noFill/>
                  </a:rPr>
                  <a:t> </a:t>
                </a:r>
              </a:p>
            </p:txBody>
          </p:sp>
        </mc:Fallback>
      </mc:AlternateContent>
      <mc:AlternateContent xmlns:mc="http://schemas.openxmlformats.org/markup-compatibility/2006" xmlns:a14="http://schemas.microsoft.com/office/drawing/2010/main">
        <mc:Choice Requires="a14">
          <p:sp>
            <p:nvSpPr>
              <p:cNvPr id="6" name="Google Shape;251;p32">
                <a:extLst>
                  <a:ext uri="{FF2B5EF4-FFF2-40B4-BE49-F238E27FC236}">
                    <a16:creationId xmlns:a16="http://schemas.microsoft.com/office/drawing/2014/main" id="{0F57A9E2-74B0-15CB-F352-4D0995A34490}"/>
                  </a:ext>
                </a:extLst>
              </p:cNvPr>
              <p:cNvSpPr txBox="1">
                <a:spLocks/>
              </p:cNvSpPr>
              <p:nvPr/>
            </p:nvSpPr>
            <p:spPr>
              <a:xfrm>
                <a:off x="4572000" y="1638802"/>
                <a:ext cx="2196928" cy="107044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nary>
                        <m:naryPr>
                          <m:chr m:val="∑"/>
                          <m:ctrlPr>
                            <a:rPr lang="ar-AE" sz="1800" i="1" smtClean="0">
                              <a:latin typeface="Cambria Math" panose="02040503050406030204" pitchFamily="18" charset="0"/>
                            </a:rPr>
                          </m:ctrlPr>
                        </m:naryPr>
                        <m:sub>
                          <m:r>
                            <m:rPr>
                              <m:brk m:alnAt="23"/>
                            </m:rPr>
                            <a:rPr lang="ar-AE" sz="1800" i="1" smtClean="0">
                              <a:latin typeface="Cambria Math" panose="02040503050406030204" pitchFamily="18" charset="0"/>
                            </a:rPr>
                            <m:t>𝑗</m:t>
                          </m:r>
                          <m:r>
                            <a:rPr lang="ar-AE" sz="1800" i="1" smtClean="0">
                              <a:latin typeface="Cambria Math" panose="02040503050406030204" pitchFamily="18" charset="0"/>
                            </a:rPr>
                            <m:t>=</m:t>
                          </m:r>
                          <m:r>
                            <a:rPr lang="en-US" sz="1800" b="0" i="1" smtClean="0">
                              <a:latin typeface="Cambria Math" panose="02040503050406030204" pitchFamily="18" charset="0"/>
                            </a:rPr>
                            <m:t>1</m:t>
                          </m:r>
                        </m:sub>
                        <m:sup>
                          <m:r>
                            <a:rPr lang="ar-AE" sz="1800" i="1" smtClean="0">
                              <a:latin typeface="Cambria Math" panose="02040503050406030204" pitchFamily="18" charset="0"/>
                            </a:rPr>
                            <m:t>𝑛</m:t>
                          </m:r>
                        </m:sup>
                        <m:e>
                          <m:sSub>
                            <m:sSubPr>
                              <m:ctrlPr>
                                <a:rPr lang="ar-AE" altLang="zh-TW" sz="1800" i="1" smtClean="0">
                                  <a:latin typeface="Cambria Math" panose="02040503050406030204" pitchFamily="18" charset="0"/>
                                </a:rPr>
                              </m:ctrlPr>
                            </m:sSubPr>
                            <m:e>
                              <m:r>
                                <a:rPr lang="en-US" altLang="zh-TW" sz="1800" b="0" i="1" smtClean="0">
                                  <a:latin typeface="Cambria Math" panose="02040503050406030204" pitchFamily="18" charset="0"/>
                                </a:rPr>
                                <m:t>𝑎</m:t>
                              </m:r>
                            </m:e>
                            <m:sub>
                              <m:r>
                                <a:rPr lang="en-US" altLang="zh-TW" sz="1800" b="0" i="1" smtClean="0">
                                  <a:latin typeface="Cambria Math" panose="02040503050406030204" pitchFamily="18" charset="0"/>
                                </a:rPr>
                                <m:t>𝑖</m:t>
                              </m:r>
                              <m:r>
                                <a:rPr lang="zh-TW" altLang="ar-AE" sz="1800" i="1" smtClean="0">
                                  <a:latin typeface="Cambria Math" panose="02040503050406030204" pitchFamily="18" charset="0"/>
                                </a:rPr>
                                <m:t>𝑗</m:t>
                              </m:r>
                            </m:sub>
                          </m:sSub>
                        </m:e>
                      </m:nary>
                      <m:sSub>
                        <m:sSubPr>
                          <m:ctrlPr>
                            <a:rPr lang="ar-AE" altLang="zh-TW" sz="1800" i="1" smtClean="0">
                              <a:latin typeface="Cambria Math" panose="02040503050406030204" pitchFamily="18" charset="0"/>
                            </a:rPr>
                          </m:ctrlPr>
                        </m:sSubPr>
                        <m:e>
                          <m:r>
                            <a:rPr lang="zh-TW" altLang="ar-AE" sz="1800" i="1" smtClean="0">
                              <a:latin typeface="Cambria Math" panose="02040503050406030204" pitchFamily="18" charset="0"/>
                            </a:rPr>
                            <m:t>𝑥</m:t>
                          </m:r>
                        </m:e>
                        <m:sub>
                          <m:r>
                            <a:rPr lang="zh-TW" altLang="ar-AE" sz="1800" i="1" smtClean="0">
                              <a:latin typeface="Cambria Math" panose="02040503050406030204" pitchFamily="18" charset="0"/>
                            </a:rPr>
                            <m:t>𝑗</m:t>
                          </m:r>
                        </m:sub>
                      </m:sSub>
                      <m:r>
                        <a:rPr lang="en-US" altLang="zh-TW" sz="1800" b="0" i="1" smtClean="0">
                          <a:latin typeface="Cambria Math" panose="02040503050406030204" pitchFamily="18" charset="0"/>
                        </a:rPr>
                        <m:t>=</m:t>
                      </m:r>
                      <m:sSub>
                        <m:sSubPr>
                          <m:ctrlPr>
                            <a:rPr lang="ar-AE" altLang="zh-TW" sz="1800" i="1">
                              <a:latin typeface="Cambria Math" panose="02040503050406030204" pitchFamily="18" charset="0"/>
                            </a:rPr>
                          </m:ctrlPr>
                        </m:sSubPr>
                        <m:e>
                          <m:r>
                            <a:rPr lang="en-US" altLang="zh-TW" sz="1800" b="0" i="1" smtClean="0">
                              <a:latin typeface="Cambria Math" panose="02040503050406030204" pitchFamily="18" charset="0"/>
                            </a:rPr>
                            <m:t>𝑦</m:t>
                          </m:r>
                        </m:e>
                        <m:sub>
                          <m:r>
                            <a:rPr lang="en-US" altLang="zh-TW" sz="1800" b="0" i="1" smtClean="0">
                              <a:latin typeface="Cambria Math" panose="02040503050406030204" pitchFamily="18" charset="0"/>
                            </a:rPr>
                            <m:t>𝑖</m:t>
                          </m:r>
                        </m:sub>
                      </m:sSub>
                    </m:oMath>
                  </m:oMathPara>
                </a14:m>
                <a:endParaRPr lang="ar-AE" dirty="0"/>
              </a:p>
            </p:txBody>
          </p:sp>
        </mc:Choice>
        <mc:Fallback xmlns="">
          <p:sp>
            <p:nvSpPr>
              <p:cNvPr id="6" name="Google Shape;251;p32">
                <a:extLst>
                  <a:ext uri="{FF2B5EF4-FFF2-40B4-BE49-F238E27FC236}">
                    <a16:creationId xmlns:a16="http://schemas.microsoft.com/office/drawing/2014/main" id="{0F57A9E2-74B0-15CB-F352-4D0995A34490}"/>
                  </a:ext>
                </a:extLst>
              </p:cNvPr>
              <p:cNvSpPr txBox="1">
                <a:spLocks noRot="1" noChangeAspect="1" noMove="1" noResize="1" noEditPoints="1" noAdjustHandles="1" noChangeArrowheads="1" noChangeShapeType="1" noTextEdit="1"/>
              </p:cNvSpPr>
              <p:nvPr/>
            </p:nvSpPr>
            <p:spPr>
              <a:xfrm>
                <a:off x="4572000" y="1638802"/>
                <a:ext cx="2196928" cy="1070440"/>
              </a:xfrm>
              <a:prstGeom prst="rect">
                <a:avLst/>
              </a:prstGeom>
              <a:blipFill>
                <a:blip r:embed="rId6"/>
                <a:stretch>
                  <a:fillRect/>
                </a:stretch>
              </a:blipFill>
              <a:ln>
                <a:noFill/>
              </a:ln>
            </p:spPr>
            <p:txBody>
              <a:bodyPr/>
              <a:lstStyle/>
              <a:p>
                <a:r>
                  <a:rPr lang="zh-TW" altLang="en-US">
                    <a:noFill/>
                  </a:rPr>
                  <a:t> </a:t>
                </a:r>
              </a:p>
            </p:txBody>
          </p:sp>
        </mc:Fallback>
      </mc:AlternateContent>
      <p:sp>
        <p:nvSpPr>
          <p:cNvPr id="7" name="Google Shape;273;p34">
            <a:extLst>
              <a:ext uri="{FF2B5EF4-FFF2-40B4-BE49-F238E27FC236}">
                <a16:creationId xmlns:a16="http://schemas.microsoft.com/office/drawing/2014/main" id="{9CD2DF20-744C-2894-026B-6854921A3071}"/>
              </a:ext>
            </a:extLst>
          </p:cNvPr>
          <p:cNvSpPr txBox="1">
            <a:spLocks/>
          </p:cNvSpPr>
          <p:nvPr/>
        </p:nvSpPr>
        <p:spPr>
          <a:xfrm>
            <a:off x="2108069" y="2887192"/>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sz="1800" b="1" dirty="0"/>
              <a:t>Constraint Set</a:t>
            </a:r>
            <a:endParaRPr lang="en-US" sz="1800" b="1" dirty="0"/>
          </a:p>
        </p:txBody>
      </p:sp>
      <p:sp>
        <p:nvSpPr>
          <p:cNvPr id="8" name="Google Shape;273;p34">
            <a:extLst>
              <a:ext uri="{FF2B5EF4-FFF2-40B4-BE49-F238E27FC236}">
                <a16:creationId xmlns:a16="http://schemas.microsoft.com/office/drawing/2014/main" id="{720D140D-AA67-D5CF-0236-757E0937BA31}"/>
              </a:ext>
            </a:extLst>
          </p:cNvPr>
          <p:cNvSpPr txBox="1">
            <a:spLocks/>
          </p:cNvSpPr>
          <p:nvPr/>
        </p:nvSpPr>
        <p:spPr>
          <a:xfrm>
            <a:off x="4274940" y="2882048"/>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sz="1800" b="1" dirty="0"/>
              <a:t>Constraint Set</a:t>
            </a:r>
            <a:endParaRPr lang="en-US" sz="1800" b="1" dirty="0"/>
          </a:p>
        </p:txBody>
      </p:sp>
      <mc:AlternateContent xmlns:mc="http://schemas.openxmlformats.org/markup-compatibility/2006" xmlns:a14="http://schemas.microsoft.com/office/drawing/2010/main">
        <mc:Choice Requires="a14">
          <p:sp>
            <p:nvSpPr>
              <p:cNvPr id="9" name="Google Shape;269;p34">
                <a:extLst>
                  <a:ext uri="{FF2B5EF4-FFF2-40B4-BE49-F238E27FC236}">
                    <a16:creationId xmlns:a16="http://schemas.microsoft.com/office/drawing/2014/main" id="{D9070F66-931D-6C91-67F2-D9B84E8C73F0}"/>
                  </a:ext>
                </a:extLst>
              </p:cNvPr>
              <p:cNvSpPr txBox="1">
                <a:spLocks/>
              </p:cNvSpPr>
              <p:nvPr/>
            </p:nvSpPr>
            <p:spPr>
              <a:xfrm>
                <a:off x="2409254" y="3655551"/>
                <a:ext cx="2188676" cy="117163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r>
                  <a:rPr lang="en-US" altLang="zh-TW" sz="1400" dirty="0"/>
                  <a:t>For </a:t>
                </a:r>
                <a14:m>
                  <m:oMath xmlns:m="http://schemas.openxmlformats.org/officeDocument/2006/math">
                    <m:r>
                      <a:rPr lang="en-US" altLang="zh-TW" sz="1400" i="1" dirty="0" smtClean="0">
                        <a:latin typeface="Cambria Math" panose="02040503050406030204" pitchFamily="18" charset="0"/>
                      </a:rPr>
                      <m:t>𝑖</m:t>
                    </m:r>
                  </m:oMath>
                </a14:m>
                <a:r>
                  <a:rPr lang="en-US" altLang="zh-TW" sz="1400" dirty="0"/>
                  <a:t> in </a:t>
                </a:r>
                <a14:m>
                  <m:oMath xmlns:m="http://schemas.openxmlformats.org/officeDocument/2006/math">
                    <m:sSub>
                      <m:sSubPr>
                        <m:ctrlPr>
                          <a:rPr lang="en-US" altLang="zh-TW" sz="1400" i="1" smtClean="0">
                            <a:latin typeface="Cambria Math" panose="02040503050406030204" pitchFamily="18" charset="0"/>
                          </a:rPr>
                        </m:ctrlPr>
                      </m:sSubPr>
                      <m:e>
                        <m:r>
                          <a:rPr lang="en-US" altLang="zh-TW" sz="1400" b="0" i="1" smtClean="0">
                            <a:latin typeface="Cambria Math" panose="02040503050406030204" pitchFamily="18" charset="0"/>
                          </a:rPr>
                          <m:t>𝑀</m:t>
                        </m:r>
                      </m:e>
                      <m:sub>
                        <m:r>
                          <a:rPr lang="en-US" altLang="zh-TW" sz="1400" b="0" i="1" smtClean="0">
                            <a:latin typeface="Cambria Math" panose="02040503050406030204" pitchFamily="18" charset="0"/>
                          </a:rPr>
                          <m:t>𝑠𝑐𝑝</m:t>
                        </m:r>
                      </m:sub>
                    </m:sSub>
                  </m:oMath>
                </a14:m>
                <a:r>
                  <a:rPr lang="en-US" altLang="zh-TW" sz="1400" dirty="0"/>
                  <a:t>. If</a:t>
                </a:r>
                <a:r>
                  <a:rPr lang="zh-TW" altLang="en-US" sz="1400" dirty="0"/>
                  <a:t> </a:t>
                </a:r>
                <a14:m>
                  <m:oMath xmlns:m="http://schemas.openxmlformats.org/officeDocument/2006/math">
                    <m:sSub>
                      <m:sSubPr>
                        <m:ctrlPr>
                          <a:rPr lang="en-US" altLang="zh-TW" sz="1400" i="1">
                            <a:latin typeface="Cambria Math" panose="02040503050406030204" pitchFamily="18" charset="0"/>
                          </a:rPr>
                        </m:ctrlPr>
                      </m:sSubPr>
                      <m:e>
                        <m:r>
                          <a:rPr lang="en-US" altLang="zh-TW" sz="1400" i="1">
                            <a:latin typeface="Cambria Math" panose="02040503050406030204" pitchFamily="18" charset="0"/>
                          </a:rPr>
                          <m:t>𝑦</m:t>
                        </m:r>
                      </m:e>
                      <m:sub>
                        <m:r>
                          <a:rPr lang="en-US" altLang="zh-TW" sz="1400" i="1">
                            <a:latin typeface="Cambria Math" panose="02040503050406030204" pitchFamily="18" charset="0"/>
                          </a:rPr>
                          <m:t>𝑖</m:t>
                        </m:r>
                      </m:sub>
                    </m:sSub>
                    <m:r>
                      <a:rPr lang="en-US" altLang="zh-TW" sz="1400" i="1">
                        <a:latin typeface="Cambria Math" panose="02040503050406030204" pitchFamily="18" charset="0"/>
                      </a:rPr>
                      <m:t>=</m:t>
                    </m:r>
                    <m:r>
                      <a:rPr lang="en-US" altLang="zh-TW" sz="1400" i="1">
                        <a:latin typeface="Cambria Math" panose="02040503050406030204" pitchFamily="18" charset="0"/>
                      </a:rPr>
                      <m:t>1</m:t>
                    </m:r>
                  </m:oMath>
                </a14:m>
                <a:r>
                  <a:rPr lang="en-US" altLang="zh-TW" sz="1400" dirty="0"/>
                  <a:t>, it must have </a:t>
                </a:r>
                <a:r>
                  <a:rPr lang="en-US" altLang="zh-TW" sz="1400" b="1" dirty="0"/>
                  <a:t>at least </a:t>
                </a:r>
                <a:r>
                  <a:rPr lang="en-US" altLang="zh-TW" sz="1400" dirty="0"/>
                  <a:t>1 and </a:t>
                </a:r>
                <a:r>
                  <a:rPr lang="en-US" altLang="zh-TW" sz="1400" b="1" dirty="0"/>
                  <a:t>no more</a:t>
                </a:r>
                <a:r>
                  <a:rPr lang="en-US" altLang="zh-TW" sz="1400" dirty="0"/>
                  <a:t> than </a:t>
                </a:r>
                <a:r>
                  <a:rPr lang="en-US" altLang="zh-TW" sz="1400" dirty="0" err="1"/>
                  <a:t>Maxc</a:t>
                </a:r>
                <a:r>
                  <a:rPr lang="en-US" altLang="zh-TW" sz="1400" dirty="0"/>
                  <a:t> drivers.</a:t>
                </a:r>
              </a:p>
            </p:txBody>
          </p:sp>
        </mc:Choice>
        <mc:Fallback xmlns="">
          <p:sp>
            <p:nvSpPr>
              <p:cNvPr id="9" name="Google Shape;269;p34">
                <a:extLst>
                  <a:ext uri="{FF2B5EF4-FFF2-40B4-BE49-F238E27FC236}">
                    <a16:creationId xmlns:a16="http://schemas.microsoft.com/office/drawing/2014/main" id="{D9070F66-931D-6C91-67F2-D9B84E8C73F0}"/>
                  </a:ext>
                </a:extLst>
              </p:cNvPr>
              <p:cNvSpPr txBox="1">
                <a:spLocks noRot="1" noChangeAspect="1" noMove="1" noResize="1" noEditPoints="1" noAdjustHandles="1" noChangeArrowheads="1" noChangeShapeType="1" noTextEdit="1"/>
              </p:cNvSpPr>
              <p:nvPr/>
            </p:nvSpPr>
            <p:spPr>
              <a:xfrm>
                <a:off x="2409254" y="3655551"/>
                <a:ext cx="2188676" cy="1171630"/>
              </a:xfrm>
              <a:prstGeom prst="rect">
                <a:avLst/>
              </a:prstGeom>
              <a:blipFill>
                <a:blip r:embed="rId7"/>
                <a:stretch>
                  <a:fillRect r="-836"/>
                </a:stretch>
              </a:blipFill>
              <a:ln>
                <a:noFill/>
              </a:ln>
            </p:spPr>
            <p:txBody>
              <a:bodyPr/>
              <a:lstStyle/>
              <a:p>
                <a:r>
                  <a:rPr lang="zh-TW" altLang="en-US">
                    <a:noFill/>
                  </a:rPr>
                  <a:t> </a:t>
                </a:r>
              </a:p>
            </p:txBody>
          </p:sp>
        </mc:Fallback>
      </mc:AlternateContent>
      <mc:AlternateContent xmlns:mc="http://schemas.openxmlformats.org/markup-compatibility/2006" xmlns:a14="http://schemas.microsoft.com/office/drawing/2010/main">
        <mc:Choice Requires="a14">
          <p:sp>
            <p:nvSpPr>
              <p:cNvPr id="10" name="Google Shape;269;p34">
                <a:extLst>
                  <a:ext uri="{FF2B5EF4-FFF2-40B4-BE49-F238E27FC236}">
                    <a16:creationId xmlns:a16="http://schemas.microsoft.com/office/drawing/2014/main" id="{D0C7D53A-9ED3-CA14-C491-697FDB9FEE93}"/>
                  </a:ext>
                </a:extLst>
              </p:cNvPr>
              <p:cNvSpPr txBox="1">
                <a:spLocks/>
              </p:cNvSpPr>
              <p:nvPr/>
            </p:nvSpPr>
            <p:spPr>
              <a:xfrm>
                <a:off x="4706937" y="3665415"/>
                <a:ext cx="1927053" cy="116176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r>
                  <a:rPr lang="en-US" altLang="zh-TW" sz="1400" dirty="0"/>
                  <a:t>For </a:t>
                </a:r>
                <a14:m>
                  <m:oMath xmlns:m="http://schemas.openxmlformats.org/officeDocument/2006/math">
                    <m:r>
                      <a:rPr lang="en-US" altLang="zh-TW" sz="1400" i="1" dirty="0" smtClean="0">
                        <a:latin typeface="Cambria Math" panose="02040503050406030204" pitchFamily="18" charset="0"/>
                      </a:rPr>
                      <m:t>𝑖</m:t>
                    </m:r>
                  </m:oMath>
                </a14:m>
                <a:r>
                  <a:rPr lang="en-US" altLang="zh-TW" sz="1400" dirty="0"/>
                  <a:t> in </a:t>
                </a:r>
                <a14:m>
                  <m:oMath xmlns:m="http://schemas.openxmlformats.org/officeDocument/2006/math">
                    <m:sSub>
                      <m:sSubPr>
                        <m:ctrlPr>
                          <a:rPr lang="en-US" altLang="zh-TW" sz="1400" i="1">
                            <a:latin typeface="Cambria Math" panose="02040503050406030204" pitchFamily="18" charset="0"/>
                          </a:rPr>
                        </m:ctrlPr>
                      </m:sSubPr>
                      <m:e>
                        <m:r>
                          <a:rPr lang="en-US" altLang="zh-TW" sz="1400" i="1">
                            <a:latin typeface="Cambria Math" panose="02040503050406030204" pitchFamily="18" charset="0"/>
                          </a:rPr>
                          <m:t>𝑀</m:t>
                        </m:r>
                      </m:e>
                      <m:sub>
                        <m:r>
                          <a:rPr lang="en-US" altLang="zh-TW" sz="1400" i="1">
                            <a:latin typeface="Cambria Math" panose="02040503050406030204" pitchFamily="18" charset="0"/>
                          </a:rPr>
                          <m:t>𝑠</m:t>
                        </m:r>
                        <m:r>
                          <a:rPr lang="en-US" altLang="zh-TW" sz="1400" b="0" i="1" smtClean="0">
                            <a:latin typeface="Cambria Math" panose="02040503050406030204" pitchFamily="18" charset="0"/>
                          </a:rPr>
                          <m:t>𝑝</m:t>
                        </m:r>
                        <m:r>
                          <a:rPr lang="en-US" altLang="zh-TW" sz="1400" i="1">
                            <a:latin typeface="Cambria Math" panose="02040503050406030204" pitchFamily="18" charset="0"/>
                          </a:rPr>
                          <m:t>𝑝</m:t>
                        </m:r>
                      </m:sub>
                    </m:sSub>
                  </m:oMath>
                </a14:m>
                <a:r>
                  <a:rPr lang="en-US" altLang="zh-TW" sz="1400" dirty="0"/>
                  <a:t>. If</a:t>
                </a:r>
                <a:r>
                  <a:rPr lang="zh-TW" altLang="en-US" sz="1400" dirty="0"/>
                  <a:t> </a:t>
                </a:r>
                <a14:m>
                  <m:oMath xmlns:m="http://schemas.openxmlformats.org/officeDocument/2006/math">
                    <m:sSub>
                      <m:sSubPr>
                        <m:ctrlPr>
                          <a:rPr lang="en-US" altLang="zh-TW" sz="1400" i="1">
                            <a:latin typeface="Cambria Math" panose="02040503050406030204" pitchFamily="18" charset="0"/>
                          </a:rPr>
                        </m:ctrlPr>
                      </m:sSubPr>
                      <m:e>
                        <m:r>
                          <a:rPr lang="en-US" altLang="zh-TW" sz="1400" i="1">
                            <a:latin typeface="Cambria Math" panose="02040503050406030204" pitchFamily="18" charset="0"/>
                          </a:rPr>
                          <m:t>𝑦</m:t>
                        </m:r>
                      </m:e>
                      <m:sub>
                        <m:r>
                          <a:rPr lang="en-US" altLang="zh-TW" sz="1400" i="1">
                            <a:latin typeface="Cambria Math" panose="02040503050406030204" pitchFamily="18" charset="0"/>
                          </a:rPr>
                          <m:t>𝑖</m:t>
                        </m:r>
                      </m:sub>
                    </m:sSub>
                    <m:r>
                      <a:rPr lang="en-US" altLang="zh-TW" sz="1400" i="1">
                        <a:latin typeface="Cambria Math" panose="02040503050406030204" pitchFamily="18" charset="0"/>
                      </a:rPr>
                      <m:t>=</m:t>
                    </m:r>
                    <m:r>
                      <a:rPr lang="en-US" altLang="zh-TW" sz="1400" i="1">
                        <a:latin typeface="Cambria Math" panose="02040503050406030204" pitchFamily="18" charset="0"/>
                      </a:rPr>
                      <m:t>1</m:t>
                    </m:r>
                  </m:oMath>
                </a14:m>
                <a:r>
                  <a:rPr lang="en-US" altLang="zh-TW" sz="1400" dirty="0"/>
                  <a:t>, it must have </a:t>
                </a:r>
                <a:r>
                  <a:rPr lang="en-US" altLang="zh-TW" sz="1400" b="1" dirty="0"/>
                  <a:t>exactly one </a:t>
                </a:r>
                <a:r>
                  <a:rPr lang="en-US" altLang="zh-TW" sz="1400" dirty="0"/>
                  <a:t>driver</a:t>
                </a:r>
                <a:endParaRPr lang="en-US" sz="1400" dirty="0"/>
              </a:p>
            </p:txBody>
          </p:sp>
        </mc:Choice>
        <mc:Fallback xmlns="">
          <p:sp>
            <p:nvSpPr>
              <p:cNvPr id="10" name="Google Shape;269;p34">
                <a:extLst>
                  <a:ext uri="{FF2B5EF4-FFF2-40B4-BE49-F238E27FC236}">
                    <a16:creationId xmlns:a16="http://schemas.microsoft.com/office/drawing/2014/main" id="{D0C7D53A-9ED3-CA14-C491-697FDB9FEE93}"/>
                  </a:ext>
                </a:extLst>
              </p:cNvPr>
              <p:cNvSpPr txBox="1">
                <a:spLocks noRot="1" noChangeAspect="1" noMove="1" noResize="1" noEditPoints="1" noAdjustHandles="1" noChangeArrowheads="1" noChangeShapeType="1" noTextEdit="1"/>
              </p:cNvSpPr>
              <p:nvPr/>
            </p:nvSpPr>
            <p:spPr>
              <a:xfrm>
                <a:off x="4706937" y="3665415"/>
                <a:ext cx="1927053" cy="1161766"/>
              </a:xfrm>
              <a:prstGeom prst="rect">
                <a:avLst/>
              </a:prstGeom>
              <a:blipFill>
                <a:blip r:embed="rId8"/>
                <a:stretch>
                  <a:fillRect l="-1899" r="-4430"/>
                </a:stretch>
              </a:blipFill>
              <a:ln>
                <a:noFill/>
              </a:ln>
            </p:spPr>
            <p:txBody>
              <a:bodyPr/>
              <a:lstStyle/>
              <a:p>
                <a:r>
                  <a:rPr lang="zh-TW" altLang="en-US">
                    <a:noFill/>
                  </a:rPr>
                  <a:t> </a:t>
                </a:r>
              </a:p>
            </p:txBody>
          </p:sp>
        </mc:Fallback>
      </mc:AlternateContent>
      <mc:AlternateContent xmlns:mc="http://schemas.openxmlformats.org/markup-compatibility/2006">
        <mc:Choice xmlns:a14="http://schemas.microsoft.com/office/drawing/2010/main" Requires="a14">
          <p:sp>
            <p:nvSpPr>
              <p:cNvPr id="2" name="Google Shape;251;p32">
                <a:extLst>
                  <a:ext uri="{FF2B5EF4-FFF2-40B4-BE49-F238E27FC236}">
                    <a16:creationId xmlns:a16="http://schemas.microsoft.com/office/drawing/2014/main" id="{8CC76FE9-C359-75E2-259D-1C34A81942F2}"/>
                  </a:ext>
                </a:extLst>
              </p:cNvPr>
              <p:cNvSpPr txBox="1">
                <a:spLocks/>
              </p:cNvSpPr>
              <p:nvPr/>
            </p:nvSpPr>
            <p:spPr>
              <a:xfrm>
                <a:off x="6586371" y="1643946"/>
                <a:ext cx="2196928" cy="107044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14:m>
                  <m:oMathPara xmlns:m="http://schemas.openxmlformats.org/officeDocument/2006/math">
                    <m:oMathParaPr>
                      <m:jc m:val="centerGroup"/>
                    </m:oMathParaPr>
                    <m:oMath xmlns:m="http://schemas.openxmlformats.org/officeDocument/2006/math">
                      <m:nary>
                        <m:naryPr>
                          <m:chr m:val="∑"/>
                          <m:ctrlPr>
                            <a:rPr lang="ar-AE" altLang="zh-TW" sz="1800" i="1" smtClean="0">
                              <a:latin typeface="Cambria Math" panose="02040503050406030204" pitchFamily="18" charset="0"/>
                            </a:rPr>
                          </m:ctrlPr>
                        </m:naryPr>
                        <m:sub>
                          <m:r>
                            <m:rPr>
                              <m:sty m:val="p"/>
                            </m:rPr>
                            <a:rPr lang="en-US" altLang="zh-TW" sz="1800" b="0" i="1" smtClean="0">
                              <a:latin typeface="Cambria Math" panose="02040503050406030204" pitchFamily="18" charset="0"/>
                            </a:rPr>
                            <m:t>i</m:t>
                          </m:r>
                          <m:r>
                            <a:rPr lang="ar-AE" altLang="zh-TW" sz="1800" i="1">
                              <a:latin typeface="Cambria Math" panose="02040503050406030204" pitchFamily="18" charset="0"/>
                            </a:rPr>
                            <m:t>=</m:t>
                          </m:r>
                          <m:r>
                            <a:rPr lang="en-US" altLang="zh-TW" sz="1800" i="1">
                              <a:latin typeface="Cambria Math" panose="02040503050406030204" pitchFamily="18" charset="0"/>
                            </a:rPr>
                            <m:t>1</m:t>
                          </m:r>
                        </m:sub>
                        <m:sup>
                          <m:r>
                            <a:rPr lang="en-US" altLang="zh-TW" sz="1800" b="0" i="1" smtClean="0">
                              <a:latin typeface="Cambria Math" panose="02040503050406030204" pitchFamily="18" charset="0"/>
                            </a:rPr>
                            <m:t>𝑚</m:t>
                          </m:r>
                        </m:sup>
                        <m:e>
                          <m:sSub>
                            <m:sSubPr>
                              <m:ctrlPr>
                                <a:rPr lang="ar-AE" altLang="zh-TW" sz="1800" i="1">
                                  <a:latin typeface="Cambria Math" panose="02040503050406030204" pitchFamily="18" charset="0"/>
                                </a:rPr>
                              </m:ctrlPr>
                            </m:sSubPr>
                            <m:e>
                              <m:r>
                                <a:rPr lang="en-US" altLang="zh-TW" sz="1800" i="1">
                                  <a:latin typeface="Cambria Math" panose="02040503050406030204" pitchFamily="18" charset="0"/>
                                </a:rPr>
                                <m:t>𝑦</m:t>
                              </m:r>
                            </m:e>
                            <m:sub>
                              <m:r>
                                <a:rPr lang="en-US" altLang="zh-TW" sz="1800" i="1">
                                  <a:latin typeface="Cambria Math" panose="02040503050406030204" pitchFamily="18" charset="0"/>
                                </a:rPr>
                                <m:t>𝑖</m:t>
                              </m:r>
                            </m:sub>
                          </m:sSub>
                          <m:r>
                            <a:rPr lang="zh-TW" altLang="en-US" sz="1800" i="1">
                              <a:latin typeface="Cambria Math" panose="02040503050406030204" pitchFamily="18" charset="0"/>
                            </a:rPr>
                            <m:t>≥</m:t>
                          </m:r>
                        </m:e>
                      </m:nary>
                      <m:r>
                        <m:rPr>
                          <m:sty m:val="p"/>
                        </m:rPr>
                        <a:rPr lang="en-US" altLang="zh-TW" sz="1800">
                          <a:latin typeface="Cambria Math" panose="02040503050406030204" pitchFamily="18" charset="0"/>
                        </a:rPr>
                        <m:t>t</m:t>
                      </m:r>
                      <m:r>
                        <a:rPr lang="en-US" altLang="zh-TW" sz="1800" i="1">
                          <a:latin typeface="Cambria Math" panose="02040503050406030204" pitchFamily="18" charset="0"/>
                        </a:rPr>
                        <m:t>×</m:t>
                      </m:r>
                      <m:r>
                        <a:rPr lang="en-US" altLang="zh-TW" sz="1800">
                          <a:latin typeface="Cambria Math" panose="02040503050406030204" pitchFamily="18" charset="0"/>
                        </a:rPr>
                        <m:t>|</m:t>
                      </m:r>
                      <m:r>
                        <m:rPr>
                          <m:sty m:val="p"/>
                        </m:rPr>
                        <a:rPr lang="en-US" altLang="zh-TW" sz="1800">
                          <a:latin typeface="Cambria Math" panose="02040503050406030204" pitchFamily="18" charset="0"/>
                        </a:rPr>
                        <m:t>M</m:t>
                      </m:r>
                      <m:r>
                        <a:rPr lang="en-US" altLang="zh-TW" sz="1800">
                          <a:latin typeface="Cambria Math" panose="02040503050406030204" pitchFamily="18" charset="0"/>
                        </a:rPr>
                        <m:t>|</m:t>
                      </m:r>
                    </m:oMath>
                  </m:oMathPara>
                </a14:m>
                <a:endParaRPr lang="ar-AE" altLang="zh-TW" sz="1800" dirty="0"/>
              </a:p>
            </p:txBody>
          </p:sp>
        </mc:Choice>
        <mc:Fallback>
          <p:sp>
            <p:nvSpPr>
              <p:cNvPr id="2" name="Google Shape;251;p32">
                <a:extLst>
                  <a:ext uri="{FF2B5EF4-FFF2-40B4-BE49-F238E27FC236}">
                    <a16:creationId xmlns:a16="http://schemas.microsoft.com/office/drawing/2014/main" id="{8CC76FE9-C359-75E2-259D-1C34A81942F2}"/>
                  </a:ext>
                </a:extLst>
              </p:cNvPr>
              <p:cNvSpPr txBox="1">
                <a:spLocks noRot="1" noChangeAspect="1" noMove="1" noResize="1" noEditPoints="1" noAdjustHandles="1" noChangeArrowheads="1" noChangeShapeType="1" noTextEdit="1"/>
              </p:cNvSpPr>
              <p:nvPr/>
            </p:nvSpPr>
            <p:spPr>
              <a:xfrm>
                <a:off x="6586371" y="1643946"/>
                <a:ext cx="2196928" cy="1070440"/>
              </a:xfrm>
              <a:prstGeom prst="rect">
                <a:avLst/>
              </a:prstGeom>
              <a:blipFill>
                <a:blip r:embed="rId9"/>
                <a:stretch>
                  <a:fillRect/>
                </a:stretch>
              </a:blipFill>
              <a:ln>
                <a:noFill/>
              </a:ln>
            </p:spPr>
            <p:txBody>
              <a:bodyPr/>
              <a:lstStyle/>
              <a:p>
                <a:r>
                  <a:rPr lang="zh-TW" altLang="en-US">
                    <a:noFill/>
                  </a:rPr>
                  <a:t> </a:t>
                </a:r>
              </a:p>
            </p:txBody>
          </p:sp>
        </mc:Fallback>
      </mc:AlternateContent>
      <p:sp>
        <p:nvSpPr>
          <p:cNvPr id="3" name="Google Shape;273;p34">
            <a:extLst>
              <a:ext uri="{FF2B5EF4-FFF2-40B4-BE49-F238E27FC236}">
                <a16:creationId xmlns:a16="http://schemas.microsoft.com/office/drawing/2014/main" id="{9C81BBA0-37CC-EBC6-2815-123D12BB9B42}"/>
              </a:ext>
            </a:extLst>
          </p:cNvPr>
          <p:cNvSpPr txBox="1">
            <a:spLocks/>
          </p:cNvSpPr>
          <p:nvPr/>
        </p:nvSpPr>
        <p:spPr>
          <a:xfrm>
            <a:off x="6289312" y="2882048"/>
            <a:ext cx="2791046" cy="548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sz="1800" b="1" dirty="0"/>
              <a:t>Constraint Set</a:t>
            </a:r>
            <a:endParaRPr lang="en-US" sz="1800" b="1" dirty="0"/>
          </a:p>
        </p:txBody>
      </p:sp>
      <p:sp>
        <p:nvSpPr>
          <p:cNvPr id="4" name="Google Shape;269;p34">
            <a:extLst>
              <a:ext uri="{FF2B5EF4-FFF2-40B4-BE49-F238E27FC236}">
                <a16:creationId xmlns:a16="http://schemas.microsoft.com/office/drawing/2014/main" id="{81BCAEF9-D762-7396-7802-B6FCCD6A0461}"/>
              </a:ext>
            </a:extLst>
          </p:cNvPr>
          <p:cNvSpPr txBox="1">
            <a:spLocks/>
          </p:cNvSpPr>
          <p:nvPr/>
        </p:nvSpPr>
        <p:spPr>
          <a:xfrm>
            <a:off x="6686840" y="3636964"/>
            <a:ext cx="1995990" cy="10140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2pPr>
            <a:lvl3pPr marL="1371600" marR="0" lvl="2"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3pPr>
            <a:lvl4pPr marL="1828800" marR="0" lvl="3"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4pPr>
            <a:lvl5pPr marL="2286000" marR="0" lvl="4"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5pPr>
            <a:lvl6pPr marL="2743200" marR="0" lvl="5"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6pPr>
            <a:lvl7pPr marL="3200400" marR="0" lvl="6"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7pPr>
            <a:lvl8pPr marL="3657600" marR="0" lvl="7"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8pPr>
            <a:lvl9pPr marL="4114800" marR="0" lvl="8" indent="-304800" algn="ctr" rtl="0">
              <a:lnSpc>
                <a:spcPct val="100000"/>
              </a:lnSpc>
              <a:spcBef>
                <a:spcPts val="0"/>
              </a:spcBef>
              <a:spcAft>
                <a:spcPts val="0"/>
              </a:spcAft>
              <a:buClr>
                <a:schemeClr val="dk1"/>
              </a:buClr>
              <a:buSzPts val="1200"/>
              <a:buFont typeface="Quicksand Medium"/>
              <a:buNone/>
              <a:defRPr sz="1200" b="0" i="0" u="none" strike="noStrike" cap="none">
                <a:solidFill>
                  <a:schemeClr val="dk1"/>
                </a:solidFill>
                <a:latin typeface="Quicksand Medium"/>
                <a:ea typeface="Quicksand Medium"/>
                <a:cs typeface="Quicksand Medium"/>
                <a:sym typeface="Quicksand Medium"/>
              </a:defRPr>
            </a:lvl9pPr>
          </a:lstStyle>
          <a:p>
            <a:pPr marL="0" indent="0"/>
            <a:r>
              <a:rPr lang="en-US" altLang="zh-TW" sz="1400" b="1" dirty="0"/>
              <a:t>At least </a:t>
            </a:r>
            <a:r>
              <a:rPr lang="en-US" altLang="zh-TW" sz="1400" dirty="0"/>
              <a:t>t% of all pieces of work must be covered.</a:t>
            </a:r>
          </a:p>
        </p:txBody>
      </p:sp>
    </p:spTree>
    <p:extLst>
      <p:ext uri="{BB962C8B-B14F-4D97-AF65-F5344CB8AC3E}">
        <p14:creationId xmlns:p14="http://schemas.microsoft.com/office/powerpoint/2010/main" val="199721353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79"/>
        <p:cNvGrpSpPr/>
        <p:nvPr/>
      </p:nvGrpSpPr>
      <p:grpSpPr>
        <a:xfrm>
          <a:off x="0" y="0"/>
          <a:ext cx="0" cy="0"/>
          <a:chOff x="0" y="0"/>
          <a:chExt cx="0" cy="0"/>
        </a:xfrm>
      </p:grpSpPr>
      <p:sp>
        <p:nvSpPr>
          <p:cNvPr id="280" name="Google Shape;280;p35"/>
          <p:cNvSpPr txBox="1">
            <a:spLocks noGrp="1"/>
          </p:cNvSpPr>
          <p:nvPr>
            <p:ph type="title"/>
          </p:nvPr>
        </p:nvSpPr>
        <p:spPr>
          <a:xfrm>
            <a:off x="720000" y="414725"/>
            <a:ext cx="7704000" cy="572700"/>
          </a:xfrm>
          <a:prstGeom prst="rect">
            <a:avLst/>
          </a:prstGeom>
        </p:spPr>
        <p:txBody>
          <a:bodyPr spcFirstLastPara="1" wrap="square" lIns="91425" tIns="91425" rIns="91425" bIns="91425" anchor="t" anchorCtr="0">
            <a:noAutofit/>
          </a:bodyPr>
          <a:lstStyle/>
          <a:p>
            <a:pPr lvl="0"/>
            <a:r>
              <a:rPr lang="en-US" altLang="zh-TW" b="1" dirty="0"/>
              <a:t>Key Experimental Findings</a:t>
            </a:r>
            <a:endParaRPr b="1" dirty="0"/>
          </a:p>
        </p:txBody>
      </p:sp>
      <p:sp>
        <p:nvSpPr>
          <p:cNvPr id="290" name="Google Shape;290;p35"/>
          <p:cNvSpPr txBox="1">
            <a:spLocks noGrp="1"/>
          </p:cNvSpPr>
          <p:nvPr>
            <p:ph type="subTitle" idx="13"/>
          </p:nvPr>
        </p:nvSpPr>
        <p:spPr>
          <a:xfrm>
            <a:off x="1660667" y="3435350"/>
            <a:ext cx="2409317" cy="975286"/>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sz="2400" b="1" dirty="0"/>
              <a:t>Controlling Overcrowding</a:t>
            </a:r>
            <a:endParaRPr sz="2400" b="1" dirty="0"/>
          </a:p>
        </p:txBody>
      </p:sp>
      <p:sp>
        <p:nvSpPr>
          <p:cNvPr id="291" name="Google Shape;291;p35"/>
          <p:cNvSpPr txBox="1">
            <a:spLocks noGrp="1"/>
          </p:cNvSpPr>
          <p:nvPr>
            <p:ph type="subTitle" idx="14"/>
          </p:nvPr>
        </p:nvSpPr>
        <p:spPr>
          <a:xfrm>
            <a:off x="5230465" y="3435350"/>
            <a:ext cx="2448708" cy="975286"/>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sz="2400" b="1" dirty="0"/>
              <a:t>The Flexibility of "Gaps"</a:t>
            </a:r>
            <a:endParaRPr sz="2400" b="1" dirty="0"/>
          </a:p>
        </p:txBody>
      </p:sp>
      <p:grpSp>
        <p:nvGrpSpPr>
          <p:cNvPr id="14" name="Google Shape;8919;p60">
            <a:extLst>
              <a:ext uri="{FF2B5EF4-FFF2-40B4-BE49-F238E27FC236}">
                <a16:creationId xmlns:a16="http://schemas.microsoft.com/office/drawing/2014/main" id="{8A29222F-AC5A-DAF0-2733-9FE614D3F1E4}"/>
              </a:ext>
            </a:extLst>
          </p:cNvPr>
          <p:cNvGrpSpPr/>
          <p:nvPr/>
        </p:nvGrpSpPr>
        <p:grpSpPr>
          <a:xfrm>
            <a:off x="2242209" y="1521399"/>
            <a:ext cx="1246231" cy="1202085"/>
            <a:chOff x="1284212" y="1963766"/>
            <a:chExt cx="379489" cy="366046"/>
          </a:xfrm>
        </p:grpSpPr>
        <p:sp>
          <p:nvSpPr>
            <p:cNvPr id="15" name="Google Shape;8920;p60">
              <a:extLst>
                <a:ext uri="{FF2B5EF4-FFF2-40B4-BE49-F238E27FC236}">
                  <a16:creationId xmlns:a16="http://schemas.microsoft.com/office/drawing/2014/main" id="{19C9BC28-C846-6DBE-5CAB-5A51CF827E47}"/>
                </a:ext>
              </a:extLst>
            </p:cNvPr>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8921;p60">
              <a:extLst>
                <a:ext uri="{FF2B5EF4-FFF2-40B4-BE49-F238E27FC236}">
                  <a16:creationId xmlns:a16="http://schemas.microsoft.com/office/drawing/2014/main" id="{91C8595B-2CEF-5AEF-B0E7-9770BCDC1D5B}"/>
                </a:ext>
              </a:extLst>
            </p:cNvPr>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 name="Google Shape;8510;p59">
            <a:extLst>
              <a:ext uri="{FF2B5EF4-FFF2-40B4-BE49-F238E27FC236}">
                <a16:creationId xmlns:a16="http://schemas.microsoft.com/office/drawing/2014/main" id="{518D3E0B-268E-B138-5297-9B362DC2A03F}"/>
              </a:ext>
            </a:extLst>
          </p:cNvPr>
          <p:cNvSpPr/>
          <p:nvPr/>
        </p:nvSpPr>
        <p:spPr>
          <a:xfrm>
            <a:off x="5831704" y="1477370"/>
            <a:ext cx="1246230" cy="1246114"/>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79">
          <a:extLst>
            <a:ext uri="{FF2B5EF4-FFF2-40B4-BE49-F238E27FC236}">
              <a16:creationId xmlns:a16="http://schemas.microsoft.com/office/drawing/2014/main" id="{EABB3FD1-D580-2B0F-D499-6CA3C7153674}"/>
            </a:ext>
          </a:extLst>
        </p:cNvPr>
        <p:cNvGrpSpPr/>
        <p:nvPr/>
      </p:nvGrpSpPr>
      <p:grpSpPr>
        <a:xfrm>
          <a:off x="0" y="0"/>
          <a:ext cx="0" cy="0"/>
          <a:chOff x="0" y="0"/>
          <a:chExt cx="0" cy="0"/>
        </a:xfrm>
      </p:grpSpPr>
      <p:sp>
        <p:nvSpPr>
          <p:cNvPr id="280" name="Google Shape;280;p35">
            <a:extLst>
              <a:ext uri="{FF2B5EF4-FFF2-40B4-BE49-F238E27FC236}">
                <a16:creationId xmlns:a16="http://schemas.microsoft.com/office/drawing/2014/main" id="{4EA36AAB-5ED2-3AAF-E93A-A30A68CE3B41}"/>
              </a:ext>
            </a:extLst>
          </p:cNvPr>
          <p:cNvSpPr txBox="1">
            <a:spLocks noGrp="1"/>
          </p:cNvSpPr>
          <p:nvPr>
            <p:ph type="title"/>
          </p:nvPr>
        </p:nvSpPr>
        <p:spPr>
          <a:xfrm>
            <a:off x="720000" y="414725"/>
            <a:ext cx="7704000" cy="572700"/>
          </a:xfrm>
          <a:prstGeom prst="rect">
            <a:avLst/>
          </a:prstGeom>
        </p:spPr>
        <p:txBody>
          <a:bodyPr spcFirstLastPara="1" wrap="square" lIns="91425" tIns="91425" rIns="91425" bIns="91425" anchor="t" anchorCtr="0">
            <a:noAutofit/>
          </a:bodyPr>
          <a:lstStyle/>
          <a:p>
            <a:pPr lvl="0"/>
            <a:r>
              <a:rPr lang="en-US" altLang="zh-TW" b="1" dirty="0"/>
              <a:t>Tailored Solutions: Urban vs. Suburban</a:t>
            </a:r>
            <a:endParaRPr b="1" dirty="0"/>
          </a:p>
        </p:txBody>
      </p:sp>
      <p:sp>
        <p:nvSpPr>
          <p:cNvPr id="290" name="Google Shape;290;p35">
            <a:extLst>
              <a:ext uri="{FF2B5EF4-FFF2-40B4-BE49-F238E27FC236}">
                <a16:creationId xmlns:a16="http://schemas.microsoft.com/office/drawing/2014/main" id="{1E49CB39-8E8C-54E4-10AC-BA1EC2D73FA1}"/>
              </a:ext>
            </a:extLst>
          </p:cNvPr>
          <p:cNvSpPr txBox="1">
            <a:spLocks noGrp="1"/>
          </p:cNvSpPr>
          <p:nvPr>
            <p:ph type="subTitle" idx="13"/>
          </p:nvPr>
        </p:nvSpPr>
        <p:spPr>
          <a:xfrm>
            <a:off x="1556207" y="3435350"/>
            <a:ext cx="2409317" cy="975286"/>
          </a:xfrm>
          <a:prstGeom prst="rect">
            <a:avLst/>
          </a:prstGeom>
        </p:spPr>
        <p:txBody>
          <a:bodyPr spcFirstLastPara="1" wrap="square" lIns="91425" tIns="91425" rIns="91425" bIns="91425" anchor="b" anchorCtr="0">
            <a:noAutofit/>
          </a:bodyPr>
          <a:lstStyle/>
          <a:p>
            <a:pPr marL="0" lvl="0" indent="0"/>
            <a:r>
              <a:rPr lang="en-US" altLang="zh-TW" sz="2400" b="1" dirty="0"/>
              <a:t>Urban Instances</a:t>
            </a:r>
            <a:endParaRPr sz="2400" b="1" dirty="0"/>
          </a:p>
        </p:txBody>
      </p:sp>
      <p:sp>
        <p:nvSpPr>
          <p:cNvPr id="291" name="Google Shape;291;p35">
            <a:extLst>
              <a:ext uri="{FF2B5EF4-FFF2-40B4-BE49-F238E27FC236}">
                <a16:creationId xmlns:a16="http://schemas.microsoft.com/office/drawing/2014/main" id="{8B0CAA05-61B4-D92E-60E6-D59FF1D6BD94}"/>
              </a:ext>
            </a:extLst>
          </p:cNvPr>
          <p:cNvSpPr txBox="1">
            <a:spLocks noGrp="1"/>
          </p:cNvSpPr>
          <p:nvPr>
            <p:ph type="subTitle" idx="14"/>
          </p:nvPr>
        </p:nvSpPr>
        <p:spPr>
          <a:xfrm>
            <a:off x="5259245" y="3435350"/>
            <a:ext cx="2448708" cy="975286"/>
          </a:xfrm>
          <a:prstGeom prst="rect">
            <a:avLst/>
          </a:prstGeom>
        </p:spPr>
        <p:txBody>
          <a:bodyPr spcFirstLastPara="1" wrap="square" lIns="91425" tIns="91425" rIns="91425" bIns="91425" anchor="b" anchorCtr="0">
            <a:noAutofit/>
          </a:bodyPr>
          <a:lstStyle/>
          <a:p>
            <a:pPr marL="0" lvl="0" indent="0"/>
            <a:r>
              <a:rPr lang="en-US" altLang="zh-TW" sz="2400" b="1" dirty="0"/>
              <a:t>Suburban Instances</a:t>
            </a:r>
            <a:endParaRPr sz="2400" b="1" dirty="0"/>
          </a:p>
        </p:txBody>
      </p:sp>
      <p:grpSp>
        <p:nvGrpSpPr>
          <p:cNvPr id="2" name="Google Shape;9769;p61">
            <a:extLst>
              <a:ext uri="{FF2B5EF4-FFF2-40B4-BE49-F238E27FC236}">
                <a16:creationId xmlns:a16="http://schemas.microsoft.com/office/drawing/2014/main" id="{A02BD018-48F0-4C4D-BC42-22727B3024C6}"/>
              </a:ext>
            </a:extLst>
          </p:cNvPr>
          <p:cNvGrpSpPr/>
          <p:nvPr/>
        </p:nvGrpSpPr>
        <p:grpSpPr>
          <a:xfrm>
            <a:off x="2062295" y="1477368"/>
            <a:ext cx="1399973" cy="1202085"/>
            <a:chOff x="848978" y="4297637"/>
            <a:chExt cx="377824" cy="324418"/>
          </a:xfrm>
        </p:grpSpPr>
        <p:sp>
          <p:nvSpPr>
            <p:cNvPr id="3" name="Google Shape;9770;p61">
              <a:extLst>
                <a:ext uri="{FF2B5EF4-FFF2-40B4-BE49-F238E27FC236}">
                  <a16:creationId xmlns:a16="http://schemas.microsoft.com/office/drawing/2014/main" id="{1C446767-5F23-FA07-3EE9-5F5E3445CEA5}"/>
                </a:ext>
              </a:extLst>
            </p:cNvPr>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Google Shape;9771;p61">
              <a:extLst>
                <a:ext uri="{FF2B5EF4-FFF2-40B4-BE49-F238E27FC236}">
                  <a16:creationId xmlns:a16="http://schemas.microsoft.com/office/drawing/2014/main" id="{61CD9BCF-3375-E0FA-7D06-99C9489A0318}"/>
                </a:ext>
              </a:extLst>
            </p:cNvPr>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Google Shape;8667;p59">
            <a:extLst>
              <a:ext uri="{FF2B5EF4-FFF2-40B4-BE49-F238E27FC236}">
                <a16:creationId xmlns:a16="http://schemas.microsoft.com/office/drawing/2014/main" id="{84D4675D-95F9-4389-0278-BF2B549266C3}"/>
              </a:ext>
            </a:extLst>
          </p:cNvPr>
          <p:cNvSpPr/>
          <p:nvPr/>
        </p:nvSpPr>
        <p:spPr>
          <a:xfrm>
            <a:off x="5831704" y="1477369"/>
            <a:ext cx="1303790" cy="1202084"/>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96541203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79">
          <a:extLst>
            <a:ext uri="{FF2B5EF4-FFF2-40B4-BE49-F238E27FC236}">
              <a16:creationId xmlns:a16="http://schemas.microsoft.com/office/drawing/2014/main" id="{8EF45AB6-1C15-EBD4-F51E-69059DF78623}"/>
            </a:ext>
          </a:extLst>
        </p:cNvPr>
        <p:cNvGrpSpPr/>
        <p:nvPr/>
      </p:nvGrpSpPr>
      <p:grpSpPr>
        <a:xfrm>
          <a:off x="0" y="0"/>
          <a:ext cx="0" cy="0"/>
          <a:chOff x="0" y="0"/>
          <a:chExt cx="0" cy="0"/>
        </a:xfrm>
      </p:grpSpPr>
      <p:sp>
        <p:nvSpPr>
          <p:cNvPr id="280" name="Google Shape;280;p35">
            <a:extLst>
              <a:ext uri="{FF2B5EF4-FFF2-40B4-BE49-F238E27FC236}">
                <a16:creationId xmlns:a16="http://schemas.microsoft.com/office/drawing/2014/main" id="{6D9DF97A-247E-33DF-ABDF-6394C3C54743}"/>
              </a:ext>
            </a:extLst>
          </p:cNvPr>
          <p:cNvSpPr txBox="1">
            <a:spLocks noGrp="1"/>
          </p:cNvSpPr>
          <p:nvPr>
            <p:ph type="title"/>
          </p:nvPr>
        </p:nvSpPr>
        <p:spPr>
          <a:xfrm>
            <a:off x="499849" y="414725"/>
            <a:ext cx="8144301" cy="572700"/>
          </a:xfrm>
          <a:prstGeom prst="rect">
            <a:avLst/>
          </a:prstGeom>
        </p:spPr>
        <p:txBody>
          <a:bodyPr spcFirstLastPara="1" wrap="square" lIns="91425" tIns="91425" rIns="91425" bIns="91425" anchor="t" anchorCtr="0">
            <a:noAutofit/>
          </a:bodyPr>
          <a:lstStyle/>
          <a:p>
            <a:pPr lvl="0"/>
            <a:r>
              <a:rPr lang="en-US" altLang="zh-TW" b="1" dirty="0"/>
              <a:t>Conclusions: Why the New Models Succeed?</a:t>
            </a:r>
            <a:endParaRPr b="1" dirty="0"/>
          </a:p>
        </p:txBody>
      </p:sp>
      <p:sp>
        <p:nvSpPr>
          <p:cNvPr id="20" name="Google Shape;290;p35">
            <a:extLst>
              <a:ext uri="{FF2B5EF4-FFF2-40B4-BE49-F238E27FC236}">
                <a16:creationId xmlns:a16="http://schemas.microsoft.com/office/drawing/2014/main" id="{B1EFDDC2-E4DA-2421-17F9-3FE32D4FBB70}"/>
              </a:ext>
            </a:extLst>
          </p:cNvPr>
          <p:cNvSpPr txBox="1">
            <a:spLocks/>
          </p:cNvSpPr>
          <p:nvPr/>
        </p:nvSpPr>
        <p:spPr>
          <a:xfrm>
            <a:off x="1440796" y="3566997"/>
            <a:ext cx="2036287" cy="475945"/>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sz="2400" b="1" dirty="0"/>
              <a:t>Applicability </a:t>
            </a:r>
            <a:endParaRPr lang="en-US" sz="2400" b="1" dirty="0"/>
          </a:p>
        </p:txBody>
      </p:sp>
      <p:grpSp>
        <p:nvGrpSpPr>
          <p:cNvPr id="21" name="Google Shape;7172;p55">
            <a:extLst>
              <a:ext uri="{FF2B5EF4-FFF2-40B4-BE49-F238E27FC236}">
                <a16:creationId xmlns:a16="http://schemas.microsoft.com/office/drawing/2014/main" id="{BADE6EDD-2E9B-D908-62FE-334262BA9FF2}"/>
              </a:ext>
            </a:extLst>
          </p:cNvPr>
          <p:cNvGrpSpPr/>
          <p:nvPr/>
        </p:nvGrpSpPr>
        <p:grpSpPr>
          <a:xfrm>
            <a:off x="1725315" y="1489935"/>
            <a:ext cx="5693370" cy="1785520"/>
            <a:chOff x="5194708" y="3484366"/>
            <a:chExt cx="3148148" cy="987304"/>
          </a:xfrm>
        </p:grpSpPr>
        <p:grpSp>
          <p:nvGrpSpPr>
            <p:cNvPr id="22" name="Google Shape;7173;p55">
              <a:extLst>
                <a:ext uri="{FF2B5EF4-FFF2-40B4-BE49-F238E27FC236}">
                  <a16:creationId xmlns:a16="http://schemas.microsoft.com/office/drawing/2014/main" id="{B319D5F3-28C7-5AAF-4DE7-0DEE05563C28}"/>
                </a:ext>
              </a:extLst>
            </p:cNvPr>
            <p:cNvGrpSpPr/>
            <p:nvPr/>
          </p:nvGrpSpPr>
          <p:grpSpPr>
            <a:xfrm>
              <a:off x="7531521" y="3484366"/>
              <a:ext cx="811335" cy="987304"/>
              <a:chOff x="3379425" y="1617275"/>
              <a:chExt cx="1090650" cy="1327200"/>
            </a:xfrm>
          </p:grpSpPr>
          <p:sp>
            <p:nvSpPr>
              <p:cNvPr id="35" name="Google Shape;7174;p55">
                <a:extLst>
                  <a:ext uri="{FF2B5EF4-FFF2-40B4-BE49-F238E27FC236}">
                    <a16:creationId xmlns:a16="http://schemas.microsoft.com/office/drawing/2014/main" id="{7AE31CC4-9662-82A4-0F3D-767323178BD8}"/>
                  </a:ext>
                </a:extLst>
              </p:cNvPr>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7175;p55">
                <a:extLst>
                  <a:ext uri="{FF2B5EF4-FFF2-40B4-BE49-F238E27FC236}">
                    <a16:creationId xmlns:a16="http://schemas.microsoft.com/office/drawing/2014/main" id="{A19AC6AC-A62D-99FB-12DD-CB34ACF34639}"/>
                  </a:ext>
                </a:extLst>
              </p:cNvPr>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7176;p55">
                <a:extLst>
                  <a:ext uri="{FF2B5EF4-FFF2-40B4-BE49-F238E27FC236}">
                    <a16:creationId xmlns:a16="http://schemas.microsoft.com/office/drawing/2014/main" id="{3B51E284-C541-54E0-A70B-DCCC84A045BB}"/>
                  </a:ext>
                </a:extLst>
              </p:cNvPr>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7177;p55">
              <a:extLst>
                <a:ext uri="{FF2B5EF4-FFF2-40B4-BE49-F238E27FC236}">
                  <a16:creationId xmlns:a16="http://schemas.microsoft.com/office/drawing/2014/main" id="{FC4ED251-DA3D-AA43-295A-D2499002003A}"/>
                </a:ext>
              </a:extLst>
            </p:cNvPr>
            <p:cNvGrpSpPr/>
            <p:nvPr/>
          </p:nvGrpSpPr>
          <p:grpSpPr>
            <a:xfrm>
              <a:off x="6752546" y="3484366"/>
              <a:ext cx="811428" cy="987304"/>
              <a:chOff x="2332275" y="1617275"/>
              <a:chExt cx="1090775" cy="1327200"/>
            </a:xfrm>
          </p:grpSpPr>
          <p:sp>
            <p:nvSpPr>
              <p:cNvPr id="32" name="Google Shape;7178;p55">
                <a:extLst>
                  <a:ext uri="{FF2B5EF4-FFF2-40B4-BE49-F238E27FC236}">
                    <a16:creationId xmlns:a16="http://schemas.microsoft.com/office/drawing/2014/main" id="{507B3028-3BE8-FFF8-5770-06054D5C1D4B}"/>
                  </a:ext>
                </a:extLst>
              </p:cNvPr>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7179;p55">
                <a:extLst>
                  <a:ext uri="{FF2B5EF4-FFF2-40B4-BE49-F238E27FC236}">
                    <a16:creationId xmlns:a16="http://schemas.microsoft.com/office/drawing/2014/main" id="{9DE921E6-B62B-FF37-2F33-F8A96D0C08ED}"/>
                  </a:ext>
                </a:extLst>
              </p:cNvPr>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7180;p55">
                <a:extLst>
                  <a:ext uri="{FF2B5EF4-FFF2-40B4-BE49-F238E27FC236}">
                    <a16:creationId xmlns:a16="http://schemas.microsoft.com/office/drawing/2014/main" id="{84197C3C-941E-70BA-18F3-5683F232A459}"/>
                  </a:ext>
                </a:extLst>
              </p:cNvPr>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7181;p55">
              <a:extLst>
                <a:ext uri="{FF2B5EF4-FFF2-40B4-BE49-F238E27FC236}">
                  <a16:creationId xmlns:a16="http://schemas.microsoft.com/office/drawing/2014/main" id="{7801FB0D-DFF9-83EB-1602-ADA03B41F2C7}"/>
                </a:ext>
              </a:extLst>
            </p:cNvPr>
            <p:cNvGrpSpPr/>
            <p:nvPr/>
          </p:nvGrpSpPr>
          <p:grpSpPr>
            <a:xfrm>
              <a:off x="5973664" y="3484366"/>
              <a:ext cx="811335" cy="987304"/>
              <a:chOff x="1285250" y="1617275"/>
              <a:chExt cx="1090650" cy="1327200"/>
            </a:xfrm>
          </p:grpSpPr>
          <p:sp>
            <p:nvSpPr>
              <p:cNvPr id="29" name="Google Shape;7182;p55">
                <a:extLst>
                  <a:ext uri="{FF2B5EF4-FFF2-40B4-BE49-F238E27FC236}">
                    <a16:creationId xmlns:a16="http://schemas.microsoft.com/office/drawing/2014/main" id="{4CD377B8-7475-B078-514F-F8BB03F81643}"/>
                  </a:ext>
                </a:extLst>
              </p:cNvPr>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83;p55">
                <a:extLst>
                  <a:ext uri="{FF2B5EF4-FFF2-40B4-BE49-F238E27FC236}">
                    <a16:creationId xmlns:a16="http://schemas.microsoft.com/office/drawing/2014/main" id="{03E93F03-54B4-61B5-1837-95D7ADD4E9FB}"/>
                  </a:ext>
                </a:extLst>
              </p:cNvPr>
              <p:cNvSpPr/>
              <p:nvPr/>
            </p:nvSpPr>
            <p:spPr>
              <a:xfrm>
                <a:off x="1285250" y="1617275"/>
                <a:ext cx="1090650" cy="1273949"/>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84;p55">
                <a:extLst>
                  <a:ext uri="{FF2B5EF4-FFF2-40B4-BE49-F238E27FC236}">
                    <a16:creationId xmlns:a16="http://schemas.microsoft.com/office/drawing/2014/main" id="{E5AFFFD5-DD23-D7A6-8007-360AC1A8D4E2}"/>
                  </a:ext>
                </a:extLst>
              </p:cNvPr>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 name="Google Shape;7185;p55">
              <a:extLst>
                <a:ext uri="{FF2B5EF4-FFF2-40B4-BE49-F238E27FC236}">
                  <a16:creationId xmlns:a16="http://schemas.microsoft.com/office/drawing/2014/main" id="{98FB7219-AD27-9133-489B-1B6EDE1415ED}"/>
                </a:ext>
              </a:extLst>
            </p:cNvPr>
            <p:cNvGrpSpPr/>
            <p:nvPr/>
          </p:nvGrpSpPr>
          <p:grpSpPr>
            <a:xfrm>
              <a:off x="5194708" y="3484366"/>
              <a:ext cx="811409" cy="987304"/>
              <a:chOff x="238125" y="1617275"/>
              <a:chExt cx="1090750" cy="1327200"/>
            </a:xfrm>
          </p:grpSpPr>
          <p:sp>
            <p:nvSpPr>
              <p:cNvPr id="26" name="Google Shape;7186;p55">
                <a:extLst>
                  <a:ext uri="{FF2B5EF4-FFF2-40B4-BE49-F238E27FC236}">
                    <a16:creationId xmlns:a16="http://schemas.microsoft.com/office/drawing/2014/main" id="{ECDB5BD9-6284-1749-4F0F-9E05AEABFD94}"/>
                  </a:ext>
                </a:extLst>
              </p:cNvPr>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7187;p55">
                <a:extLst>
                  <a:ext uri="{FF2B5EF4-FFF2-40B4-BE49-F238E27FC236}">
                    <a16:creationId xmlns:a16="http://schemas.microsoft.com/office/drawing/2014/main" id="{3E8E86AA-6674-CD5C-14B0-BDAEEA11AD15}"/>
                  </a:ext>
                </a:extLst>
              </p:cNvPr>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7188;p55">
                <a:extLst>
                  <a:ext uri="{FF2B5EF4-FFF2-40B4-BE49-F238E27FC236}">
                    <a16:creationId xmlns:a16="http://schemas.microsoft.com/office/drawing/2014/main" id="{033FDBC0-9F6A-0AB1-8C40-FC9E7C831E8E}"/>
                  </a:ext>
                </a:extLst>
              </p:cNvPr>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8" name="Google Shape;290;p35">
            <a:extLst>
              <a:ext uri="{FF2B5EF4-FFF2-40B4-BE49-F238E27FC236}">
                <a16:creationId xmlns:a16="http://schemas.microsoft.com/office/drawing/2014/main" id="{E48E53C4-804D-BF6B-7F22-D6C795E00956}"/>
              </a:ext>
            </a:extLst>
          </p:cNvPr>
          <p:cNvSpPr txBox="1">
            <a:spLocks/>
          </p:cNvSpPr>
          <p:nvPr/>
        </p:nvSpPr>
        <p:spPr>
          <a:xfrm>
            <a:off x="4401917" y="3566996"/>
            <a:ext cx="1759553" cy="475945"/>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sz="2400" b="1" dirty="0"/>
              <a:t>Efficiency  </a:t>
            </a:r>
            <a:endParaRPr lang="en-US" sz="2400" b="1" dirty="0"/>
          </a:p>
        </p:txBody>
      </p:sp>
      <p:sp>
        <p:nvSpPr>
          <p:cNvPr id="39" name="Google Shape;290;p35">
            <a:extLst>
              <a:ext uri="{FF2B5EF4-FFF2-40B4-BE49-F238E27FC236}">
                <a16:creationId xmlns:a16="http://schemas.microsoft.com/office/drawing/2014/main" id="{FD1CFE0B-7649-B13F-506E-3AE0DBECB86E}"/>
              </a:ext>
            </a:extLst>
          </p:cNvPr>
          <p:cNvSpPr txBox="1">
            <a:spLocks/>
          </p:cNvSpPr>
          <p:nvPr/>
        </p:nvSpPr>
        <p:spPr>
          <a:xfrm>
            <a:off x="2987858" y="4141587"/>
            <a:ext cx="1759553" cy="475945"/>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sz="2400" b="1" dirty="0"/>
              <a:t>Simplicity  </a:t>
            </a:r>
            <a:endParaRPr lang="en-US" sz="2400" b="1" dirty="0"/>
          </a:p>
        </p:txBody>
      </p:sp>
      <p:sp>
        <p:nvSpPr>
          <p:cNvPr id="40" name="Google Shape;290;p35">
            <a:extLst>
              <a:ext uri="{FF2B5EF4-FFF2-40B4-BE49-F238E27FC236}">
                <a16:creationId xmlns:a16="http://schemas.microsoft.com/office/drawing/2014/main" id="{0F3E5534-BC36-92E5-9D81-313946F790CE}"/>
              </a:ext>
            </a:extLst>
          </p:cNvPr>
          <p:cNvSpPr txBox="1">
            <a:spLocks/>
          </p:cNvSpPr>
          <p:nvPr/>
        </p:nvSpPr>
        <p:spPr>
          <a:xfrm>
            <a:off x="5805215" y="4141587"/>
            <a:ext cx="1759553" cy="475945"/>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dk1"/>
              </a:buClr>
              <a:buSzPts val="2400"/>
              <a:buFont typeface="Quicksand"/>
              <a:buNone/>
              <a:defRPr sz="2000" b="0" i="0" u="none" strike="noStrike" cap="none">
                <a:solidFill>
                  <a:schemeClr val="dk1"/>
                </a:solidFill>
                <a:latin typeface="Quicksand Medium"/>
                <a:ea typeface="Quicksand Medium"/>
                <a:cs typeface="Quicksand Medium"/>
                <a:sym typeface="Quicksand Medium"/>
              </a:defRPr>
            </a:lvl1pPr>
            <a:lvl2pPr marL="914400" marR="0" lvl="1"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2pPr>
            <a:lvl3pPr marL="1371600" marR="0" lvl="2"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3pPr>
            <a:lvl4pPr marL="1828800" marR="0" lvl="3"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4pPr>
            <a:lvl5pPr marL="2286000" marR="0" lvl="4"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5pPr>
            <a:lvl6pPr marL="2743200" marR="0" lvl="5"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6pPr>
            <a:lvl7pPr marL="3200400" marR="0" lvl="6"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7pPr>
            <a:lvl8pPr marL="3657600" marR="0" lvl="7"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8pPr>
            <a:lvl9pPr marL="4114800" marR="0" lvl="8" indent="-304800" algn="ctr" rtl="0">
              <a:lnSpc>
                <a:spcPct val="100000"/>
              </a:lnSpc>
              <a:spcBef>
                <a:spcPts val="0"/>
              </a:spcBef>
              <a:spcAft>
                <a:spcPts val="0"/>
              </a:spcAft>
              <a:buClr>
                <a:schemeClr val="dk1"/>
              </a:buClr>
              <a:buSzPts val="2400"/>
              <a:buFont typeface="Quicksand"/>
              <a:buNone/>
              <a:defRPr sz="2400" b="0" i="0" u="none" strike="noStrike" cap="none">
                <a:solidFill>
                  <a:schemeClr val="dk1"/>
                </a:solidFill>
                <a:latin typeface="Quicksand"/>
                <a:ea typeface="Quicksand"/>
                <a:cs typeface="Quicksand"/>
                <a:sym typeface="Quicksand"/>
              </a:defRPr>
            </a:lvl9pPr>
          </a:lstStyle>
          <a:p>
            <a:pPr marL="0" indent="0"/>
            <a:r>
              <a:rPr lang="en-US" altLang="zh-TW" sz="2400" b="1" dirty="0"/>
              <a:t>Flexibility  </a:t>
            </a:r>
            <a:endParaRPr lang="en-US" sz="2400" b="1" dirty="0"/>
          </a:p>
        </p:txBody>
      </p:sp>
    </p:spTree>
    <p:extLst>
      <p:ext uri="{BB962C8B-B14F-4D97-AF65-F5344CB8AC3E}">
        <p14:creationId xmlns:p14="http://schemas.microsoft.com/office/powerpoint/2010/main" val="271704081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68"/>
        <p:cNvGrpSpPr/>
        <p:nvPr/>
      </p:nvGrpSpPr>
      <p:grpSpPr>
        <a:xfrm>
          <a:off x="0" y="0"/>
          <a:ext cx="0" cy="0"/>
          <a:chOff x="0" y="0"/>
          <a:chExt cx="0" cy="0"/>
        </a:xfrm>
      </p:grpSpPr>
      <p:pic>
        <p:nvPicPr>
          <p:cNvPr id="472" name="Google Shape;472;p46"/>
          <p:cNvPicPr preferRelativeResize="0"/>
          <p:nvPr/>
        </p:nvPicPr>
        <p:blipFill rotWithShape="1">
          <a:blip r:embed="rId3">
            <a:alphaModFix/>
          </a:blip>
          <a:srcRect/>
          <a:stretch/>
        </p:blipFill>
        <p:spPr>
          <a:xfrm rot="-1349527">
            <a:off x="-937980" y="-834215"/>
            <a:ext cx="3992458" cy="2747433"/>
          </a:xfrm>
          <a:prstGeom prst="rect">
            <a:avLst/>
          </a:prstGeom>
          <a:noFill/>
          <a:ln>
            <a:noFill/>
          </a:ln>
        </p:spPr>
      </p:pic>
      <p:pic>
        <p:nvPicPr>
          <p:cNvPr id="473" name="Google Shape;473;p46"/>
          <p:cNvPicPr preferRelativeResize="0"/>
          <p:nvPr/>
        </p:nvPicPr>
        <p:blipFill rotWithShape="1">
          <a:blip r:embed="rId4">
            <a:alphaModFix/>
          </a:blip>
          <a:srcRect/>
          <a:stretch/>
        </p:blipFill>
        <p:spPr>
          <a:xfrm flipH="1">
            <a:off x="6245926" y="2836488"/>
            <a:ext cx="4660776" cy="3535024"/>
          </a:xfrm>
          <a:prstGeom prst="rect">
            <a:avLst/>
          </a:prstGeom>
          <a:noFill/>
          <a:ln>
            <a:noFill/>
          </a:ln>
        </p:spPr>
      </p:pic>
      <p:pic>
        <p:nvPicPr>
          <p:cNvPr id="474" name="Google Shape;474;p46"/>
          <p:cNvPicPr preferRelativeResize="0"/>
          <p:nvPr/>
        </p:nvPicPr>
        <p:blipFill rotWithShape="1">
          <a:blip r:embed="rId5">
            <a:alphaModFix/>
          </a:blip>
          <a:srcRect/>
          <a:stretch/>
        </p:blipFill>
        <p:spPr>
          <a:xfrm flipH="1">
            <a:off x="3532198" y="-1401560"/>
            <a:ext cx="6225377" cy="3055126"/>
          </a:xfrm>
          <a:prstGeom prst="rect">
            <a:avLst/>
          </a:prstGeom>
          <a:noFill/>
          <a:ln>
            <a:noFill/>
          </a:ln>
        </p:spPr>
      </p:pic>
      <p:pic>
        <p:nvPicPr>
          <p:cNvPr id="475" name="Google Shape;475;p46"/>
          <p:cNvPicPr preferRelativeResize="0"/>
          <p:nvPr/>
        </p:nvPicPr>
        <p:blipFill rotWithShape="1">
          <a:blip r:embed="rId6">
            <a:alphaModFix/>
          </a:blip>
          <a:srcRect/>
          <a:stretch/>
        </p:blipFill>
        <p:spPr>
          <a:xfrm flipH="1">
            <a:off x="-1901075" y="3742925"/>
            <a:ext cx="3820625" cy="2296700"/>
          </a:xfrm>
          <a:prstGeom prst="rect">
            <a:avLst/>
          </a:prstGeom>
          <a:noFill/>
          <a:ln>
            <a:noFill/>
          </a:ln>
        </p:spPr>
      </p:pic>
      <p:sp>
        <p:nvSpPr>
          <p:cNvPr id="476" name="Google Shape;476;p46"/>
          <p:cNvSpPr txBox="1">
            <a:spLocks noGrp="1"/>
          </p:cNvSpPr>
          <p:nvPr>
            <p:ph type="title"/>
          </p:nvPr>
        </p:nvSpPr>
        <p:spPr>
          <a:xfrm>
            <a:off x="2347950" y="987425"/>
            <a:ext cx="4448100" cy="14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Thanks!</a:t>
            </a:r>
            <a:endParaRPr dirty="0"/>
          </a:p>
        </p:txBody>
      </p:sp>
      <p:sp>
        <p:nvSpPr>
          <p:cNvPr id="487" name="Google Shape;487;p46"/>
          <p:cNvSpPr txBox="1"/>
          <p:nvPr/>
        </p:nvSpPr>
        <p:spPr>
          <a:xfrm>
            <a:off x="2496150" y="4354450"/>
            <a:ext cx="4151700" cy="26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Please keep this slide for attribution</a:t>
            </a:r>
            <a:endParaRPr sz="1200">
              <a:solidFill>
                <a:schemeClr val="dk1"/>
              </a:solidFill>
              <a:latin typeface="Quicksand Medium"/>
              <a:ea typeface="Quicksand Medium"/>
              <a:cs typeface="Quicksand Medium"/>
              <a:sym typeface="Quicksand Medium"/>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0">
  <p:cSld>
    <p:spTree>
      <p:nvGrpSpPr>
        <p:cNvPr id="1" name="Shape 296"/>
        <p:cNvGrpSpPr/>
        <p:nvPr/>
      </p:nvGrpSpPr>
      <p:grpSpPr>
        <a:xfrm>
          <a:off x="0" y="0"/>
          <a:ext cx="0" cy="0"/>
          <a:chOff x="0" y="0"/>
          <a:chExt cx="0" cy="0"/>
        </a:xfrm>
      </p:grpSpPr>
      <p:sp>
        <p:nvSpPr>
          <p:cNvPr id="297" name="Google Shape;297;p36"/>
          <p:cNvSpPr txBox="1">
            <a:spLocks noGrp="1"/>
          </p:cNvSpPr>
          <p:nvPr>
            <p:ph type="subTitle" idx="1"/>
          </p:nvPr>
        </p:nvSpPr>
        <p:spPr>
          <a:xfrm>
            <a:off x="798400" y="3356422"/>
            <a:ext cx="3492600" cy="34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Estimated delivery time per unit</a:t>
            </a:r>
            <a:endParaRPr/>
          </a:p>
        </p:txBody>
      </p:sp>
      <p:sp>
        <p:nvSpPr>
          <p:cNvPr id="298" name="Google Shape;298;p36"/>
          <p:cNvSpPr txBox="1">
            <a:spLocks noGrp="1"/>
          </p:cNvSpPr>
          <p:nvPr>
            <p:ph type="title"/>
          </p:nvPr>
        </p:nvSpPr>
        <p:spPr>
          <a:xfrm>
            <a:off x="798388" y="2740521"/>
            <a:ext cx="34926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9h 55m 23s</a:t>
            </a:r>
            <a:endParaRPr/>
          </a:p>
        </p:txBody>
      </p:sp>
      <p:sp>
        <p:nvSpPr>
          <p:cNvPr id="299" name="Google Shape;299;p36"/>
          <p:cNvSpPr txBox="1">
            <a:spLocks noGrp="1"/>
          </p:cNvSpPr>
          <p:nvPr>
            <p:ph type="title" idx="2"/>
          </p:nvPr>
        </p:nvSpPr>
        <p:spPr>
          <a:xfrm>
            <a:off x="2825700" y="1334335"/>
            <a:ext cx="34926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333,000</a:t>
            </a:r>
            <a:endParaRPr/>
          </a:p>
        </p:txBody>
      </p:sp>
      <p:sp>
        <p:nvSpPr>
          <p:cNvPr id="300" name="Google Shape;300;p36"/>
          <p:cNvSpPr txBox="1">
            <a:spLocks noGrp="1"/>
          </p:cNvSpPr>
          <p:nvPr>
            <p:ph type="subTitle" idx="3"/>
          </p:nvPr>
        </p:nvSpPr>
        <p:spPr>
          <a:xfrm>
            <a:off x="2825700" y="1950524"/>
            <a:ext cx="3492600" cy="34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Users bought our product</a:t>
            </a:r>
            <a:endParaRPr/>
          </a:p>
        </p:txBody>
      </p:sp>
      <p:sp>
        <p:nvSpPr>
          <p:cNvPr id="301" name="Google Shape;301;p36"/>
          <p:cNvSpPr txBox="1">
            <a:spLocks noGrp="1"/>
          </p:cNvSpPr>
          <p:nvPr>
            <p:ph type="title" idx="4"/>
          </p:nvPr>
        </p:nvSpPr>
        <p:spPr>
          <a:xfrm>
            <a:off x="4853013" y="2740521"/>
            <a:ext cx="34926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386,000 km</a:t>
            </a:r>
            <a:endParaRPr/>
          </a:p>
        </p:txBody>
      </p:sp>
      <p:sp>
        <p:nvSpPr>
          <p:cNvPr id="302" name="Google Shape;302;p36"/>
          <p:cNvSpPr txBox="1">
            <a:spLocks noGrp="1"/>
          </p:cNvSpPr>
          <p:nvPr>
            <p:ph type="subTitle" idx="5"/>
          </p:nvPr>
        </p:nvSpPr>
        <p:spPr>
          <a:xfrm>
            <a:off x="4853025" y="3356422"/>
            <a:ext cx="3492600" cy="34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Avg. distance travelled by logistics team</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Shape 306"/>
        <p:cNvGrpSpPr/>
        <p:nvPr/>
      </p:nvGrpSpPr>
      <p:grpSpPr>
        <a:xfrm>
          <a:off x="0" y="0"/>
          <a:ext cx="0" cy="0"/>
          <a:chOff x="0" y="0"/>
          <a:chExt cx="0" cy="0"/>
        </a:xfrm>
      </p:grpSpPr>
      <p:grpSp>
        <p:nvGrpSpPr>
          <p:cNvPr id="307" name="Google Shape;307;p37"/>
          <p:cNvGrpSpPr/>
          <p:nvPr/>
        </p:nvGrpSpPr>
        <p:grpSpPr>
          <a:xfrm>
            <a:off x="-488277" y="-412837"/>
            <a:ext cx="10113952" cy="6184086"/>
            <a:chOff x="-488277" y="-412837"/>
            <a:chExt cx="10113952" cy="6184086"/>
          </a:xfrm>
        </p:grpSpPr>
        <p:pic>
          <p:nvPicPr>
            <p:cNvPr id="308" name="Google Shape;308;p37"/>
            <p:cNvPicPr preferRelativeResize="0"/>
            <p:nvPr/>
          </p:nvPicPr>
          <p:blipFill>
            <a:blip r:embed="rId3">
              <a:alphaModFix/>
            </a:blip>
            <a:stretch>
              <a:fillRect/>
            </a:stretch>
          </p:blipFill>
          <p:spPr>
            <a:xfrm>
              <a:off x="-488277" y="-412837"/>
              <a:ext cx="2914969" cy="1752275"/>
            </a:xfrm>
            <a:prstGeom prst="rect">
              <a:avLst/>
            </a:prstGeom>
            <a:noFill/>
            <a:ln>
              <a:noFill/>
            </a:ln>
          </p:spPr>
        </p:pic>
        <p:pic>
          <p:nvPicPr>
            <p:cNvPr id="309" name="Google Shape;309;p37"/>
            <p:cNvPicPr preferRelativeResize="0"/>
            <p:nvPr/>
          </p:nvPicPr>
          <p:blipFill>
            <a:blip r:embed="rId4">
              <a:alphaModFix/>
            </a:blip>
            <a:stretch>
              <a:fillRect/>
            </a:stretch>
          </p:blipFill>
          <p:spPr>
            <a:xfrm rot="10800000">
              <a:off x="3934352" y="2978198"/>
              <a:ext cx="5691323" cy="2793050"/>
            </a:xfrm>
            <a:prstGeom prst="rect">
              <a:avLst/>
            </a:prstGeom>
            <a:noFill/>
            <a:ln>
              <a:noFill/>
            </a:ln>
          </p:spPr>
        </p:pic>
      </p:grpSp>
      <p:sp>
        <p:nvSpPr>
          <p:cNvPr id="310" name="Google Shape;310;p37"/>
          <p:cNvSpPr txBox="1">
            <a:spLocks noGrp="1"/>
          </p:cNvSpPr>
          <p:nvPr>
            <p:ph type="title"/>
          </p:nvPr>
        </p:nvSpPr>
        <p:spPr>
          <a:xfrm>
            <a:off x="1284000" y="1790388"/>
            <a:ext cx="6576000" cy="1131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4,498,300,000</a:t>
            </a:r>
            <a:endParaRPr/>
          </a:p>
        </p:txBody>
      </p:sp>
      <p:sp>
        <p:nvSpPr>
          <p:cNvPr id="311" name="Google Shape;311;p37"/>
          <p:cNvSpPr txBox="1">
            <a:spLocks noGrp="1"/>
          </p:cNvSpPr>
          <p:nvPr>
            <p:ph type="subTitle" idx="1"/>
          </p:nvPr>
        </p:nvSpPr>
        <p:spPr>
          <a:xfrm>
            <a:off x="1284000" y="2856013"/>
            <a:ext cx="65760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Number of users analyzed in our market research</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Shape 315"/>
        <p:cNvGrpSpPr/>
        <p:nvPr/>
      </p:nvGrpSpPr>
      <p:grpSpPr>
        <a:xfrm>
          <a:off x="0" y="0"/>
          <a:ext cx="0" cy="0"/>
          <a:chOff x="0" y="0"/>
          <a:chExt cx="0" cy="0"/>
        </a:xfrm>
      </p:grpSpPr>
      <p:pic>
        <p:nvPicPr>
          <p:cNvPr id="316" name="Google Shape;316;p38" title="Chart">
            <a:hlinkClick r:id="rId3"/>
          </p:cNvPr>
          <p:cNvPicPr preferRelativeResize="0"/>
          <p:nvPr/>
        </p:nvPicPr>
        <p:blipFill>
          <a:blip r:embed="rId4">
            <a:alphaModFix/>
          </a:blip>
          <a:stretch>
            <a:fillRect/>
          </a:stretch>
        </p:blipFill>
        <p:spPr>
          <a:xfrm>
            <a:off x="3075425" y="1220825"/>
            <a:ext cx="2993151" cy="2701850"/>
          </a:xfrm>
          <a:prstGeom prst="rect">
            <a:avLst/>
          </a:prstGeom>
          <a:noFill/>
          <a:ln>
            <a:noFill/>
          </a:ln>
        </p:spPr>
      </p:pic>
      <p:sp>
        <p:nvSpPr>
          <p:cNvPr id="317" name="Google Shape;317;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Revenue by quarter</a:t>
            </a:r>
            <a:endParaRPr/>
          </a:p>
        </p:txBody>
      </p:sp>
      <p:sp>
        <p:nvSpPr>
          <p:cNvPr id="318" name="Google Shape;318;p38"/>
          <p:cNvSpPr txBox="1">
            <a:spLocks noGrp="1"/>
          </p:cNvSpPr>
          <p:nvPr>
            <p:ph type="title" idx="4294967295"/>
          </p:nvPr>
        </p:nvSpPr>
        <p:spPr>
          <a:xfrm>
            <a:off x="6570563" y="2924836"/>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t>Q4</a:t>
            </a:r>
            <a:endParaRPr sz="2400"/>
          </a:p>
        </p:txBody>
      </p:sp>
      <p:sp>
        <p:nvSpPr>
          <p:cNvPr id="319" name="Google Shape;319;p38"/>
          <p:cNvSpPr txBox="1">
            <a:spLocks noGrp="1"/>
          </p:cNvSpPr>
          <p:nvPr>
            <p:ph type="subTitle" idx="4294967295"/>
          </p:nvPr>
        </p:nvSpPr>
        <p:spPr>
          <a:xfrm>
            <a:off x="6570563" y="3225800"/>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October - December</a:t>
            </a:r>
            <a:endParaRPr/>
          </a:p>
        </p:txBody>
      </p:sp>
      <p:sp>
        <p:nvSpPr>
          <p:cNvPr id="320" name="Google Shape;320;p38"/>
          <p:cNvSpPr txBox="1">
            <a:spLocks noGrp="1"/>
          </p:cNvSpPr>
          <p:nvPr>
            <p:ph type="title" idx="4294967295"/>
          </p:nvPr>
        </p:nvSpPr>
        <p:spPr>
          <a:xfrm>
            <a:off x="6570563" y="1789507"/>
            <a:ext cx="1673100" cy="35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t>Q3</a:t>
            </a:r>
            <a:endParaRPr sz="2400"/>
          </a:p>
        </p:txBody>
      </p:sp>
      <p:sp>
        <p:nvSpPr>
          <p:cNvPr id="321" name="Google Shape;321;p38"/>
          <p:cNvSpPr txBox="1">
            <a:spLocks noGrp="1"/>
          </p:cNvSpPr>
          <p:nvPr>
            <p:ph type="subTitle" idx="4294967295"/>
          </p:nvPr>
        </p:nvSpPr>
        <p:spPr>
          <a:xfrm>
            <a:off x="6570563" y="2090471"/>
            <a:ext cx="1673100" cy="358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July - September</a:t>
            </a:r>
            <a:endParaRPr/>
          </a:p>
        </p:txBody>
      </p:sp>
      <p:sp>
        <p:nvSpPr>
          <p:cNvPr id="322" name="Google Shape;322;p38"/>
          <p:cNvSpPr txBox="1">
            <a:spLocks noGrp="1"/>
          </p:cNvSpPr>
          <p:nvPr>
            <p:ph type="title" idx="4294967295"/>
          </p:nvPr>
        </p:nvSpPr>
        <p:spPr>
          <a:xfrm>
            <a:off x="863138" y="2924829"/>
            <a:ext cx="1673100" cy="358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2400"/>
              <a:t>Q2</a:t>
            </a:r>
            <a:endParaRPr sz="2400"/>
          </a:p>
        </p:txBody>
      </p:sp>
      <p:sp>
        <p:nvSpPr>
          <p:cNvPr id="323" name="Google Shape;323;p38"/>
          <p:cNvSpPr txBox="1">
            <a:spLocks noGrp="1"/>
          </p:cNvSpPr>
          <p:nvPr>
            <p:ph type="subTitle" idx="4294967295"/>
          </p:nvPr>
        </p:nvSpPr>
        <p:spPr>
          <a:xfrm>
            <a:off x="863138" y="3225793"/>
            <a:ext cx="1673100" cy="358800"/>
          </a:xfrm>
          <a:prstGeom prst="rect">
            <a:avLst/>
          </a:prstGeom>
        </p:spPr>
        <p:txBody>
          <a:bodyPr spcFirstLastPara="1" wrap="square" lIns="91425" tIns="91425" rIns="91425" bIns="91425" anchor="t" anchorCtr="0">
            <a:noAutofit/>
          </a:bodyPr>
          <a:lstStyle/>
          <a:p>
            <a:pPr marL="0" lvl="0" indent="0" algn="r" rtl="0">
              <a:lnSpc>
                <a:spcPct val="100000"/>
              </a:lnSpc>
              <a:spcBef>
                <a:spcPts val="0"/>
              </a:spcBef>
              <a:spcAft>
                <a:spcPts val="0"/>
              </a:spcAft>
              <a:buNone/>
            </a:pPr>
            <a:r>
              <a:rPr lang="en"/>
              <a:t>April - June</a:t>
            </a:r>
            <a:endParaRPr/>
          </a:p>
        </p:txBody>
      </p:sp>
      <p:sp>
        <p:nvSpPr>
          <p:cNvPr id="324" name="Google Shape;324;p38"/>
          <p:cNvSpPr txBox="1">
            <a:spLocks noGrp="1"/>
          </p:cNvSpPr>
          <p:nvPr>
            <p:ph type="title" idx="4294967295"/>
          </p:nvPr>
        </p:nvSpPr>
        <p:spPr>
          <a:xfrm>
            <a:off x="863138" y="1789500"/>
            <a:ext cx="1673100" cy="358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2400"/>
              <a:t>Q1</a:t>
            </a:r>
            <a:endParaRPr sz="2400"/>
          </a:p>
        </p:txBody>
      </p:sp>
      <p:sp>
        <p:nvSpPr>
          <p:cNvPr id="325" name="Google Shape;325;p38"/>
          <p:cNvSpPr txBox="1">
            <a:spLocks noGrp="1"/>
          </p:cNvSpPr>
          <p:nvPr>
            <p:ph type="subTitle" idx="4294967295"/>
          </p:nvPr>
        </p:nvSpPr>
        <p:spPr>
          <a:xfrm>
            <a:off x="863138" y="2090464"/>
            <a:ext cx="1673100" cy="358800"/>
          </a:xfrm>
          <a:prstGeom prst="rect">
            <a:avLst/>
          </a:prstGeom>
        </p:spPr>
        <p:txBody>
          <a:bodyPr spcFirstLastPara="1" wrap="square" lIns="91425" tIns="91425" rIns="91425" bIns="91425" anchor="t" anchorCtr="0">
            <a:noAutofit/>
          </a:bodyPr>
          <a:lstStyle/>
          <a:p>
            <a:pPr marL="0" lvl="0" indent="0" algn="r" rtl="0">
              <a:lnSpc>
                <a:spcPct val="100000"/>
              </a:lnSpc>
              <a:spcBef>
                <a:spcPts val="0"/>
              </a:spcBef>
              <a:spcAft>
                <a:spcPts val="0"/>
              </a:spcAft>
              <a:buNone/>
            </a:pPr>
            <a:r>
              <a:rPr lang="en"/>
              <a:t>January - March</a:t>
            </a:r>
            <a:endParaRPr/>
          </a:p>
        </p:txBody>
      </p:sp>
      <p:sp>
        <p:nvSpPr>
          <p:cNvPr id="326" name="Google Shape;326;p38"/>
          <p:cNvSpPr txBox="1"/>
          <p:nvPr/>
        </p:nvSpPr>
        <p:spPr>
          <a:xfrm>
            <a:off x="981900" y="4214900"/>
            <a:ext cx="7180200" cy="358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Follow the link in the graph to modify its data and then paste the new one here. </a:t>
            </a:r>
            <a:r>
              <a:rPr lang="en" sz="1000" b="1" u="sng">
                <a:solidFill>
                  <a:schemeClr val="dk1"/>
                </a:solidFill>
                <a:latin typeface="Quicksand"/>
                <a:ea typeface="Quicksand"/>
                <a:cs typeface="Quicksand"/>
                <a:sym typeface="Quicksand"/>
                <a:hlinkClick r:id="rId5">
                  <a:extLst>
                    <a:ext uri="{A12FA001-AC4F-418D-AE19-62706E023703}">
                      <ahyp:hlinkClr xmlns:ahyp="http://schemas.microsoft.com/office/drawing/2018/hyperlinkcolor" val="tx"/>
                    </a:ext>
                  </a:extLst>
                </a:hlinkClick>
              </a:rPr>
              <a:t>For more info, click here</a:t>
            </a:r>
            <a:endParaRPr sz="1000" b="1">
              <a:solidFill>
                <a:schemeClr val="dk1"/>
              </a:solidFill>
              <a:latin typeface="Quicksand"/>
              <a:ea typeface="Quicksand"/>
              <a:cs typeface="Quicksand"/>
              <a:sym typeface="Quicksand"/>
            </a:endParaRPr>
          </a:p>
        </p:txBody>
      </p:sp>
      <p:cxnSp>
        <p:nvCxnSpPr>
          <p:cNvPr id="327" name="Google Shape;327;p38"/>
          <p:cNvCxnSpPr>
            <a:stCxn id="324" idx="3"/>
          </p:cNvCxnSpPr>
          <p:nvPr/>
        </p:nvCxnSpPr>
        <p:spPr>
          <a:xfrm>
            <a:off x="2536238" y="1968900"/>
            <a:ext cx="986100" cy="0"/>
          </a:xfrm>
          <a:prstGeom prst="straightConnector1">
            <a:avLst/>
          </a:prstGeom>
          <a:noFill/>
          <a:ln w="9525" cap="flat" cmpd="sng">
            <a:solidFill>
              <a:schemeClr val="dk2"/>
            </a:solidFill>
            <a:prstDash val="solid"/>
            <a:round/>
            <a:headEnd type="none" w="med" len="med"/>
            <a:tailEnd type="none" w="med" len="med"/>
          </a:ln>
        </p:spPr>
      </p:cxnSp>
      <p:cxnSp>
        <p:nvCxnSpPr>
          <p:cNvPr id="328" name="Google Shape;328;p38"/>
          <p:cNvCxnSpPr>
            <a:stCxn id="322" idx="3"/>
          </p:cNvCxnSpPr>
          <p:nvPr/>
        </p:nvCxnSpPr>
        <p:spPr>
          <a:xfrm>
            <a:off x="2536238" y="3104229"/>
            <a:ext cx="947100" cy="0"/>
          </a:xfrm>
          <a:prstGeom prst="straightConnector1">
            <a:avLst/>
          </a:prstGeom>
          <a:noFill/>
          <a:ln w="9525" cap="flat" cmpd="sng">
            <a:solidFill>
              <a:schemeClr val="dk2"/>
            </a:solidFill>
            <a:prstDash val="solid"/>
            <a:round/>
            <a:headEnd type="none" w="med" len="med"/>
            <a:tailEnd type="none" w="med" len="med"/>
          </a:ln>
        </p:spPr>
      </p:cxnSp>
      <p:cxnSp>
        <p:nvCxnSpPr>
          <p:cNvPr id="329" name="Google Shape;329;p38"/>
          <p:cNvCxnSpPr>
            <a:stCxn id="320" idx="1"/>
          </p:cNvCxnSpPr>
          <p:nvPr/>
        </p:nvCxnSpPr>
        <p:spPr>
          <a:xfrm rot="10800000">
            <a:off x="5624363" y="1968907"/>
            <a:ext cx="946200" cy="0"/>
          </a:xfrm>
          <a:prstGeom prst="straightConnector1">
            <a:avLst/>
          </a:prstGeom>
          <a:noFill/>
          <a:ln w="9525" cap="flat" cmpd="sng">
            <a:solidFill>
              <a:schemeClr val="dk2"/>
            </a:solidFill>
            <a:prstDash val="solid"/>
            <a:round/>
            <a:headEnd type="none" w="med" len="med"/>
            <a:tailEnd type="none" w="med" len="med"/>
          </a:ln>
        </p:spPr>
      </p:cxnSp>
      <p:cxnSp>
        <p:nvCxnSpPr>
          <p:cNvPr id="330" name="Google Shape;330;p38"/>
          <p:cNvCxnSpPr>
            <a:stCxn id="318" idx="1"/>
          </p:cNvCxnSpPr>
          <p:nvPr/>
        </p:nvCxnSpPr>
        <p:spPr>
          <a:xfrm rot="10800000">
            <a:off x="5663663" y="3104236"/>
            <a:ext cx="906900" cy="0"/>
          </a:xfrm>
          <a:prstGeom prst="straightConnector1">
            <a:avLst/>
          </a:prstGeom>
          <a:noFill/>
          <a:ln w="9525" cap="flat" cmpd="sng">
            <a:solidFill>
              <a:schemeClr val="dk2"/>
            </a:solidFill>
            <a:prstDash val="solid"/>
            <a:round/>
            <a:headEnd type="none" w="med" len="med"/>
            <a:tailEnd type="none" w="med" len="med"/>
          </a:ln>
        </p:spPr>
      </p:cxn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Shape 334"/>
        <p:cNvGrpSpPr/>
        <p:nvPr/>
      </p:nvGrpSpPr>
      <p:grpSpPr>
        <a:xfrm>
          <a:off x="0" y="0"/>
          <a:ext cx="0" cy="0"/>
          <a:chOff x="0" y="0"/>
          <a:chExt cx="0" cy="0"/>
        </a:xfrm>
      </p:grpSpPr>
      <p:sp>
        <p:nvSpPr>
          <p:cNvPr id="335" name="Google Shape;335;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Competition comparison</a:t>
            </a:r>
            <a:endParaRPr/>
          </a:p>
        </p:txBody>
      </p:sp>
      <p:graphicFrame>
        <p:nvGraphicFramePr>
          <p:cNvPr id="336" name="Google Shape;336;p39"/>
          <p:cNvGraphicFramePr/>
          <p:nvPr/>
        </p:nvGraphicFramePr>
        <p:xfrm>
          <a:off x="719963" y="1466410"/>
          <a:ext cx="3000000" cy="3000000"/>
        </p:xfrm>
        <a:graphic>
          <a:graphicData uri="http://schemas.openxmlformats.org/drawingml/2006/table">
            <a:tbl>
              <a:tblPr>
                <a:noFill/>
                <a:tableStyleId>{0EB3B5B1-AB33-488E-BF12-CDE879368F06}</a:tableStyleId>
              </a:tblPr>
              <a:tblGrid>
                <a:gridCol w="1285525">
                  <a:extLst>
                    <a:ext uri="{9D8B030D-6E8A-4147-A177-3AD203B41FA5}">
                      <a16:colId xmlns:a16="http://schemas.microsoft.com/office/drawing/2014/main" val="20000"/>
                    </a:ext>
                  </a:extLst>
                </a:gridCol>
                <a:gridCol w="1431550">
                  <a:extLst>
                    <a:ext uri="{9D8B030D-6E8A-4147-A177-3AD203B41FA5}">
                      <a16:colId xmlns:a16="http://schemas.microsoft.com/office/drawing/2014/main" val="20001"/>
                    </a:ext>
                  </a:extLst>
                </a:gridCol>
                <a:gridCol w="1196450">
                  <a:extLst>
                    <a:ext uri="{9D8B030D-6E8A-4147-A177-3AD203B41FA5}">
                      <a16:colId xmlns:a16="http://schemas.microsoft.com/office/drawing/2014/main" val="20002"/>
                    </a:ext>
                  </a:extLst>
                </a:gridCol>
                <a:gridCol w="1119700">
                  <a:extLst>
                    <a:ext uri="{9D8B030D-6E8A-4147-A177-3AD203B41FA5}">
                      <a16:colId xmlns:a16="http://schemas.microsoft.com/office/drawing/2014/main" val="20003"/>
                    </a:ext>
                  </a:extLst>
                </a:gridCol>
                <a:gridCol w="757200">
                  <a:extLst>
                    <a:ext uri="{9D8B030D-6E8A-4147-A177-3AD203B41FA5}">
                      <a16:colId xmlns:a16="http://schemas.microsoft.com/office/drawing/2014/main" val="20004"/>
                    </a:ext>
                  </a:extLst>
                </a:gridCol>
                <a:gridCol w="1089800">
                  <a:extLst>
                    <a:ext uri="{9D8B030D-6E8A-4147-A177-3AD203B41FA5}">
                      <a16:colId xmlns:a16="http://schemas.microsoft.com/office/drawing/2014/main" val="20005"/>
                    </a:ext>
                  </a:extLst>
                </a:gridCol>
                <a:gridCol w="823625">
                  <a:extLst>
                    <a:ext uri="{9D8B030D-6E8A-4147-A177-3AD203B41FA5}">
                      <a16:colId xmlns:a16="http://schemas.microsoft.com/office/drawing/2014/main" val="20006"/>
                    </a:ext>
                  </a:extLst>
                </a:gridCol>
              </a:tblGrid>
              <a:tr h="445450">
                <a:tc>
                  <a:txBody>
                    <a:bodyPr/>
                    <a:lstStyle/>
                    <a:p>
                      <a:pPr marL="0" lvl="0" indent="0" algn="l" rtl="0">
                        <a:spcBef>
                          <a:spcPts val="0"/>
                        </a:spcBef>
                        <a:spcAft>
                          <a:spcPts val="0"/>
                        </a:spcAft>
                        <a:buNone/>
                      </a:pPr>
                      <a:endParaRPr sz="1800">
                        <a:solidFill>
                          <a:srgbClr val="4E48AB"/>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Features</a:t>
                      </a:r>
                      <a:endParaRPr sz="12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Value</a:t>
                      </a:r>
                      <a:endParaRPr sz="12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Quicksand"/>
                          <a:ea typeface="Quicksand"/>
                          <a:cs typeface="Quicksand"/>
                          <a:sym typeface="Quicksand"/>
                        </a:rPr>
                        <a:t>Pricing</a:t>
                      </a:r>
                      <a:endParaRPr sz="12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Trial</a:t>
                      </a:r>
                      <a:endParaRPr sz="12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Competence</a:t>
                      </a:r>
                      <a:endParaRPr sz="12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Share</a:t>
                      </a:r>
                      <a:endParaRPr sz="12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0"/>
                  </a:ext>
                </a:extLst>
              </a:tr>
              <a:tr h="329075">
                <a:tc>
                  <a:txBody>
                    <a:bodyPr/>
                    <a:lstStyle/>
                    <a:p>
                      <a:pPr marL="0" lvl="0" indent="0" algn="ctr" rtl="0">
                        <a:spcBef>
                          <a:spcPts val="0"/>
                        </a:spcBef>
                        <a:spcAft>
                          <a:spcPts val="0"/>
                        </a:spcAft>
                        <a:buNone/>
                      </a:pPr>
                      <a:r>
                        <a:rPr lang="en" sz="1100" b="1">
                          <a:solidFill>
                            <a:schemeClr val="dk1"/>
                          </a:solidFill>
                          <a:latin typeface="Quicksand"/>
                          <a:ea typeface="Quicksand"/>
                          <a:cs typeface="Quicksand"/>
                          <a:sym typeface="Quicksand"/>
                        </a:rPr>
                        <a:t>Company A</a:t>
                      </a:r>
                      <a:endParaRPr sz="11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Fuel economy</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Special offers</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$23,000</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No</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Low</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8%</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extLst>
                  <a:ext uri="{0D108BD9-81ED-4DB2-BD59-A6C34878D82A}">
                    <a16:rowId xmlns:a16="http://schemas.microsoft.com/office/drawing/2014/main" val="10001"/>
                  </a:ext>
                </a:extLst>
              </a:tr>
              <a:tr h="329075">
                <a:tc>
                  <a:txBody>
                    <a:bodyPr/>
                    <a:lstStyle/>
                    <a:p>
                      <a:pPr marL="0" lvl="0" indent="0" algn="ctr" rtl="0">
                        <a:spcBef>
                          <a:spcPts val="0"/>
                        </a:spcBef>
                        <a:spcAft>
                          <a:spcPts val="0"/>
                        </a:spcAft>
                        <a:buNone/>
                      </a:pPr>
                      <a:r>
                        <a:rPr lang="en" sz="1100" b="1">
                          <a:solidFill>
                            <a:schemeClr val="dk1"/>
                          </a:solidFill>
                          <a:latin typeface="Quicksand"/>
                          <a:ea typeface="Quicksand"/>
                          <a:cs typeface="Quicksand"/>
                          <a:sym typeface="Quicksand"/>
                        </a:rPr>
                        <a:t>Company B</a:t>
                      </a:r>
                      <a:endParaRPr sz="11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Design</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Reliability</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$27,000</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No</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Low</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5%</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extLst>
                  <a:ext uri="{0D108BD9-81ED-4DB2-BD59-A6C34878D82A}">
                    <a16:rowId xmlns:a16="http://schemas.microsoft.com/office/drawing/2014/main" val="10002"/>
                  </a:ext>
                </a:extLst>
              </a:tr>
              <a:tr h="329075">
                <a:tc>
                  <a:txBody>
                    <a:bodyPr/>
                    <a:lstStyle/>
                    <a:p>
                      <a:pPr marL="0" lvl="0" indent="0" algn="ctr" rtl="0">
                        <a:spcBef>
                          <a:spcPts val="0"/>
                        </a:spcBef>
                        <a:spcAft>
                          <a:spcPts val="0"/>
                        </a:spcAft>
                        <a:buNone/>
                      </a:pPr>
                      <a:r>
                        <a:rPr lang="en" sz="1100" b="1">
                          <a:solidFill>
                            <a:schemeClr val="dk1"/>
                          </a:solidFill>
                          <a:latin typeface="Quicksand"/>
                          <a:ea typeface="Quicksand"/>
                          <a:cs typeface="Quicksand"/>
                          <a:sym typeface="Quicksand"/>
                        </a:rPr>
                        <a:t>Company C</a:t>
                      </a:r>
                      <a:endParaRPr sz="11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Performance</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Repairs</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$30,000</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Yes</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High</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20%</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extLst>
                  <a:ext uri="{0D108BD9-81ED-4DB2-BD59-A6C34878D82A}">
                    <a16:rowId xmlns:a16="http://schemas.microsoft.com/office/drawing/2014/main" val="10003"/>
                  </a:ext>
                </a:extLst>
              </a:tr>
              <a:tr h="329075">
                <a:tc>
                  <a:txBody>
                    <a:bodyPr/>
                    <a:lstStyle/>
                    <a:p>
                      <a:pPr marL="0" lvl="0" indent="0" algn="ctr" rtl="0">
                        <a:spcBef>
                          <a:spcPts val="0"/>
                        </a:spcBef>
                        <a:spcAft>
                          <a:spcPts val="0"/>
                        </a:spcAft>
                        <a:buNone/>
                      </a:pPr>
                      <a:r>
                        <a:rPr lang="en" sz="1100" b="1">
                          <a:solidFill>
                            <a:schemeClr val="dk1"/>
                          </a:solidFill>
                          <a:latin typeface="Quicksand"/>
                          <a:ea typeface="Quicksand"/>
                          <a:cs typeface="Quicksand"/>
                          <a:sym typeface="Quicksand"/>
                        </a:rPr>
                        <a:t>Company D</a:t>
                      </a:r>
                      <a:endParaRPr sz="11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Safety features</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Marketing</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$24,000</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No</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High</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22%</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extLst>
                  <a:ext uri="{0D108BD9-81ED-4DB2-BD59-A6C34878D82A}">
                    <a16:rowId xmlns:a16="http://schemas.microsoft.com/office/drawing/2014/main" val="10004"/>
                  </a:ext>
                </a:extLst>
              </a:tr>
              <a:tr h="329075">
                <a:tc>
                  <a:txBody>
                    <a:bodyPr/>
                    <a:lstStyle/>
                    <a:p>
                      <a:pPr marL="0" lvl="0" indent="0" algn="ctr" rtl="0">
                        <a:spcBef>
                          <a:spcPts val="0"/>
                        </a:spcBef>
                        <a:spcAft>
                          <a:spcPts val="0"/>
                        </a:spcAft>
                        <a:buNone/>
                      </a:pPr>
                      <a:r>
                        <a:rPr lang="en" sz="1100" b="1">
                          <a:solidFill>
                            <a:schemeClr val="dk1"/>
                          </a:solidFill>
                          <a:latin typeface="Quicksand"/>
                          <a:ea typeface="Quicksand"/>
                          <a:cs typeface="Quicksand"/>
                          <a:sym typeface="Quicksand"/>
                        </a:rPr>
                        <a:t>Company E</a:t>
                      </a:r>
                      <a:endParaRPr sz="11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Technology</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Customers</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$32,000</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Yes</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Low</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10%</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extLst>
                  <a:ext uri="{0D108BD9-81ED-4DB2-BD59-A6C34878D82A}">
                    <a16:rowId xmlns:a16="http://schemas.microsoft.com/office/drawing/2014/main" val="10005"/>
                  </a:ext>
                </a:extLst>
              </a:tr>
              <a:tr h="329075">
                <a:tc>
                  <a:txBody>
                    <a:bodyPr/>
                    <a:lstStyle/>
                    <a:p>
                      <a:pPr marL="0" lvl="0" indent="0" algn="ctr" rtl="0">
                        <a:spcBef>
                          <a:spcPts val="0"/>
                        </a:spcBef>
                        <a:spcAft>
                          <a:spcPts val="0"/>
                        </a:spcAft>
                        <a:buNone/>
                      </a:pPr>
                      <a:r>
                        <a:rPr lang="en" sz="1100" b="1">
                          <a:solidFill>
                            <a:schemeClr val="dk1"/>
                          </a:solidFill>
                          <a:latin typeface="Quicksand"/>
                          <a:ea typeface="Quicksand"/>
                          <a:cs typeface="Quicksand"/>
                          <a:sym typeface="Quicksand"/>
                        </a:rPr>
                        <a:t>Company F</a:t>
                      </a:r>
                      <a:endParaRPr sz="11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Comfort</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Best prices</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$15,000</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Yes</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High</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30%</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extLst>
                  <a:ext uri="{0D108BD9-81ED-4DB2-BD59-A6C34878D82A}">
                    <a16:rowId xmlns:a16="http://schemas.microsoft.com/office/drawing/2014/main" val="10006"/>
                  </a:ext>
                </a:extLst>
              </a:tr>
              <a:tr h="329075">
                <a:tc>
                  <a:txBody>
                    <a:bodyPr/>
                    <a:lstStyle/>
                    <a:p>
                      <a:pPr marL="0" lvl="0" indent="0" algn="ctr" rtl="0">
                        <a:spcBef>
                          <a:spcPts val="0"/>
                        </a:spcBef>
                        <a:spcAft>
                          <a:spcPts val="0"/>
                        </a:spcAft>
                        <a:buNone/>
                      </a:pPr>
                      <a:r>
                        <a:rPr lang="en" sz="1100" b="1">
                          <a:solidFill>
                            <a:schemeClr val="dk1"/>
                          </a:solidFill>
                          <a:latin typeface="Quicksand"/>
                          <a:ea typeface="Quicksand"/>
                          <a:cs typeface="Quicksand"/>
                          <a:sym typeface="Quicksand"/>
                        </a:rPr>
                        <a:t>Company G</a:t>
                      </a:r>
                      <a:endParaRPr sz="11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Customization</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Brand name</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$45,000</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No</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Low</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5%</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Shape 340"/>
        <p:cNvGrpSpPr/>
        <p:nvPr/>
      </p:nvGrpSpPr>
      <p:grpSpPr>
        <a:xfrm>
          <a:off x="0" y="0"/>
          <a:ext cx="0" cy="0"/>
          <a:chOff x="0" y="0"/>
          <a:chExt cx="0" cy="0"/>
        </a:xfrm>
      </p:grpSpPr>
      <p:sp>
        <p:nvSpPr>
          <p:cNvPr id="341" name="Google Shape;341;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Product infographic</a:t>
            </a:r>
            <a:endParaRPr/>
          </a:p>
        </p:txBody>
      </p:sp>
      <p:sp>
        <p:nvSpPr>
          <p:cNvPr id="342" name="Google Shape;342;p40"/>
          <p:cNvSpPr txBox="1"/>
          <p:nvPr/>
        </p:nvSpPr>
        <p:spPr>
          <a:xfrm>
            <a:off x="1557510" y="1476886"/>
            <a:ext cx="1828800" cy="4572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a:solidFill>
                  <a:schemeClr val="dk1"/>
                </a:solidFill>
                <a:latin typeface="Quicksand SemiBold"/>
                <a:ea typeface="Quicksand SemiBold"/>
                <a:cs typeface="Quicksand SemiBold"/>
                <a:sym typeface="Quicksand SemiBold"/>
              </a:rPr>
              <a:t>Visuals</a:t>
            </a:r>
            <a:endParaRPr sz="1800">
              <a:solidFill>
                <a:schemeClr val="dk1"/>
              </a:solidFill>
              <a:latin typeface="Quicksand SemiBold"/>
              <a:ea typeface="Quicksand SemiBold"/>
              <a:cs typeface="Quicksand SemiBold"/>
              <a:sym typeface="Quicksand SemiBold"/>
            </a:endParaRPr>
          </a:p>
        </p:txBody>
      </p:sp>
      <p:sp>
        <p:nvSpPr>
          <p:cNvPr id="343" name="Google Shape;343;p40"/>
          <p:cNvSpPr txBox="1"/>
          <p:nvPr/>
        </p:nvSpPr>
        <p:spPr>
          <a:xfrm>
            <a:off x="1557510" y="2542138"/>
            <a:ext cx="1828800" cy="4572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a:solidFill>
                  <a:schemeClr val="dk1"/>
                </a:solidFill>
                <a:latin typeface="Quicksand SemiBold"/>
                <a:ea typeface="Quicksand SemiBold"/>
                <a:cs typeface="Quicksand SemiBold"/>
                <a:sym typeface="Quicksand SemiBold"/>
              </a:rPr>
              <a:t>Price</a:t>
            </a:r>
            <a:endParaRPr sz="1800">
              <a:solidFill>
                <a:schemeClr val="dk1"/>
              </a:solidFill>
              <a:latin typeface="Quicksand SemiBold"/>
              <a:ea typeface="Quicksand SemiBold"/>
              <a:cs typeface="Quicksand SemiBold"/>
              <a:sym typeface="Quicksand SemiBold"/>
            </a:endParaRPr>
          </a:p>
        </p:txBody>
      </p:sp>
      <p:sp>
        <p:nvSpPr>
          <p:cNvPr id="344" name="Google Shape;344;p40"/>
          <p:cNvSpPr txBox="1"/>
          <p:nvPr/>
        </p:nvSpPr>
        <p:spPr>
          <a:xfrm>
            <a:off x="1557510" y="3607463"/>
            <a:ext cx="1828800" cy="4572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800">
                <a:solidFill>
                  <a:schemeClr val="dk1"/>
                </a:solidFill>
                <a:latin typeface="Quicksand SemiBold"/>
                <a:ea typeface="Quicksand SemiBold"/>
                <a:cs typeface="Quicksand SemiBold"/>
                <a:sym typeface="Quicksand SemiBold"/>
              </a:rPr>
              <a:t>Availability</a:t>
            </a:r>
            <a:endParaRPr sz="1800">
              <a:solidFill>
                <a:schemeClr val="dk1"/>
              </a:solidFill>
              <a:latin typeface="Quicksand SemiBold"/>
              <a:ea typeface="Quicksand SemiBold"/>
              <a:cs typeface="Quicksand SemiBold"/>
              <a:sym typeface="Quicksand SemiBold"/>
            </a:endParaRPr>
          </a:p>
        </p:txBody>
      </p:sp>
      <p:sp>
        <p:nvSpPr>
          <p:cNvPr id="345" name="Google Shape;345;p40"/>
          <p:cNvSpPr txBox="1"/>
          <p:nvPr/>
        </p:nvSpPr>
        <p:spPr>
          <a:xfrm>
            <a:off x="5757689" y="1476886"/>
            <a:ext cx="1828800" cy="457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dk1"/>
                </a:solidFill>
                <a:latin typeface="Quicksand SemiBold"/>
                <a:ea typeface="Quicksand SemiBold"/>
                <a:cs typeface="Quicksand SemiBold"/>
                <a:sym typeface="Quicksand SemiBold"/>
              </a:rPr>
              <a:t>Features</a:t>
            </a:r>
            <a:endParaRPr sz="1800">
              <a:solidFill>
                <a:schemeClr val="dk1"/>
              </a:solidFill>
              <a:latin typeface="Quicksand SemiBold"/>
              <a:ea typeface="Quicksand SemiBold"/>
              <a:cs typeface="Quicksand SemiBold"/>
              <a:sym typeface="Quicksand SemiBold"/>
            </a:endParaRPr>
          </a:p>
        </p:txBody>
      </p:sp>
      <p:sp>
        <p:nvSpPr>
          <p:cNvPr id="346" name="Google Shape;346;p40"/>
          <p:cNvSpPr txBox="1"/>
          <p:nvPr/>
        </p:nvSpPr>
        <p:spPr>
          <a:xfrm>
            <a:off x="5757689" y="2542138"/>
            <a:ext cx="1828800" cy="457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dk1"/>
                </a:solidFill>
                <a:latin typeface="Quicksand SemiBold"/>
                <a:ea typeface="Quicksand SemiBold"/>
                <a:cs typeface="Quicksand SemiBold"/>
                <a:sym typeface="Quicksand SemiBold"/>
              </a:rPr>
              <a:t>Users</a:t>
            </a:r>
            <a:endParaRPr sz="1800">
              <a:solidFill>
                <a:schemeClr val="dk1"/>
              </a:solidFill>
              <a:latin typeface="Quicksand SemiBold"/>
              <a:ea typeface="Quicksand SemiBold"/>
              <a:cs typeface="Quicksand SemiBold"/>
              <a:sym typeface="Quicksand SemiBold"/>
            </a:endParaRPr>
          </a:p>
        </p:txBody>
      </p:sp>
      <p:sp>
        <p:nvSpPr>
          <p:cNvPr id="347" name="Google Shape;347;p40"/>
          <p:cNvSpPr txBox="1"/>
          <p:nvPr/>
        </p:nvSpPr>
        <p:spPr>
          <a:xfrm>
            <a:off x="5757689" y="3607463"/>
            <a:ext cx="1828800" cy="457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800">
                <a:solidFill>
                  <a:schemeClr val="dk1"/>
                </a:solidFill>
                <a:latin typeface="Quicksand SemiBold"/>
                <a:ea typeface="Quicksand SemiBold"/>
                <a:cs typeface="Quicksand SemiBold"/>
                <a:sym typeface="Quicksand SemiBold"/>
              </a:rPr>
              <a:t>Updates</a:t>
            </a:r>
            <a:endParaRPr sz="1800">
              <a:solidFill>
                <a:schemeClr val="dk1"/>
              </a:solidFill>
              <a:latin typeface="Quicksand SemiBold"/>
              <a:ea typeface="Quicksand SemiBold"/>
              <a:cs typeface="Quicksand SemiBold"/>
              <a:sym typeface="Quicksand SemiBold"/>
            </a:endParaRPr>
          </a:p>
        </p:txBody>
      </p:sp>
      <p:sp>
        <p:nvSpPr>
          <p:cNvPr id="348" name="Google Shape;348;p40"/>
          <p:cNvSpPr txBox="1"/>
          <p:nvPr/>
        </p:nvSpPr>
        <p:spPr>
          <a:xfrm>
            <a:off x="1557510" y="1827599"/>
            <a:ext cx="1828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Quicksand Medium"/>
                <a:ea typeface="Quicksand Medium"/>
                <a:cs typeface="Quicksand Medium"/>
                <a:sym typeface="Quicksand Medium"/>
              </a:rPr>
              <a:t>Showcase the design of your product</a:t>
            </a:r>
            <a:endParaRPr sz="1200">
              <a:solidFill>
                <a:schemeClr val="dk1"/>
              </a:solidFill>
              <a:latin typeface="Quicksand Medium"/>
              <a:ea typeface="Quicksand Medium"/>
              <a:cs typeface="Quicksand Medium"/>
              <a:sym typeface="Quicksand Medium"/>
            </a:endParaRPr>
          </a:p>
        </p:txBody>
      </p:sp>
      <p:sp>
        <p:nvSpPr>
          <p:cNvPr id="349" name="Google Shape;349;p40"/>
          <p:cNvSpPr txBox="1"/>
          <p:nvPr/>
        </p:nvSpPr>
        <p:spPr>
          <a:xfrm>
            <a:off x="1557510" y="2892921"/>
            <a:ext cx="1828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Quicksand Medium"/>
                <a:ea typeface="Quicksand Medium"/>
                <a:cs typeface="Quicksand Medium"/>
                <a:sym typeface="Quicksand Medium"/>
              </a:rPr>
              <a:t>Share the cost and price with investors</a:t>
            </a:r>
            <a:endParaRPr sz="1200">
              <a:solidFill>
                <a:schemeClr val="dk1"/>
              </a:solidFill>
              <a:latin typeface="Quicksand Medium"/>
              <a:ea typeface="Quicksand Medium"/>
              <a:cs typeface="Quicksand Medium"/>
              <a:sym typeface="Quicksand Medium"/>
            </a:endParaRPr>
          </a:p>
        </p:txBody>
      </p:sp>
      <p:sp>
        <p:nvSpPr>
          <p:cNvPr id="350" name="Google Shape;350;p40"/>
          <p:cNvSpPr txBox="1"/>
          <p:nvPr/>
        </p:nvSpPr>
        <p:spPr>
          <a:xfrm>
            <a:off x="1557510" y="3958246"/>
            <a:ext cx="1828800" cy="419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Quicksand Medium"/>
                <a:ea typeface="Quicksand Medium"/>
                <a:cs typeface="Quicksand Medium"/>
                <a:sym typeface="Quicksand Medium"/>
              </a:rPr>
              <a:t>When is the product expected to be ready?</a:t>
            </a:r>
            <a:endParaRPr sz="1200">
              <a:solidFill>
                <a:schemeClr val="dk1"/>
              </a:solidFill>
              <a:latin typeface="Quicksand Medium"/>
              <a:ea typeface="Quicksand Medium"/>
              <a:cs typeface="Quicksand Medium"/>
              <a:sym typeface="Quicksand Medium"/>
            </a:endParaRPr>
          </a:p>
        </p:txBody>
      </p:sp>
      <p:sp>
        <p:nvSpPr>
          <p:cNvPr id="351" name="Google Shape;351;p40"/>
          <p:cNvSpPr txBox="1"/>
          <p:nvPr/>
        </p:nvSpPr>
        <p:spPr>
          <a:xfrm>
            <a:off x="5757690" y="1827599"/>
            <a:ext cx="1828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Quicksand Medium"/>
                <a:ea typeface="Quicksand Medium"/>
                <a:cs typeface="Quicksand Medium"/>
                <a:sym typeface="Quicksand Medium"/>
              </a:rPr>
              <a:t>What makes you product unique?</a:t>
            </a:r>
            <a:endParaRPr sz="1200">
              <a:solidFill>
                <a:schemeClr val="dk1"/>
              </a:solidFill>
              <a:latin typeface="Quicksand Medium"/>
              <a:ea typeface="Quicksand Medium"/>
              <a:cs typeface="Quicksand Medium"/>
              <a:sym typeface="Quicksand Medium"/>
            </a:endParaRPr>
          </a:p>
        </p:txBody>
      </p:sp>
      <p:sp>
        <p:nvSpPr>
          <p:cNvPr id="352" name="Google Shape;352;p40"/>
          <p:cNvSpPr txBox="1"/>
          <p:nvPr/>
        </p:nvSpPr>
        <p:spPr>
          <a:xfrm>
            <a:off x="5757690" y="2892921"/>
            <a:ext cx="1828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Quicksand Medium"/>
                <a:ea typeface="Quicksand Medium"/>
                <a:cs typeface="Quicksand Medium"/>
                <a:sym typeface="Quicksand Medium"/>
              </a:rPr>
              <a:t>Speak about the target audience</a:t>
            </a:r>
            <a:endParaRPr sz="1200">
              <a:solidFill>
                <a:schemeClr val="dk1"/>
              </a:solidFill>
              <a:latin typeface="Quicksand Medium"/>
              <a:ea typeface="Quicksand Medium"/>
              <a:cs typeface="Quicksand Medium"/>
              <a:sym typeface="Quicksand Medium"/>
            </a:endParaRPr>
          </a:p>
        </p:txBody>
      </p:sp>
      <p:sp>
        <p:nvSpPr>
          <p:cNvPr id="353" name="Google Shape;353;p40"/>
          <p:cNvSpPr txBox="1"/>
          <p:nvPr/>
        </p:nvSpPr>
        <p:spPr>
          <a:xfrm>
            <a:off x="5757690" y="3958246"/>
            <a:ext cx="1828800" cy="419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Quicksand Medium"/>
                <a:ea typeface="Quicksand Medium"/>
                <a:cs typeface="Quicksand Medium"/>
                <a:sym typeface="Quicksand Medium"/>
              </a:rPr>
              <a:t>Do you plan on updating it?</a:t>
            </a:r>
            <a:endParaRPr sz="1200">
              <a:solidFill>
                <a:schemeClr val="dk1"/>
              </a:solidFill>
              <a:latin typeface="Quicksand Medium"/>
              <a:ea typeface="Quicksand Medium"/>
              <a:cs typeface="Quicksand Medium"/>
              <a:sym typeface="Quicksand Medium"/>
            </a:endParaRPr>
          </a:p>
        </p:txBody>
      </p:sp>
      <p:sp>
        <p:nvSpPr>
          <p:cNvPr id="354" name="Google Shape;354;p40"/>
          <p:cNvSpPr/>
          <p:nvPr/>
        </p:nvSpPr>
        <p:spPr>
          <a:xfrm>
            <a:off x="3868216" y="1435268"/>
            <a:ext cx="1407579" cy="2685758"/>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 name="Google Shape;355;p40"/>
          <p:cNvGrpSpPr/>
          <p:nvPr/>
        </p:nvGrpSpPr>
        <p:grpSpPr>
          <a:xfrm>
            <a:off x="3796173" y="1280902"/>
            <a:ext cx="1551654" cy="3149588"/>
            <a:chOff x="5186401" y="494525"/>
            <a:chExt cx="1834973" cy="3724678"/>
          </a:xfrm>
        </p:grpSpPr>
        <p:sp>
          <p:nvSpPr>
            <p:cNvPr id="356" name="Google Shape;356;p40"/>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0"/>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58" name="Google Shape;358;p40"/>
          <p:cNvPicPr preferRelativeResize="0"/>
          <p:nvPr/>
        </p:nvPicPr>
        <p:blipFill rotWithShape="1">
          <a:blip r:embed="rId3">
            <a:alphaModFix/>
          </a:blip>
          <a:srcRect l="40044" r="30475"/>
          <a:stretch/>
        </p:blipFill>
        <p:spPr>
          <a:xfrm>
            <a:off x="3868295" y="1435271"/>
            <a:ext cx="1407612" cy="2685913"/>
          </a:xfrm>
          <a:prstGeom prst="rect">
            <a:avLst/>
          </a:prstGeom>
          <a:noFill/>
          <a:ln w="9525" cap="flat" cmpd="sng">
            <a:solidFill>
              <a:schemeClr val="dk2"/>
            </a:solidFill>
            <a:prstDash val="solid"/>
            <a:round/>
            <a:headEnd type="none" w="sm" len="sm"/>
            <a:tailEnd type="none" w="sm" len="sm"/>
          </a:ln>
        </p:spPr>
      </p:pic>
      <p:cxnSp>
        <p:nvCxnSpPr>
          <p:cNvPr id="359" name="Google Shape;359;p40"/>
          <p:cNvCxnSpPr/>
          <p:nvPr/>
        </p:nvCxnSpPr>
        <p:spPr>
          <a:xfrm>
            <a:off x="3386302" y="1705475"/>
            <a:ext cx="368700" cy="0"/>
          </a:xfrm>
          <a:prstGeom prst="straightConnector1">
            <a:avLst/>
          </a:prstGeom>
          <a:noFill/>
          <a:ln w="9525" cap="flat" cmpd="sng">
            <a:solidFill>
              <a:schemeClr val="dk2"/>
            </a:solidFill>
            <a:prstDash val="solid"/>
            <a:round/>
            <a:headEnd type="none" w="med" len="med"/>
            <a:tailEnd type="none" w="med" len="med"/>
          </a:ln>
        </p:spPr>
      </p:cxnSp>
      <p:cxnSp>
        <p:nvCxnSpPr>
          <p:cNvPr id="360" name="Google Shape;360;p40"/>
          <p:cNvCxnSpPr/>
          <p:nvPr/>
        </p:nvCxnSpPr>
        <p:spPr>
          <a:xfrm>
            <a:off x="3386302" y="2770738"/>
            <a:ext cx="368700" cy="0"/>
          </a:xfrm>
          <a:prstGeom prst="straightConnector1">
            <a:avLst/>
          </a:prstGeom>
          <a:noFill/>
          <a:ln w="9525" cap="flat" cmpd="sng">
            <a:solidFill>
              <a:schemeClr val="dk2"/>
            </a:solidFill>
            <a:prstDash val="solid"/>
            <a:round/>
            <a:headEnd type="none" w="med" len="med"/>
            <a:tailEnd type="none" w="med" len="med"/>
          </a:ln>
        </p:spPr>
      </p:cxnSp>
      <p:cxnSp>
        <p:nvCxnSpPr>
          <p:cNvPr id="361" name="Google Shape;361;p40"/>
          <p:cNvCxnSpPr/>
          <p:nvPr/>
        </p:nvCxnSpPr>
        <p:spPr>
          <a:xfrm>
            <a:off x="3386302" y="3836075"/>
            <a:ext cx="365400" cy="0"/>
          </a:xfrm>
          <a:prstGeom prst="straightConnector1">
            <a:avLst/>
          </a:prstGeom>
          <a:noFill/>
          <a:ln w="9525" cap="flat" cmpd="sng">
            <a:solidFill>
              <a:schemeClr val="dk2"/>
            </a:solidFill>
            <a:prstDash val="solid"/>
            <a:round/>
            <a:headEnd type="none" w="med" len="med"/>
            <a:tailEnd type="none" w="med" len="med"/>
          </a:ln>
        </p:spPr>
      </p:cxnSp>
      <p:cxnSp>
        <p:nvCxnSpPr>
          <p:cNvPr id="362" name="Google Shape;362;p40"/>
          <p:cNvCxnSpPr>
            <a:stCxn id="345" idx="1"/>
          </p:cNvCxnSpPr>
          <p:nvPr/>
        </p:nvCxnSpPr>
        <p:spPr>
          <a:xfrm rot="10800000">
            <a:off x="5388989" y="1705486"/>
            <a:ext cx="368700" cy="0"/>
          </a:xfrm>
          <a:prstGeom prst="straightConnector1">
            <a:avLst/>
          </a:prstGeom>
          <a:noFill/>
          <a:ln w="9525" cap="flat" cmpd="sng">
            <a:solidFill>
              <a:schemeClr val="dk2"/>
            </a:solidFill>
            <a:prstDash val="solid"/>
            <a:round/>
            <a:headEnd type="none" w="med" len="med"/>
            <a:tailEnd type="none" w="med" len="med"/>
          </a:ln>
        </p:spPr>
      </p:cxnSp>
      <p:cxnSp>
        <p:nvCxnSpPr>
          <p:cNvPr id="363" name="Google Shape;363;p40"/>
          <p:cNvCxnSpPr>
            <a:stCxn id="346" idx="1"/>
          </p:cNvCxnSpPr>
          <p:nvPr/>
        </p:nvCxnSpPr>
        <p:spPr>
          <a:xfrm rot="10800000">
            <a:off x="5391689" y="2770738"/>
            <a:ext cx="366000" cy="0"/>
          </a:xfrm>
          <a:prstGeom prst="straightConnector1">
            <a:avLst/>
          </a:prstGeom>
          <a:noFill/>
          <a:ln w="9525" cap="flat" cmpd="sng">
            <a:solidFill>
              <a:schemeClr val="dk2"/>
            </a:solidFill>
            <a:prstDash val="solid"/>
            <a:round/>
            <a:headEnd type="none" w="med" len="med"/>
            <a:tailEnd type="none" w="med" len="med"/>
          </a:ln>
        </p:spPr>
      </p:cxnSp>
      <p:cxnSp>
        <p:nvCxnSpPr>
          <p:cNvPr id="364" name="Google Shape;364;p40"/>
          <p:cNvCxnSpPr>
            <a:stCxn id="347" idx="1"/>
          </p:cNvCxnSpPr>
          <p:nvPr/>
        </p:nvCxnSpPr>
        <p:spPr>
          <a:xfrm rot="10800000">
            <a:off x="5389289" y="3836063"/>
            <a:ext cx="368400" cy="0"/>
          </a:xfrm>
          <a:prstGeom prst="straightConnector1">
            <a:avLst/>
          </a:prstGeom>
          <a:noFill/>
          <a:ln w="9525" cap="flat" cmpd="sng">
            <a:solidFill>
              <a:schemeClr val="dk2"/>
            </a:solidFill>
            <a:prstDash val="solid"/>
            <a:round/>
            <a:headEnd type="none" w="med" len="med"/>
            <a:tailEnd type="none" w="med" len="med"/>
          </a:ln>
        </p:spPr>
      </p:cxn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0">
  <p:cSld>
    <p:spTree>
      <p:nvGrpSpPr>
        <p:cNvPr id="1" name="Shape 368"/>
        <p:cNvGrpSpPr/>
        <p:nvPr/>
      </p:nvGrpSpPr>
      <p:grpSpPr>
        <a:xfrm>
          <a:off x="0" y="0"/>
          <a:ext cx="0" cy="0"/>
          <a:chOff x="0" y="0"/>
          <a:chExt cx="0" cy="0"/>
        </a:xfrm>
      </p:grpSpPr>
      <p:sp>
        <p:nvSpPr>
          <p:cNvPr id="369" name="Google Shape;369;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Timeline of your presentation</a:t>
            </a:r>
            <a:endParaRPr/>
          </a:p>
        </p:txBody>
      </p:sp>
      <p:sp>
        <p:nvSpPr>
          <p:cNvPr id="370" name="Google Shape;370;p41"/>
          <p:cNvSpPr txBox="1"/>
          <p:nvPr/>
        </p:nvSpPr>
        <p:spPr>
          <a:xfrm flipH="1">
            <a:off x="696625" y="20149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Provide a brief </a:t>
            </a:r>
            <a:r>
              <a:rPr lang="en" sz="1200" b="1">
                <a:solidFill>
                  <a:schemeClr val="dk1"/>
                </a:solidFill>
                <a:latin typeface="Quicksand"/>
                <a:ea typeface="Quicksand"/>
                <a:cs typeface="Quicksand"/>
                <a:sym typeface="Quicksand"/>
              </a:rPr>
              <a:t>overview</a:t>
            </a:r>
            <a:r>
              <a:rPr lang="en" sz="1200">
                <a:solidFill>
                  <a:schemeClr val="dk1"/>
                </a:solidFill>
                <a:latin typeface="Quicksand Medium"/>
                <a:ea typeface="Quicksand Medium"/>
                <a:cs typeface="Quicksand Medium"/>
                <a:sym typeface="Quicksand Medium"/>
              </a:rPr>
              <a:t> of the pitch deck's content</a:t>
            </a:r>
            <a:endParaRPr sz="1200">
              <a:solidFill>
                <a:schemeClr val="dk1"/>
              </a:solidFill>
              <a:latin typeface="Quicksand Medium"/>
              <a:ea typeface="Quicksand Medium"/>
              <a:cs typeface="Quicksand Medium"/>
              <a:sym typeface="Quicksand Medium"/>
            </a:endParaRPr>
          </a:p>
        </p:txBody>
      </p:sp>
      <p:sp>
        <p:nvSpPr>
          <p:cNvPr id="371" name="Google Shape;371;p41"/>
          <p:cNvSpPr txBox="1"/>
          <p:nvPr/>
        </p:nvSpPr>
        <p:spPr>
          <a:xfrm flipH="1">
            <a:off x="2660525" y="20149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Engage the audience with a compelling </a:t>
            </a:r>
            <a:r>
              <a:rPr lang="en" sz="1200" b="1">
                <a:solidFill>
                  <a:schemeClr val="dk1"/>
                </a:solidFill>
                <a:latin typeface="Quicksand"/>
                <a:ea typeface="Quicksand"/>
                <a:cs typeface="Quicksand"/>
                <a:sym typeface="Quicksand"/>
              </a:rPr>
              <a:t>introduction</a:t>
            </a:r>
            <a:endParaRPr sz="1200" b="1">
              <a:solidFill>
                <a:schemeClr val="dk1"/>
              </a:solidFill>
              <a:latin typeface="Quicksand"/>
              <a:ea typeface="Quicksand"/>
              <a:cs typeface="Quicksand"/>
              <a:sym typeface="Quicksand"/>
            </a:endParaRPr>
          </a:p>
        </p:txBody>
      </p:sp>
      <p:sp>
        <p:nvSpPr>
          <p:cNvPr id="372" name="Google Shape;372;p41"/>
          <p:cNvSpPr txBox="1"/>
          <p:nvPr/>
        </p:nvSpPr>
        <p:spPr>
          <a:xfrm flipH="1">
            <a:off x="4624425" y="20149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Identify the customer's pain points</a:t>
            </a:r>
            <a:endParaRPr sz="1200">
              <a:solidFill>
                <a:schemeClr val="dk1"/>
              </a:solidFill>
              <a:latin typeface="Quicksand Medium"/>
              <a:ea typeface="Quicksand Medium"/>
              <a:cs typeface="Quicksand Medium"/>
              <a:sym typeface="Quicksand Medium"/>
            </a:endParaRPr>
          </a:p>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and </a:t>
            </a:r>
            <a:r>
              <a:rPr lang="en" sz="1200" b="1">
                <a:solidFill>
                  <a:schemeClr val="dk1"/>
                </a:solidFill>
                <a:latin typeface="Quicksand"/>
                <a:ea typeface="Quicksand"/>
                <a:cs typeface="Quicksand"/>
                <a:sym typeface="Quicksand"/>
              </a:rPr>
              <a:t>challenges</a:t>
            </a:r>
            <a:endParaRPr sz="1200" b="1">
              <a:solidFill>
                <a:schemeClr val="dk1"/>
              </a:solidFill>
              <a:latin typeface="Quicksand"/>
              <a:ea typeface="Quicksand"/>
              <a:cs typeface="Quicksand"/>
              <a:sym typeface="Quicksand"/>
            </a:endParaRPr>
          </a:p>
        </p:txBody>
      </p:sp>
      <p:sp>
        <p:nvSpPr>
          <p:cNvPr id="373" name="Google Shape;373;p41"/>
          <p:cNvSpPr txBox="1"/>
          <p:nvPr/>
        </p:nvSpPr>
        <p:spPr>
          <a:xfrm flipH="1">
            <a:off x="6588325" y="201497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Describe how your product or service can </a:t>
            </a:r>
            <a:r>
              <a:rPr lang="en" sz="1200" b="1">
                <a:solidFill>
                  <a:schemeClr val="dk1"/>
                </a:solidFill>
                <a:latin typeface="Quicksand"/>
                <a:ea typeface="Quicksand"/>
                <a:cs typeface="Quicksand"/>
                <a:sym typeface="Quicksand"/>
              </a:rPr>
              <a:t>solve the problem</a:t>
            </a:r>
            <a:endParaRPr sz="1200" b="1">
              <a:solidFill>
                <a:schemeClr val="dk1"/>
              </a:solidFill>
              <a:latin typeface="Quicksand"/>
              <a:ea typeface="Quicksand"/>
              <a:cs typeface="Quicksand"/>
              <a:sym typeface="Quicksand"/>
            </a:endParaRPr>
          </a:p>
        </p:txBody>
      </p:sp>
      <p:sp>
        <p:nvSpPr>
          <p:cNvPr id="374" name="Google Shape;374;p41"/>
          <p:cNvSpPr txBox="1"/>
          <p:nvPr/>
        </p:nvSpPr>
        <p:spPr>
          <a:xfrm flipH="1">
            <a:off x="696625" y="35446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Highlight the unique value proposition and </a:t>
            </a:r>
            <a:r>
              <a:rPr lang="en" sz="1200" b="1">
                <a:solidFill>
                  <a:schemeClr val="dk1"/>
                </a:solidFill>
                <a:latin typeface="Quicksand"/>
                <a:ea typeface="Quicksand"/>
                <a:cs typeface="Quicksand"/>
                <a:sym typeface="Quicksand"/>
              </a:rPr>
              <a:t>benefits</a:t>
            </a:r>
            <a:r>
              <a:rPr lang="en" sz="1200">
                <a:solidFill>
                  <a:schemeClr val="dk1"/>
                </a:solidFill>
                <a:latin typeface="Quicksand Medium"/>
                <a:ea typeface="Quicksand Medium"/>
                <a:cs typeface="Quicksand Medium"/>
                <a:sym typeface="Quicksand Medium"/>
              </a:rPr>
              <a:t> of your  specific solution</a:t>
            </a:r>
            <a:endParaRPr sz="1200">
              <a:solidFill>
                <a:schemeClr val="dk1"/>
              </a:solidFill>
              <a:latin typeface="Quicksand Medium"/>
              <a:ea typeface="Quicksand Medium"/>
              <a:cs typeface="Quicksand Medium"/>
              <a:sym typeface="Quicksand Medium"/>
            </a:endParaRPr>
          </a:p>
        </p:txBody>
      </p:sp>
      <p:sp>
        <p:nvSpPr>
          <p:cNvPr id="375" name="Google Shape;375;p41"/>
          <p:cNvSpPr txBox="1"/>
          <p:nvPr/>
        </p:nvSpPr>
        <p:spPr>
          <a:xfrm flipH="1">
            <a:off x="2660525" y="35446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Analyze</a:t>
            </a:r>
            <a:r>
              <a:rPr lang="en" sz="1200">
                <a:solidFill>
                  <a:schemeClr val="dk1"/>
                </a:solidFill>
                <a:latin typeface="Quicksand Medium"/>
                <a:ea typeface="Quicksand Medium"/>
                <a:cs typeface="Quicksand Medium"/>
                <a:sym typeface="Quicksand Medium"/>
              </a:rPr>
              <a:t> the target market size, growth potential, and competition briefly</a:t>
            </a:r>
            <a:endParaRPr sz="1200">
              <a:solidFill>
                <a:schemeClr val="dk1"/>
              </a:solidFill>
              <a:latin typeface="Quicksand Medium"/>
              <a:ea typeface="Quicksand Medium"/>
              <a:cs typeface="Quicksand Medium"/>
              <a:sym typeface="Quicksand Medium"/>
            </a:endParaRPr>
          </a:p>
        </p:txBody>
      </p:sp>
      <p:sp>
        <p:nvSpPr>
          <p:cNvPr id="376" name="Google Shape;376;p41"/>
          <p:cNvSpPr txBox="1"/>
          <p:nvPr/>
        </p:nvSpPr>
        <p:spPr>
          <a:xfrm flipH="1">
            <a:off x="4624425" y="35446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Explain your financial needs and briefly outline your</a:t>
            </a:r>
            <a:endParaRPr sz="1200">
              <a:solidFill>
                <a:schemeClr val="dk1"/>
              </a:solidFill>
              <a:latin typeface="Quicksand Medium"/>
              <a:ea typeface="Quicksand Medium"/>
              <a:cs typeface="Quicksand Medium"/>
              <a:sym typeface="Quicksand Medium"/>
            </a:endParaRPr>
          </a:p>
          <a:p>
            <a:pPr marL="0" lvl="0" indent="0" algn="ctr" rtl="0">
              <a:spcBef>
                <a:spcPts val="0"/>
              </a:spcBef>
              <a:spcAft>
                <a:spcPts val="0"/>
              </a:spcAft>
              <a:buNone/>
            </a:pPr>
            <a:r>
              <a:rPr lang="en" sz="1200" b="1">
                <a:solidFill>
                  <a:schemeClr val="dk1"/>
                </a:solidFill>
                <a:latin typeface="Quicksand"/>
                <a:ea typeface="Quicksand"/>
                <a:cs typeface="Quicksand"/>
                <a:sym typeface="Quicksand"/>
              </a:rPr>
              <a:t>funding allocation</a:t>
            </a:r>
            <a:endParaRPr sz="1200" b="1">
              <a:solidFill>
                <a:schemeClr val="dk1"/>
              </a:solidFill>
              <a:latin typeface="Quicksand"/>
              <a:ea typeface="Quicksand"/>
              <a:cs typeface="Quicksand"/>
              <a:sym typeface="Quicksand"/>
            </a:endParaRPr>
          </a:p>
        </p:txBody>
      </p:sp>
      <p:sp>
        <p:nvSpPr>
          <p:cNvPr id="377" name="Google Shape;377;p41"/>
          <p:cNvSpPr txBox="1"/>
          <p:nvPr/>
        </p:nvSpPr>
        <p:spPr>
          <a:xfrm flipH="1">
            <a:off x="6588325" y="3544625"/>
            <a:ext cx="1828800" cy="802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End with a clear and concise </a:t>
            </a:r>
            <a:r>
              <a:rPr lang="en" sz="1200" b="1">
                <a:solidFill>
                  <a:schemeClr val="dk1"/>
                </a:solidFill>
                <a:latin typeface="Quicksand"/>
                <a:ea typeface="Quicksand"/>
                <a:cs typeface="Quicksand"/>
                <a:sym typeface="Quicksand"/>
              </a:rPr>
              <a:t>call to action</a:t>
            </a:r>
            <a:endParaRPr sz="1200" b="1">
              <a:solidFill>
                <a:schemeClr val="dk1"/>
              </a:solidFill>
              <a:latin typeface="Quicksand"/>
              <a:ea typeface="Quicksand"/>
              <a:cs typeface="Quicksand"/>
              <a:sym typeface="Quicksand"/>
            </a:endParaRPr>
          </a:p>
        </p:txBody>
      </p:sp>
      <p:sp>
        <p:nvSpPr>
          <p:cNvPr id="378" name="Google Shape;378;p41"/>
          <p:cNvSpPr txBox="1"/>
          <p:nvPr/>
        </p:nvSpPr>
        <p:spPr>
          <a:xfrm flipH="1">
            <a:off x="1245325" y="1557775"/>
            <a:ext cx="731400" cy="45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Quicksand SemiBold"/>
                <a:ea typeface="Quicksand SemiBold"/>
                <a:cs typeface="Quicksand SemiBold"/>
                <a:sym typeface="Quicksand SemiBold"/>
              </a:rPr>
              <a:t>01</a:t>
            </a:r>
            <a:endParaRPr sz="3000">
              <a:solidFill>
                <a:schemeClr val="dk2"/>
              </a:solidFill>
              <a:latin typeface="Quicksand SemiBold"/>
              <a:ea typeface="Quicksand SemiBold"/>
              <a:cs typeface="Quicksand SemiBold"/>
              <a:sym typeface="Quicksand SemiBold"/>
            </a:endParaRPr>
          </a:p>
        </p:txBody>
      </p:sp>
      <p:sp>
        <p:nvSpPr>
          <p:cNvPr id="379" name="Google Shape;379;p41"/>
          <p:cNvSpPr txBox="1"/>
          <p:nvPr/>
        </p:nvSpPr>
        <p:spPr>
          <a:xfrm flipH="1">
            <a:off x="3209225" y="1557775"/>
            <a:ext cx="731400" cy="45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Quicksand SemiBold"/>
                <a:ea typeface="Quicksand SemiBold"/>
                <a:cs typeface="Quicksand SemiBold"/>
                <a:sym typeface="Quicksand SemiBold"/>
              </a:rPr>
              <a:t>02</a:t>
            </a:r>
            <a:endParaRPr sz="3000">
              <a:solidFill>
                <a:schemeClr val="dk2"/>
              </a:solidFill>
              <a:latin typeface="Quicksand SemiBold"/>
              <a:ea typeface="Quicksand SemiBold"/>
              <a:cs typeface="Quicksand SemiBold"/>
              <a:sym typeface="Quicksand SemiBold"/>
            </a:endParaRPr>
          </a:p>
        </p:txBody>
      </p:sp>
      <p:sp>
        <p:nvSpPr>
          <p:cNvPr id="380" name="Google Shape;380;p41"/>
          <p:cNvSpPr txBox="1"/>
          <p:nvPr/>
        </p:nvSpPr>
        <p:spPr>
          <a:xfrm flipH="1">
            <a:off x="5173125" y="1557775"/>
            <a:ext cx="731400" cy="45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Quicksand SemiBold"/>
                <a:ea typeface="Quicksand SemiBold"/>
                <a:cs typeface="Quicksand SemiBold"/>
                <a:sym typeface="Quicksand SemiBold"/>
              </a:rPr>
              <a:t>03</a:t>
            </a:r>
            <a:endParaRPr sz="3000">
              <a:solidFill>
                <a:schemeClr val="dk2"/>
              </a:solidFill>
              <a:latin typeface="Quicksand SemiBold"/>
              <a:ea typeface="Quicksand SemiBold"/>
              <a:cs typeface="Quicksand SemiBold"/>
              <a:sym typeface="Quicksand SemiBold"/>
            </a:endParaRPr>
          </a:p>
        </p:txBody>
      </p:sp>
      <p:sp>
        <p:nvSpPr>
          <p:cNvPr id="381" name="Google Shape;381;p41"/>
          <p:cNvSpPr txBox="1"/>
          <p:nvPr/>
        </p:nvSpPr>
        <p:spPr>
          <a:xfrm flipH="1">
            <a:off x="7137025" y="1557775"/>
            <a:ext cx="731400" cy="45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Quicksand SemiBold"/>
                <a:ea typeface="Quicksand SemiBold"/>
                <a:cs typeface="Quicksand SemiBold"/>
                <a:sym typeface="Quicksand SemiBold"/>
              </a:rPr>
              <a:t>04</a:t>
            </a:r>
            <a:endParaRPr sz="3000">
              <a:solidFill>
                <a:schemeClr val="dk2"/>
              </a:solidFill>
              <a:latin typeface="Quicksand SemiBold"/>
              <a:ea typeface="Quicksand SemiBold"/>
              <a:cs typeface="Quicksand SemiBold"/>
              <a:sym typeface="Quicksand SemiBold"/>
            </a:endParaRPr>
          </a:p>
        </p:txBody>
      </p:sp>
      <p:sp>
        <p:nvSpPr>
          <p:cNvPr id="382" name="Google Shape;382;p41"/>
          <p:cNvSpPr txBox="1"/>
          <p:nvPr/>
        </p:nvSpPr>
        <p:spPr>
          <a:xfrm flipH="1">
            <a:off x="1245325" y="3087425"/>
            <a:ext cx="731400" cy="45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Quicksand SemiBold"/>
                <a:ea typeface="Quicksand SemiBold"/>
                <a:cs typeface="Quicksand SemiBold"/>
                <a:sym typeface="Quicksand SemiBold"/>
              </a:rPr>
              <a:t>05</a:t>
            </a:r>
            <a:endParaRPr sz="3000">
              <a:solidFill>
                <a:schemeClr val="dk2"/>
              </a:solidFill>
              <a:latin typeface="Quicksand SemiBold"/>
              <a:ea typeface="Quicksand SemiBold"/>
              <a:cs typeface="Quicksand SemiBold"/>
              <a:sym typeface="Quicksand SemiBold"/>
            </a:endParaRPr>
          </a:p>
        </p:txBody>
      </p:sp>
      <p:sp>
        <p:nvSpPr>
          <p:cNvPr id="383" name="Google Shape;383;p41"/>
          <p:cNvSpPr txBox="1"/>
          <p:nvPr/>
        </p:nvSpPr>
        <p:spPr>
          <a:xfrm flipH="1">
            <a:off x="3209225" y="3087425"/>
            <a:ext cx="731400" cy="45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Quicksand SemiBold"/>
                <a:ea typeface="Quicksand SemiBold"/>
                <a:cs typeface="Quicksand SemiBold"/>
                <a:sym typeface="Quicksand SemiBold"/>
              </a:rPr>
              <a:t>06</a:t>
            </a:r>
            <a:endParaRPr sz="3000">
              <a:solidFill>
                <a:schemeClr val="dk2"/>
              </a:solidFill>
              <a:latin typeface="Quicksand SemiBold"/>
              <a:ea typeface="Quicksand SemiBold"/>
              <a:cs typeface="Quicksand SemiBold"/>
              <a:sym typeface="Quicksand SemiBold"/>
            </a:endParaRPr>
          </a:p>
        </p:txBody>
      </p:sp>
      <p:sp>
        <p:nvSpPr>
          <p:cNvPr id="384" name="Google Shape;384;p41"/>
          <p:cNvSpPr txBox="1"/>
          <p:nvPr/>
        </p:nvSpPr>
        <p:spPr>
          <a:xfrm flipH="1">
            <a:off x="5173125" y="3087425"/>
            <a:ext cx="731400" cy="45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Quicksand SemiBold"/>
                <a:ea typeface="Quicksand SemiBold"/>
                <a:cs typeface="Quicksand SemiBold"/>
                <a:sym typeface="Quicksand SemiBold"/>
              </a:rPr>
              <a:t>07</a:t>
            </a:r>
            <a:endParaRPr sz="3000">
              <a:solidFill>
                <a:schemeClr val="dk2"/>
              </a:solidFill>
              <a:latin typeface="Quicksand SemiBold"/>
              <a:ea typeface="Quicksand SemiBold"/>
              <a:cs typeface="Quicksand SemiBold"/>
              <a:sym typeface="Quicksand SemiBold"/>
            </a:endParaRPr>
          </a:p>
        </p:txBody>
      </p:sp>
      <p:sp>
        <p:nvSpPr>
          <p:cNvPr id="385" name="Google Shape;385;p41"/>
          <p:cNvSpPr txBox="1"/>
          <p:nvPr/>
        </p:nvSpPr>
        <p:spPr>
          <a:xfrm flipH="1">
            <a:off x="7137025" y="3087425"/>
            <a:ext cx="731400" cy="45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Quicksand SemiBold"/>
                <a:ea typeface="Quicksand SemiBold"/>
                <a:cs typeface="Quicksand SemiBold"/>
                <a:sym typeface="Quicksand SemiBold"/>
              </a:rPr>
              <a:t>08</a:t>
            </a:r>
            <a:endParaRPr sz="3000">
              <a:solidFill>
                <a:schemeClr val="dk2"/>
              </a:solidFill>
              <a:latin typeface="Quicksand SemiBold"/>
              <a:ea typeface="Quicksand SemiBold"/>
              <a:cs typeface="Quicksand SemiBold"/>
              <a:sym typeface="Quicksand SemiBold"/>
            </a:endParaRPr>
          </a:p>
        </p:txBody>
      </p:sp>
      <p:cxnSp>
        <p:nvCxnSpPr>
          <p:cNvPr id="386" name="Google Shape;386;p41"/>
          <p:cNvCxnSpPr>
            <a:stCxn id="378" idx="1"/>
            <a:endCxn id="379" idx="3"/>
          </p:cNvCxnSpPr>
          <p:nvPr/>
        </p:nvCxnSpPr>
        <p:spPr>
          <a:xfrm>
            <a:off x="1976725" y="1786375"/>
            <a:ext cx="1232400" cy="0"/>
          </a:xfrm>
          <a:prstGeom prst="straightConnector1">
            <a:avLst/>
          </a:prstGeom>
          <a:noFill/>
          <a:ln w="9525" cap="flat" cmpd="sng">
            <a:solidFill>
              <a:schemeClr val="dk2"/>
            </a:solidFill>
            <a:prstDash val="solid"/>
            <a:round/>
            <a:headEnd type="none" w="med" len="med"/>
            <a:tailEnd type="none" w="med" len="med"/>
          </a:ln>
        </p:spPr>
      </p:cxnSp>
      <p:cxnSp>
        <p:nvCxnSpPr>
          <p:cNvPr id="387" name="Google Shape;387;p41"/>
          <p:cNvCxnSpPr>
            <a:stCxn id="379" idx="1"/>
            <a:endCxn id="380" idx="3"/>
          </p:cNvCxnSpPr>
          <p:nvPr/>
        </p:nvCxnSpPr>
        <p:spPr>
          <a:xfrm>
            <a:off x="3940625" y="1786375"/>
            <a:ext cx="1232400" cy="0"/>
          </a:xfrm>
          <a:prstGeom prst="straightConnector1">
            <a:avLst/>
          </a:prstGeom>
          <a:noFill/>
          <a:ln w="9525" cap="flat" cmpd="sng">
            <a:solidFill>
              <a:schemeClr val="dk2"/>
            </a:solidFill>
            <a:prstDash val="solid"/>
            <a:round/>
            <a:headEnd type="none" w="med" len="med"/>
            <a:tailEnd type="none" w="med" len="med"/>
          </a:ln>
        </p:spPr>
      </p:cxnSp>
      <p:cxnSp>
        <p:nvCxnSpPr>
          <p:cNvPr id="388" name="Google Shape;388;p41"/>
          <p:cNvCxnSpPr>
            <a:stCxn id="380" idx="1"/>
            <a:endCxn id="381" idx="3"/>
          </p:cNvCxnSpPr>
          <p:nvPr/>
        </p:nvCxnSpPr>
        <p:spPr>
          <a:xfrm>
            <a:off x="5904525" y="1786375"/>
            <a:ext cx="1232400" cy="0"/>
          </a:xfrm>
          <a:prstGeom prst="straightConnector1">
            <a:avLst/>
          </a:prstGeom>
          <a:noFill/>
          <a:ln w="9525" cap="flat" cmpd="sng">
            <a:solidFill>
              <a:schemeClr val="dk2"/>
            </a:solidFill>
            <a:prstDash val="solid"/>
            <a:round/>
            <a:headEnd type="none" w="med" len="med"/>
            <a:tailEnd type="none" w="med" len="med"/>
          </a:ln>
        </p:spPr>
      </p:cxnSp>
      <p:cxnSp>
        <p:nvCxnSpPr>
          <p:cNvPr id="389" name="Google Shape;389;p41"/>
          <p:cNvCxnSpPr>
            <a:stCxn id="381" idx="1"/>
          </p:cNvCxnSpPr>
          <p:nvPr/>
        </p:nvCxnSpPr>
        <p:spPr>
          <a:xfrm>
            <a:off x="7868425" y="1786375"/>
            <a:ext cx="1555500" cy="0"/>
          </a:xfrm>
          <a:prstGeom prst="straightConnector1">
            <a:avLst/>
          </a:prstGeom>
          <a:noFill/>
          <a:ln w="9525" cap="flat" cmpd="sng">
            <a:solidFill>
              <a:schemeClr val="dk2"/>
            </a:solidFill>
            <a:prstDash val="solid"/>
            <a:round/>
            <a:headEnd type="none" w="med" len="med"/>
            <a:tailEnd type="none" w="med" len="med"/>
          </a:ln>
        </p:spPr>
      </p:cxnSp>
      <p:cxnSp>
        <p:nvCxnSpPr>
          <p:cNvPr id="390" name="Google Shape;390;p41"/>
          <p:cNvCxnSpPr>
            <a:endCxn id="382" idx="3"/>
          </p:cNvCxnSpPr>
          <p:nvPr/>
        </p:nvCxnSpPr>
        <p:spPr>
          <a:xfrm>
            <a:off x="-383675" y="3316025"/>
            <a:ext cx="1629000" cy="0"/>
          </a:xfrm>
          <a:prstGeom prst="straightConnector1">
            <a:avLst/>
          </a:prstGeom>
          <a:noFill/>
          <a:ln w="9525" cap="flat" cmpd="sng">
            <a:solidFill>
              <a:schemeClr val="dk2"/>
            </a:solidFill>
            <a:prstDash val="solid"/>
            <a:round/>
            <a:headEnd type="none" w="med" len="med"/>
            <a:tailEnd type="none" w="med" len="med"/>
          </a:ln>
        </p:spPr>
      </p:cxnSp>
      <p:cxnSp>
        <p:nvCxnSpPr>
          <p:cNvPr id="391" name="Google Shape;391;p41"/>
          <p:cNvCxnSpPr>
            <a:stCxn id="382" idx="1"/>
            <a:endCxn id="383" idx="3"/>
          </p:cNvCxnSpPr>
          <p:nvPr/>
        </p:nvCxnSpPr>
        <p:spPr>
          <a:xfrm>
            <a:off x="1976725" y="3316025"/>
            <a:ext cx="1232400" cy="0"/>
          </a:xfrm>
          <a:prstGeom prst="straightConnector1">
            <a:avLst/>
          </a:prstGeom>
          <a:noFill/>
          <a:ln w="9525" cap="flat" cmpd="sng">
            <a:solidFill>
              <a:schemeClr val="dk2"/>
            </a:solidFill>
            <a:prstDash val="solid"/>
            <a:round/>
            <a:headEnd type="none" w="med" len="med"/>
            <a:tailEnd type="none" w="med" len="med"/>
          </a:ln>
        </p:spPr>
      </p:cxnSp>
      <p:cxnSp>
        <p:nvCxnSpPr>
          <p:cNvPr id="392" name="Google Shape;392;p41"/>
          <p:cNvCxnSpPr>
            <a:stCxn id="383" idx="1"/>
            <a:endCxn id="384" idx="3"/>
          </p:cNvCxnSpPr>
          <p:nvPr/>
        </p:nvCxnSpPr>
        <p:spPr>
          <a:xfrm>
            <a:off x="3940625" y="3316025"/>
            <a:ext cx="1232400" cy="0"/>
          </a:xfrm>
          <a:prstGeom prst="straightConnector1">
            <a:avLst/>
          </a:prstGeom>
          <a:noFill/>
          <a:ln w="9525" cap="flat" cmpd="sng">
            <a:solidFill>
              <a:schemeClr val="dk2"/>
            </a:solidFill>
            <a:prstDash val="solid"/>
            <a:round/>
            <a:headEnd type="none" w="med" len="med"/>
            <a:tailEnd type="none" w="med" len="med"/>
          </a:ln>
        </p:spPr>
      </p:cxnSp>
      <p:cxnSp>
        <p:nvCxnSpPr>
          <p:cNvPr id="393" name="Google Shape;393;p41"/>
          <p:cNvCxnSpPr>
            <a:stCxn id="384" idx="1"/>
            <a:endCxn id="385" idx="3"/>
          </p:cNvCxnSpPr>
          <p:nvPr/>
        </p:nvCxnSpPr>
        <p:spPr>
          <a:xfrm>
            <a:off x="5904525" y="3316025"/>
            <a:ext cx="1232400" cy="0"/>
          </a:xfrm>
          <a:prstGeom prst="straightConnector1">
            <a:avLst/>
          </a:prstGeom>
          <a:noFill/>
          <a:ln w="9525" cap="flat" cmpd="sng">
            <a:solidFill>
              <a:schemeClr val="dk2"/>
            </a:solidFill>
            <a:prstDash val="solid"/>
            <a:round/>
            <a:headEnd type="none" w="med" len="med"/>
            <a:tailEnd type="non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Shape 397"/>
        <p:cNvGrpSpPr/>
        <p:nvPr/>
      </p:nvGrpSpPr>
      <p:grpSpPr>
        <a:xfrm>
          <a:off x="0" y="0"/>
          <a:ext cx="0" cy="0"/>
          <a:chOff x="0" y="0"/>
          <a:chExt cx="0" cy="0"/>
        </a:xfrm>
      </p:grpSpPr>
      <p:sp>
        <p:nvSpPr>
          <p:cNvPr id="398" name="Google Shape;398;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Organizational chart</a:t>
            </a:r>
            <a:endParaRPr/>
          </a:p>
        </p:txBody>
      </p:sp>
      <p:cxnSp>
        <p:nvCxnSpPr>
          <p:cNvPr id="399" name="Google Shape;399;p42"/>
          <p:cNvCxnSpPr>
            <a:stCxn id="400" idx="2"/>
            <a:endCxn id="401" idx="0"/>
          </p:cNvCxnSpPr>
          <p:nvPr/>
        </p:nvCxnSpPr>
        <p:spPr>
          <a:xfrm rot="-5400000" flipH="1">
            <a:off x="5128022" y="1066550"/>
            <a:ext cx="489600" cy="1602000"/>
          </a:xfrm>
          <a:prstGeom prst="bentConnector3">
            <a:avLst>
              <a:gd name="adj1" fmla="val 49996"/>
            </a:avLst>
          </a:prstGeom>
          <a:noFill/>
          <a:ln w="9525" cap="flat" cmpd="sng">
            <a:solidFill>
              <a:schemeClr val="dk2"/>
            </a:solidFill>
            <a:prstDash val="solid"/>
            <a:miter lim="8000"/>
            <a:headEnd type="none" w="sm" len="sm"/>
            <a:tailEnd type="none" w="sm" len="sm"/>
          </a:ln>
        </p:spPr>
      </p:cxnSp>
      <p:cxnSp>
        <p:nvCxnSpPr>
          <p:cNvPr id="402" name="Google Shape;402;p42"/>
          <p:cNvCxnSpPr>
            <a:stCxn id="403" idx="0"/>
            <a:endCxn id="400" idx="2"/>
          </p:cNvCxnSpPr>
          <p:nvPr/>
        </p:nvCxnSpPr>
        <p:spPr>
          <a:xfrm rot="-5400000">
            <a:off x="3526097" y="1066664"/>
            <a:ext cx="489600" cy="1601700"/>
          </a:xfrm>
          <a:prstGeom prst="bentConnector3">
            <a:avLst>
              <a:gd name="adj1" fmla="val 49996"/>
            </a:avLst>
          </a:prstGeom>
          <a:noFill/>
          <a:ln w="9525" cap="flat" cmpd="sng">
            <a:solidFill>
              <a:schemeClr val="dk2"/>
            </a:solidFill>
            <a:prstDash val="solid"/>
            <a:miter lim="8000"/>
            <a:headEnd type="none" w="sm" len="sm"/>
            <a:tailEnd type="none" w="sm" len="sm"/>
          </a:ln>
        </p:spPr>
      </p:cxnSp>
      <p:cxnSp>
        <p:nvCxnSpPr>
          <p:cNvPr id="404" name="Google Shape;404;p42"/>
          <p:cNvCxnSpPr>
            <a:stCxn id="403" idx="2"/>
            <a:endCxn id="405" idx="0"/>
          </p:cNvCxnSpPr>
          <p:nvPr/>
        </p:nvCxnSpPr>
        <p:spPr>
          <a:xfrm rot="-5400000" flipH="1">
            <a:off x="3086747" y="2366414"/>
            <a:ext cx="528000" cy="761400"/>
          </a:xfrm>
          <a:prstGeom prst="bentConnector3">
            <a:avLst>
              <a:gd name="adj1" fmla="val 50003"/>
            </a:avLst>
          </a:prstGeom>
          <a:noFill/>
          <a:ln w="9525" cap="flat" cmpd="sng">
            <a:solidFill>
              <a:schemeClr val="dk2"/>
            </a:solidFill>
            <a:prstDash val="solid"/>
            <a:miter lim="8000"/>
            <a:headEnd type="none" w="sm" len="sm"/>
            <a:tailEnd type="none" w="sm" len="sm"/>
          </a:ln>
        </p:spPr>
      </p:cxnSp>
      <p:cxnSp>
        <p:nvCxnSpPr>
          <p:cNvPr id="406" name="Google Shape;406;p42"/>
          <p:cNvCxnSpPr>
            <a:stCxn id="407" idx="0"/>
            <a:endCxn id="403" idx="2"/>
          </p:cNvCxnSpPr>
          <p:nvPr/>
        </p:nvCxnSpPr>
        <p:spPr>
          <a:xfrm rot="-5400000">
            <a:off x="2325367" y="2366444"/>
            <a:ext cx="528000" cy="761400"/>
          </a:xfrm>
          <a:prstGeom prst="bentConnector3">
            <a:avLst>
              <a:gd name="adj1" fmla="val 50003"/>
            </a:avLst>
          </a:prstGeom>
          <a:noFill/>
          <a:ln w="9525" cap="flat" cmpd="sng">
            <a:solidFill>
              <a:schemeClr val="dk2"/>
            </a:solidFill>
            <a:prstDash val="solid"/>
            <a:miter lim="8000"/>
            <a:headEnd type="none" w="sm" len="sm"/>
            <a:tailEnd type="none" w="sm" len="sm"/>
          </a:ln>
        </p:spPr>
      </p:cxnSp>
      <p:cxnSp>
        <p:nvCxnSpPr>
          <p:cNvPr id="408" name="Google Shape;408;p42"/>
          <p:cNvCxnSpPr>
            <a:stCxn id="401" idx="2"/>
            <a:endCxn id="409" idx="0"/>
          </p:cNvCxnSpPr>
          <p:nvPr/>
        </p:nvCxnSpPr>
        <p:spPr>
          <a:xfrm rot="-5400000" flipH="1">
            <a:off x="6290576" y="2366414"/>
            <a:ext cx="528000" cy="761400"/>
          </a:xfrm>
          <a:prstGeom prst="bentConnector3">
            <a:avLst>
              <a:gd name="adj1" fmla="val 50003"/>
            </a:avLst>
          </a:prstGeom>
          <a:noFill/>
          <a:ln w="9525" cap="flat" cmpd="sng">
            <a:solidFill>
              <a:schemeClr val="dk2"/>
            </a:solidFill>
            <a:prstDash val="solid"/>
            <a:miter lim="8000"/>
            <a:headEnd type="none" w="sm" len="sm"/>
            <a:tailEnd type="none" w="sm" len="sm"/>
          </a:ln>
        </p:spPr>
      </p:cxnSp>
      <p:cxnSp>
        <p:nvCxnSpPr>
          <p:cNvPr id="410" name="Google Shape;410;p42"/>
          <p:cNvCxnSpPr>
            <a:stCxn id="411" idx="0"/>
            <a:endCxn id="401" idx="2"/>
          </p:cNvCxnSpPr>
          <p:nvPr/>
        </p:nvCxnSpPr>
        <p:spPr>
          <a:xfrm rot="-5400000">
            <a:off x="5529197" y="2366444"/>
            <a:ext cx="528000" cy="761400"/>
          </a:xfrm>
          <a:prstGeom prst="bentConnector3">
            <a:avLst>
              <a:gd name="adj1" fmla="val 50003"/>
            </a:avLst>
          </a:prstGeom>
          <a:noFill/>
          <a:ln w="9525" cap="flat" cmpd="sng">
            <a:solidFill>
              <a:schemeClr val="dk2"/>
            </a:solidFill>
            <a:prstDash val="solid"/>
            <a:miter lim="8000"/>
            <a:headEnd type="none" w="sm" len="sm"/>
            <a:tailEnd type="none" w="sm" len="sm"/>
          </a:ln>
        </p:spPr>
      </p:cxnSp>
      <p:cxnSp>
        <p:nvCxnSpPr>
          <p:cNvPr id="412" name="Google Shape;412;p42"/>
          <p:cNvCxnSpPr>
            <a:stCxn id="413" idx="0"/>
            <a:endCxn id="407" idx="2"/>
          </p:cNvCxnSpPr>
          <p:nvPr/>
        </p:nvCxnSpPr>
        <p:spPr>
          <a:xfrm rot="-5400000">
            <a:off x="1602141" y="3303525"/>
            <a:ext cx="528000" cy="684900"/>
          </a:xfrm>
          <a:prstGeom prst="bentConnector3">
            <a:avLst>
              <a:gd name="adj1" fmla="val 50003"/>
            </a:avLst>
          </a:prstGeom>
          <a:noFill/>
          <a:ln w="9525" cap="flat" cmpd="sng">
            <a:solidFill>
              <a:schemeClr val="dk2"/>
            </a:solidFill>
            <a:prstDash val="solid"/>
            <a:miter lim="8000"/>
            <a:headEnd type="none" w="sm" len="sm"/>
            <a:tailEnd type="none" w="sm" len="sm"/>
          </a:ln>
        </p:spPr>
      </p:cxnSp>
      <p:cxnSp>
        <p:nvCxnSpPr>
          <p:cNvPr id="414" name="Google Shape;414;p42"/>
          <p:cNvCxnSpPr>
            <a:stCxn id="415" idx="0"/>
            <a:endCxn id="407" idx="2"/>
          </p:cNvCxnSpPr>
          <p:nvPr/>
        </p:nvCxnSpPr>
        <p:spPr>
          <a:xfrm rot="5400000" flipH="1">
            <a:off x="2363576" y="3227025"/>
            <a:ext cx="528000" cy="837900"/>
          </a:xfrm>
          <a:prstGeom prst="bentConnector3">
            <a:avLst>
              <a:gd name="adj1" fmla="val 50003"/>
            </a:avLst>
          </a:prstGeom>
          <a:noFill/>
          <a:ln w="9525" cap="flat" cmpd="sng">
            <a:solidFill>
              <a:schemeClr val="dk2"/>
            </a:solidFill>
            <a:prstDash val="solid"/>
            <a:miter lim="8000"/>
            <a:headEnd type="none" w="sm" len="sm"/>
            <a:tailEnd type="none" w="sm" len="sm"/>
          </a:ln>
        </p:spPr>
      </p:cxnSp>
      <p:cxnSp>
        <p:nvCxnSpPr>
          <p:cNvPr id="416" name="Google Shape;416;p42"/>
          <p:cNvCxnSpPr>
            <a:stCxn id="417" idx="0"/>
            <a:endCxn id="411" idx="2"/>
          </p:cNvCxnSpPr>
          <p:nvPr/>
        </p:nvCxnSpPr>
        <p:spPr>
          <a:xfrm rot="-5400000">
            <a:off x="4729588" y="3227025"/>
            <a:ext cx="528000" cy="837900"/>
          </a:xfrm>
          <a:prstGeom prst="bentConnector3">
            <a:avLst>
              <a:gd name="adj1" fmla="val 50003"/>
            </a:avLst>
          </a:prstGeom>
          <a:noFill/>
          <a:ln w="9525" cap="flat" cmpd="sng">
            <a:solidFill>
              <a:schemeClr val="dk2"/>
            </a:solidFill>
            <a:prstDash val="solid"/>
            <a:miter lim="8000"/>
            <a:headEnd type="none" w="sm" len="sm"/>
            <a:tailEnd type="none" w="sm" len="sm"/>
          </a:ln>
        </p:spPr>
      </p:cxnSp>
      <p:cxnSp>
        <p:nvCxnSpPr>
          <p:cNvPr id="418" name="Google Shape;418;p42"/>
          <p:cNvCxnSpPr>
            <a:stCxn id="419" idx="0"/>
            <a:endCxn id="411" idx="2"/>
          </p:cNvCxnSpPr>
          <p:nvPr/>
        </p:nvCxnSpPr>
        <p:spPr>
          <a:xfrm rot="5400000" flipH="1">
            <a:off x="5491024" y="3303525"/>
            <a:ext cx="528000" cy="684900"/>
          </a:xfrm>
          <a:prstGeom prst="bentConnector3">
            <a:avLst>
              <a:gd name="adj1" fmla="val 50003"/>
            </a:avLst>
          </a:prstGeom>
          <a:noFill/>
          <a:ln w="9525" cap="flat" cmpd="sng">
            <a:solidFill>
              <a:schemeClr val="dk2"/>
            </a:solidFill>
            <a:prstDash val="solid"/>
            <a:miter lim="8000"/>
            <a:headEnd type="none" w="sm" len="sm"/>
            <a:tailEnd type="none" w="sm" len="sm"/>
          </a:ln>
        </p:spPr>
      </p:cxnSp>
      <p:cxnSp>
        <p:nvCxnSpPr>
          <p:cNvPr id="420" name="Google Shape;420;p42"/>
          <p:cNvCxnSpPr>
            <a:stCxn id="421" idx="0"/>
            <a:endCxn id="411" idx="2"/>
          </p:cNvCxnSpPr>
          <p:nvPr/>
        </p:nvCxnSpPr>
        <p:spPr>
          <a:xfrm rot="5400000" flipH="1">
            <a:off x="6252459" y="2542125"/>
            <a:ext cx="528000" cy="2207700"/>
          </a:xfrm>
          <a:prstGeom prst="bentConnector3">
            <a:avLst>
              <a:gd name="adj1" fmla="val 50003"/>
            </a:avLst>
          </a:prstGeom>
          <a:noFill/>
          <a:ln w="9525" cap="flat" cmpd="sng">
            <a:solidFill>
              <a:schemeClr val="dk2"/>
            </a:solidFill>
            <a:prstDash val="solid"/>
            <a:miter lim="8000"/>
            <a:headEnd type="none" w="sm" len="sm"/>
            <a:tailEnd type="none" w="sm" len="sm"/>
          </a:ln>
        </p:spPr>
      </p:cxnSp>
      <p:sp>
        <p:nvSpPr>
          <p:cNvPr id="400" name="Google Shape;400;p42"/>
          <p:cNvSpPr txBox="1"/>
          <p:nvPr/>
        </p:nvSpPr>
        <p:spPr>
          <a:xfrm>
            <a:off x="3808622" y="1251950"/>
            <a:ext cx="15264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John Doe</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CEO</a:t>
            </a:r>
            <a:endParaRPr sz="1000">
              <a:solidFill>
                <a:schemeClr val="dk1"/>
              </a:solidFill>
              <a:latin typeface="Quicksand Medium"/>
              <a:ea typeface="Quicksand Medium"/>
              <a:cs typeface="Quicksand Medium"/>
              <a:sym typeface="Quicksand Medium"/>
            </a:endParaRPr>
          </a:p>
        </p:txBody>
      </p:sp>
      <p:sp>
        <p:nvSpPr>
          <p:cNvPr id="403" name="Google Shape;403;p42"/>
          <p:cNvSpPr txBox="1"/>
          <p:nvPr/>
        </p:nvSpPr>
        <p:spPr>
          <a:xfrm>
            <a:off x="2207897" y="2112314"/>
            <a:ext cx="1524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Jane Smith</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Department Head</a:t>
            </a:r>
            <a:endParaRPr sz="1000">
              <a:solidFill>
                <a:schemeClr val="dk1"/>
              </a:solidFill>
              <a:latin typeface="Quicksand Medium"/>
              <a:ea typeface="Quicksand Medium"/>
              <a:cs typeface="Quicksand Medium"/>
              <a:sym typeface="Quicksand Medium"/>
            </a:endParaRPr>
          </a:p>
        </p:txBody>
      </p:sp>
      <p:sp>
        <p:nvSpPr>
          <p:cNvPr id="401" name="Google Shape;401;p42"/>
          <p:cNvSpPr txBox="1"/>
          <p:nvPr/>
        </p:nvSpPr>
        <p:spPr>
          <a:xfrm>
            <a:off x="5411726" y="2112314"/>
            <a:ext cx="1524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Mark Willson</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Department Head</a:t>
            </a:r>
            <a:endParaRPr sz="1000">
              <a:solidFill>
                <a:schemeClr val="dk1"/>
              </a:solidFill>
              <a:latin typeface="Quicksand Medium"/>
              <a:ea typeface="Quicksand Medium"/>
              <a:cs typeface="Quicksand Medium"/>
              <a:sym typeface="Quicksand Medium"/>
            </a:endParaRPr>
          </a:p>
        </p:txBody>
      </p:sp>
      <p:sp>
        <p:nvSpPr>
          <p:cNvPr id="409" name="Google Shape;409;p42"/>
          <p:cNvSpPr txBox="1"/>
          <p:nvPr/>
        </p:nvSpPr>
        <p:spPr>
          <a:xfrm>
            <a:off x="6267683" y="3011144"/>
            <a:ext cx="1335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Steven Ander</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Manager</a:t>
            </a:r>
            <a:endParaRPr sz="1000">
              <a:solidFill>
                <a:schemeClr val="dk1"/>
              </a:solidFill>
              <a:latin typeface="Quicksand Medium"/>
              <a:ea typeface="Quicksand Medium"/>
              <a:cs typeface="Quicksand Medium"/>
              <a:sym typeface="Quicksand Medium"/>
            </a:endParaRPr>
          </a:p>
        </p:txBody>
      </p:sp>
      <p:sp>
        <p:nvSpPr>
          <p:cNvPr id="411" name="Google Shape;411;p42"/>
          <p:cNvSpPr txBox="1"/>
          <p:nvPr/>
        </p:nvSpPr>
        <p:spPr>
          <a:xfrm>
            <a:off x="4744847" y="3011144"/>
            <a:ext cx="1335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Sarah Williams</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Manager</a:t>
            </a:r>
            <a:endParaRPr sz="1000">
              <a:solidFill>
                <a:schemeClr val="dk1"/>
              </a:solidFill>
              <a:latin typeface="Quicksand Medium"/>
              <a:ea typeface="Quicksand Medium"/>
              <a:cs typeface="Quicksand Medium"/>
              <a:sym typeface="Quicksand Medium"/>
            </a:endParaRPr>
          </a:p>
        </p:txBody>
      </p:sp>
      <p:sp>
        <p:nvSpPr>
          <p:cNvPr id="405" name="Google Shape;405;p42"/>
          <p:cNvSpPr txBox="1"/>
          <p:nvPr/>
        </p:nvSpPr>
        <p:spPr>
          <a:xfrm>
            <a:off x="3063853" y="3011144"/>
            <a:ext cx="1335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Richard Taylor</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Manager</a:t>
            </a:r>
            <a:endParaRPr sz="1000">
              <a:solidFill>
                <a:schemeClr val="dk1"/>
              </a:solidFill>
              <a:latin typeface="Quicksand Medium"/>
              <a:ea typeface="Quicksand Medium"/>
              <a:cs typeface="Quicksand Medium"/>
              <a:sym typeface="Quicksand Medium"/>
            </a:endParaRPr>
          </a:p>
        </p:txBody>
      </p:sp>
      <p:sp>
        <p:nvSpPr>
          <p:cNvPr id="407" name="Google Shape;407;p42"/>
          <p:cNvSpPr txBox="1"/>
          <p:nvPr/>
        </p:nvSpPr>
        <p:spPr>
          <a:xfrm>
            <a:off x="1541017" y="3011144"/>
            <a:ext cx="1335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Emma Miller</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Manager</a:t>
            </a:r>
            <a:endParaRPr sz="1000">
              <a:solidFill>
                <a:schemeClr val="dk1"/>
              </a:solidFill>
              <a:latin typeface="Quicksand Medium"/>
              <a:ea typeface="Quicksand Medium"/>
              <a:cs typeface="Quicksand Medium"/>
              <a:sym typeface="Quicksand Medium"/>
            </a:endParaRPr>
          </a:p>
        </p:txBody>
      </p:sp>
      <p:sp>
        <p:nvSpPr>
          <p:cNvPr id="419" name="Google Shape;419;p42"/>
          <p:cNvSpPr txBox="1"/>
          <p:nvPr/>
        </p:nvSpPr>
        <p:spPr>
          <a:xfrm>
            <a:off x="5429824" y="3909975"/>
            <a:ext cx="1335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William Young</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Employee</a:t>
            </a:r>
            <a:endParaRPr sz="1000">
              <a:solidFill>
                <a:schemeClr val="dk1"/>
              </a:solidFill>
              <a:latin typeface="Quicksand Medium"/>
              <a:ea typeface="Quicksand Medium"/>
              <a:cs typeface="Quicksand Medium"/>
              <a:sym typeface="Quicksand Medium"/>
            </a:endParaRPr>
          </a:p>
        </p:txBody>
      </p:sp>
      <p:sp>
        <p:nvSpPr>
          <p:cNvPr id="417" name="Google Shape;417;p42"/>
          <p:cNvSpPr txBox="1"/>
          <p:nvPr/>
        </p:nvSpPr>
        <p:spPr>
          <a:xfrm>
            <a:off x="3906988" y="3909975"/>
            <a:ext cx="1335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James Scott</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Employee</a:t>
            </a:r>
            <a:endParaRPr sz="1000">
              <a:solidFill>
                <a:schemeClr val="dk1"/>
              </a:solidFill>
              <a:latin typeface="Quicksand Medium"/>
              <a:ea typeface="Quicksand Medium"/>
              <a:cs typeface="Quicksand Medium"/>
              <a:sym typeface="Quicksand Medium"/>
            </a:endParaRPr>
          </a:p>
        </p:txBody>
      </p:sp>
      <p:sp>
        <p:nvSpPr>
          <p:cNvPr id="415" name="Google Shape;415;p42"/>
          <p:cNvSpPr txBox="1"/>
          <p:nvPr/>
        </p:nvSpPr>
        <p:spPr>
          <a:xfrm>
            <a:off x="2378876" y="3909975"/>
            <a:ext cx="1335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Michelle García</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Employee</a:t>
            </a:r>
            <a:endParaRPr sz="1000">
              <a:solidFill>
                <a:schemeClr val="dk1"/>
              </a:solidFill>
              <a:latin typeface="Quicksand Medium"/>
              <a:ea typeface="Quicksand Medium"/>
              <a:cs typeface="Quicksand Medium"/>
              <a:sym typeface="Quicksand Medium"/>
            </a:endParaRPr>
          </a:p>
        </p:txBody>
      </p:sp>
      <p:sp>
        <p:nvSpPr>
          <p:cNvPr id="413" name="Google Shape;413;p42"/>
          <p:cNvSpPr txBox="1"/>
          <p:nvPr/>
        </p:nvSpPr>
        <p:spPr>
          <a:xfrm>
            <a:off x="856041" y="3909975"/>
            <a:ext cx="1335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Brian Clark</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Employee</a:t>
            </a:r>
            <a:endParaRPr sz="1000">
              <a:solidFill>
                <a:schemeClr val="dk1"/>
              </a:solidFill>
              <a:latin typeface="Quicksand Medium"/>
              <a:ea typeface="Quicksand Medium"/>
              <a:cs typeface="Quicksand Medium"/>
              <a:sym typeface="Quicksand Medium"/>
            </a:endParaRPr>
          </a:p>
        </p:txBody>
      </p:sp>
      <p:sp>
        <p:nvSpPr>
          <p:cNvPr id="421" name="Google Shape;421;p42"/>
          <p:cNvSpPr txBox="1"/>
          <p:nvPr/>
        </p:nvSpPr>
        <p:spPr>
          <a:xfrm>
            <a:off x="6952659" y="3909975"/>
            <a:ext cx="1335300" cy="37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Alan Turner</a:t>
            </a:r>
            <a:endParaRPr sz="1200" b="1">
              <a:solidFill>
                <a:schemeClr val="dk1"/>
              </a:solidFill>
              <a:latin typeface="Quicksand"/>
              <a:ea typeface="Quicksand"/>
              <a:cs typeface="Quicksand"/>
              <a:sym typeface="Quicksand"/>
            </a:endParaRPr>
          </a:p>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Employee</a:t>
            </a:r>
            <a:endParaRPr sz="1000">
              <a:solidFill>
                <a:schemeClr val="dk1"/>
              </a:solidFill>
              <a:latin typeface="Quicksand Medium"/>
              <a:ea typeface="Quicksand Medium"/>
              <a:cs typeface="Quicksand Medium"/>
              <a:sym typeface="Quicksand Medium"/>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Shape 425"/>
        <p:cNvGrpSpPr/>
        <p:nvPr/>
      </p:nvGrpSpPr>
      <p:grpSpPr>
        <a:xfrm>
          <a:off x="0" y="0"/>
          <a:ext cx="0" cy="0"/>
          <a:chOff x="0" y="0"/>
          <a:chExt cx="0" cy="0"/>
        </a:xfrm>
      </p:grpSpPr>
      <p:sp>
        <p:nvSpPr>
          <p:cNvPr id="426" name="Google Shape;426;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Market size overview</a:t>
            </a:r>
            <a:endParaRPr/>
          </a:p>
        </p:txBody>
      </p:sp>
      <p:sp>
        <p:nvSpPr>
          <p:cNvPr id="427" name="Google Shape;427;p43"/>
          <p:cNvSpPr/>
          <p:nvPr/>
        </p:nvSpPr>
        <p:spPr>
          <a:xfrm>
            <a:off x="944050" y="1171675"/>
            <a:ext cx="3508500" cy="35085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43"/>
          <p:cNvSpPr/>
          <p:nvPr/>
        </p:nvSpPr>
        <p:spPr>
          <a:xfrm>
            <a:off x="1396450" y="2076575"/>
            <a:ext cx="2603700" cy="26037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43"/>
          <p:cNvSpPr/>
          <p:nvPr/>
        </p:nvSpPr>
        <p:spPr>
          <a:xfrm>
            <a:off x="1883350" y="3050325"/>
            <a:ext cx="1629900" cy="16299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43"/>
          <p:cNvSpPr txBox="1"/>
          <p:nvPr/>
        </p:nvSpPr>
        <p:spPr>
          <a:xfrm>
            <a:off x="2063350" y="1345750"/>
            <a:ext cx="1269900" cy="55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dk2"/>
                </a:solidFill>
                <a:latin typeface="Quicksand"/>
                <a:ea typeface="Quicksand"/>
                <a:cs typeface="Quicksand"/>
                <a:sym typeface="Quicksand"/>
              </a:rPr>
              <a:t>$100M</a:t>
            </a:r>
            <a:endParaRPr sz="2400" b="1">
              <a:solidFill>
                <a:schemeClr val="dk2"/>
              </a:solidFill>
              <a:latin typeface="Quicksand"/>
              <a:ea typeface="Quicksand"/>
              <a:cs typeface="Quicksand"/>
              <a:sym typeface="Quicksand"/>
            </a:endParaRPr>
          </a:p>
        </p:txBody>
      </p:sp>
      <p:sp>
        <p:nvSpPr>
          <p:cNvPr id="431" name="Google Shape;431;p43"/>
          <p:cNvSpPr txBox="1"/>
          <p:nvPr/>
        </p:nvSpPr>
        <p:spPr>
          <a:xfrm>
            <a:off x="2063350" y="2304075"/>
            <a:ext cx="1269900" cy="55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dk2"/>
                </a:solidFill>
                <a:latin typeface="Quicksand"/>
                <a:ea typeface="Quicksand"/>
                <a:cs typeface="Quicksand"/>
                <a:sym typeface="Quicksand"/>
              </a:rPr>
              <a:t>$20M</a:t>
            </a:r>
            <a:endParaRPr sz="2400" b="1">
              <a:solidFill>
                <a:schemeClr val="dk2"/>
              </a:solidFill>
              <a:latin typeface="Quicksand"/>
              <a:ea typeface="Quicksand"/>
              <a:cs typeface="Quicksand"/>
              <a:sym typeface="Quicksand"/>
            </a:endParaRPr>
          </a:p>
        </p:txBody>
      </p:sp>
      <p:sp>
        <p:nvSpPr>
          <p:cNvPr id="432" name="Google Shape;432;p43"/>
          <p:cNvSpPr txBox="1"/>
          <p:nvPr/>
        </p:nvSpPr>
        <p:spPr>
          <a:xfrm>
            <a:off x="2063350" y="3541675"/>
            <a:ext cx="1269900" cy="55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dk2"/>
                </a:solidFill>
                <a:latin typeface="Quicksand"/>
                <a:ea typeface="Quicksand"/>
                <a:cs typeface="Quicksand"/>
                <a:sym typeface="Quicksand"/>
              </a:rPr>
              <a:t>$5M</a:t>
            </a:r>
            <a:endParaRPr sz="2400" b="1">
              <a:solidFill>
                <a:schemeClr val="dk2"/>
              </a:solidFill>
              <a:latin typeface="Quicksand"/>
              <a:ea typeface="Quicksand"/>
              <a:cs typeface="Quicksand"/>
              <a:sym typeface="Quicksand"/>
            </a:endParaRPr>
          </a:p>
        </p:txBody>
      </p:sp>
      <p:sp>
        <p:nvSpPr>
          <p:cNvPr id="433" name="Google Shape;433;p43"/>
          <p:cNvSpPr txBox="1"/>
          <p:nvPr/>
        </p:nvSpPr>
        <p:spPr>
          <a:xfrm>
            <a:off x="4611500" y="1337299"/>
            <a:ext cx="3584100" cy="355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800">
                <a:solidFill>
                  <a:schemeClr val="dk1"/>
                </a:solidFill>
                <a:latin typeface="Quicksand SemiBold"/>
                <a:ea typeface="Quicksand SemiBold"/>
                <a:cs typeface="Quicksand SemiBold"/>
                <a:sym typeface="Quicksand SemiBold"/>
              </a:rPr>
              <a:t>Outer circle</a:t>
            </a:r>
            <a:endParaRPr sz="1800">
              <a:solidFill>
                <a:schemeClr val="dk1"/>
              </a:solidFill>
              <a:latin typeface="Quicksand SemiBold"/>
              <a:ea typeface="Quicksand SemiBold"/>
              <a:cs typeface="Quicksand SemiBold"/>
              <a:sym typeface="Quicksand SemiBold"/>
            </a:endParaRPr>
          </a:p>
        </p:txBody>
      </p:sp>
      <p:sp>
        <p:nvSpPr>
          <p:cNvPr id="434" name="Google Shape;434;p43"/>
          <p:cNvSpPr txBox="1"/>
          <p:nvPr/>
        </p:nvSpPr>
        <p:spPr>
          <a:xfrm>
            <a:off x="4611500" y="1563845"/>
            <a:ext cx="3584100" cy="84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Include the total size of the market, which represents the entire potential customer base for the product or service</a:t>
            </a:r>
            <a:endParaRPr sz="1200">
              <a:solidFill>
                <a:schemeClr val="dk1"/>
              </a:solidFill>
              <a:latin typeface="Quicksand Medium"/>
              <a:ea typeface="Quicksand Medium"/>
              <a:cs typeface="Quicksand Medium"/>
              <a:sym typeface="Quicksand Medium"/>
            </a:endParaRPr>
          </a:p>
        </p:txBody>
      </p:sp>
      <p:sp>
        <p:nvSpPr>
          <p:cNvPr id="435" name="Google Shape;435;p43"/>
          <p:cNvSpPr txBox="1"/>
          <p:nvPr/>
        </p:nvSpPr>
        <p:spPr>
          <a:xfrm>
            <a:off x="4611500" y="2402200"/>
            <a:ext cx="3584100" cy="355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800">
                <a:solidFill>
                  <a:schemeClr val="dk1"/>
                </a:solidFill>
                <a:latin typeface="Quicksand SemiBold"/>
                <a:ea typeface="Quicksand SemiBold"/>
                <a:cs typeface="Quicksand SemiBold"/>
                <a:sym typeface="Quicksand SemiBold"/>
              </a:rPr>
              <a:t>Middle circle</a:t>
            </a:r>
            <a:endParaRPr sz="1800">
              <a:solidFill>
                <a:schemeClr val="dk1"/>
              </a:solidFill>
              <a:latin typeface="Quicksand SemiBold"/>
              <a:ea typeface="Quicksand SemiBold"/>
              <a:cs typeface="Quicksand SemiBold"/>
              <a:sym typeface="Quicksand SemiBold"/>
            </a:endParaRPr>
          </a:p>
        </p:txBody>
      </p:sp>
      <p:sp>
        <p:nvSpPr>
          <p:cNvPr id="436" name="Google Shape;436;p43"/>
          <p:cNvSpPr txBox="1"/>
          <p:nvPr/>
        </p:nvSpPr>
        <p:spPr>
          <a:xfrm>
            <a:off x="4611500" y="2628756"/>
            <a:ext cx="3584100" cy="84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Identify the target market for the product or service, which may be a subset of the total market. This could be based on factors such as demographics, geography, or specific needs</a:t>
            </a:r>
            <a:endParaRPr sz="1200">
              <a:solidFill>
                <a:schemeClr val="dk1"/>
              </a:solidFill>
              <a:latin typeface="Quicksand Medium"/>
              <a:ea typeface="Quicksand Medium"/>
              <a:cs typeface="Quicksand Medium"/>
              <a:sym typeface="Quicksand Medium"/>
            </a:endParaRPr>
          </a:p>
        </p:txBody>
      </p:sp>
      <p:sp>
        <p:nvSpPr>
          <p:cNvPr id="437" name="Google Shape;437;p43"/>
          <p:cNvSpPr txBox="1"/>
          <p:nvPr/>
        </p:nvSpPr>
        <p:spPr>
          <a:xfrm>
            <a:off x="4611500" y="3619500"/>
            <a:ext cx="3584100" cy="355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800">
                <a:solidFill>
                  <a:schemeClr val="dk1"/>
                </a:solidFill>
                <a:latin typeface="Quicksand SemiBold"/>
                <a:ea typeface="Quicksand SemiBold"/>
                <a:cs typeface="Quicksand SemiBold"/>
                <a:sym typeface="Quicksand SemiBold"/>
              </a:rPr>
              <a:t>Inner circle</a:t>
            </a:r>
            <a:endParaRPr sz="1800">
              <a:solidFill>
                <a:schemeClr val="dk1"/>
              </a:solidFill>
              <a:latin typeface="Quicksand SemiBold"/>
              <a:ea typeface="Quicksand SemiBold"/>
              <a:cs typeface="Quicksand SemiBold"/>
              <a:sym typeface="Quicksand SemiBold"/>
            </a:endParaRPr>
          </a:p>
        </p:txBody>
      </p:sp>
      <p:sp>
        <p:nvSpPr>
          <p:cNvPr id="438" name="Google Shape;438;p43"/>
          <p:cNvSpPr txBox="1"/>
          <p:nvPr/>
        </p:nvSpPr>
        <p:spPr>
          <a:xfrm>
            <a:off x="4611500" y="3846067"/>
            <a:ext cx="3584100" cy="84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Indicate the current market size, which represents the portion of the target market that the company has successfully captured</a:t>
            </a:r>
            <a:endParaRPr sz="1200">
              <a:solidFill>
                <a:schemeClr val="dk1"/>
              </a:solidFill>
              <a:latin typeface="Quicksand Medium"/>
              <a:ea typeface="Quicksand Medium"/>
              <a:cs typeface="Quicksand Medium"/>
              <a:sym typeface="Quicksand Medium"/>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Shape 442"/>
        <p:cNvGrpSpPr/>
        <p:nvPr/>
      </p:nvGrpSpPr>
      <p:grpSpPr>
        <a:xfrm>
          <a:off x="0" y="0"/>
          <a:ext cx="0" cy="0"/>
          <a:chOff x="0" y="0"/>
          <a:chExt cx="0" cy="0"/>
        </a:xfrm>
      </p:grpSpPr>
      <p:sp>
        <p:nvSpPr>
          <p:cNvPr id="443" name="Google Shape;443;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Roadmap infographic</a:t>
            </a:r>
            <a:endParaRPr/>
          </a:p>
        </p:txBody>
      </p:sp>
      <p:graphicFrame>
        <p:nvGraphicFramePr>
          <p:cNvPr id="444" name="Google Shape;444;p44"/>
          <p:cNvGraphicFramePr/>
          <p:nvPr/>
        </p:nvGraphicFramePr>
        <p:xfrm>
          <a:off x="726875" y="1224388"/>
          <a:ext cx="3000000" cy="3000000"/>
        </p:xfrm>
        <a:graphic>
          <a:graphicData uri="http://schemas.openxmlformats.org/drawingml/2006/table">
            <a:tbl>
              <a:tblPr>
                <a:noFill/>
                <a:tableStyleId>{0EB3B5B1-AB33-488E-BF12-CDE879368F06}</a:tableStyleId>
              </a:tblPr>
              <a:tblGrid>
                <a:gridCol w="1361775">
                  <a:extLst>
                    <a:ext uri="{9D8B030D-6E8A-4147-A177-3AD203B41FA5}">
                      <a16:colId xmlns:a16="http://schemas.microsoft.com/office/drawing/2014/main" val="20000"/>
                    </a:ext>
                  </a:extLst>
                </a:gridCol>
                <a:gridCol w="2208575">
                  <a:extLst>
                    <a:ext uri="{9D8B030D-6E8A-4147-A177-3AD203B41FA5}">
                      <a16:colId xmlns:a16="http://schemas.microsoft.com/office/drawing/2014/main" val="20001"/>
                    </a:ext>
                  </a:extLst>
                </a:gridCol>
                <a:gridCol w="344475">
                  <a:extLst>
                    <a:ext uri="{9D8B030D-6E8A-4147-A177-3AD203B41FA5}">
                      <a16:colId xmlns:a16="http://schemas.microsoft.com/office/drawing/2014/main" val="20002"/>
                    </a:ext>
                  </a:extLst>
                </a:gridCol>
                <a:gridCol w="344475">
                  <a:extLst>
                    <a:ext uri="{9D8B030D-6E8A-4147-A177-3AD203B41FA5}">
                      <a16:colId xmlns:a16="http://schemas.microsoft.com/office/drawing/2014/main" val="20003"/>
                    </a:ext>
                  </a:extLst>
                </a:gridCol>
                <a:gridCol w="344475">
                  <a:extLst>
                    <a:ext uri="{9D8B030D-6E8A-4147-A177-3AD203B41FA5}">
                      <a16:colId xmlns:a16="http://schemas.microsoft.com/office/drawing/2014/main" val="20004"/>
                    </a:ext>
                  </a:extLst>
                </a:gridCol>
                <a:gridCol w="344475">
                  <a:extLst>
                    <a:ext uri="{9D8B030D-6E8A-4147-A177-3AD203B41FA5}">
                      <a16:colId xmlns:a16="http://schemas.microsoft.com/office/drawing/2014/main" val="20005"/>
                    </a:ext>
                  </a:extLst>
                </a:gridCol>
                <a:gridCol w="344475">
                  <a:extLst>
                    <a:ext uri="{9D8B030D-6E8A-4147-A177-3AD203B41FA5}">
                      <a16:colId xmlns:a16="http://schemas.microsoft.com/office/drawing/2014/main" val="20006"/>
                    </a:ext>
                  </a:extLst>
                </a:gridCol>
                <a:gridCol w="344475">
                  <a:extLst>
                    <a:ext uri="{9D8B030D-6E8A-4147-A177-3AD203B41FA5}">
                      <a16:colId xmlns:a16="http://schemas.microsoft.com/office/drawing/2014/main" val="20007"/>
                    </a:ext>
                  </a:extLst>
                </a:gridCol>
                <a:gridCol w="344475">
                  <a:extLst>
                    <a:ext uri="{9D8B030D-6E8A-4147-A177-3AD203B41FA5}">
                      <a16:colId xmlns:a16="http://schemas.microsoft.com/office/drawing/2014/main" val="20008"/>
                    </a:ext>
                  </a:extLst>
                </a:gridCol>
                <a:gridCol w="344475">
                  <a:extLst>
                    <a:ext uri="{9D8B030D-6E8A-4147-A177-3AD203B41FA5}">
                      <a16:colId xmlns:a16="http://schemas.microsoft.com/office/drawing/2014/main" val="20009"/>
                    </a:ext>
                  </a:extLst>
                </a:gridCol>
                <a:gridCol w="344475">
                  <a:extLst>
                    <a:ext uri="{9D8B030D-6E8A-4147-A177-3AD203B41FA5}">
                      <a16:colId xmlns:a16="http://schemas.microsoft.com/office/drawing/2014/main" val="20010"/>
                    </a:ext>
                  </a:extLst>
                </a:gridCol>
                <a:gridCol w="344475">
                  <a:extLst>
                    <a:ext uri="{9D8B030D-6E8A-4147-A177-3AD203B41FA5}">
                      <a16:colId xmlns:a16="http://schemas.microsoft.com/office/drawing/2014/main" val="20011"/>
                    </a:ext>
                  </a:extLst>
                </a:gridCol>
                <a:gridCol w="344475">
                  <a:extLst>
                    <a:ext uri="{9D8B030D-6E8A-4147-A177-3AD203B41FA5}">
                      <a16:colId xmlns:a16="http://schemas.microsoft.com/office/drawing/2014/main" val="20012"/>
                    </a:ext>
                  </a:extLst>
                </a:gridCol>
                <a:gridCol w="344475">
                  <a:extLst>
                    <a:ext uri="{9D8B030D-6E8A-4147-A177-3AD203B41FA5}">
                      <a16:colId xmlns:a16="http://schemas.microsoft.com/office/drawing/2014/main" val="20013"/>
                    </a:ext>
                  </a:extLst>
                </a:gridCol>
              </a:tblGrid>
              <a:tr h="441850">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Initiative</a:t>
                      </a:r>
                      <a:endParaRPr sz="1800" b="1">
                        <a:solidFill>
                          <a:schemeClr val="dk1"/>
                        </a:solidFill>
                        <a:latin typeface="Quicksand"/>
                        <a:ea typeface="Quicksand"/>
                        <a:cs typeface="Quicksand"/>
                        <a:sym typeface="Quicksand"/>
                      </a:endParaRPr>
                    </a:p>
                  </a:txBody>
                  <a:tcPr marL="91425" marR="91425" marT="68575" marB="68575" anchor="ctr">
                    <a:lnL w="9525" cap="flat" cmpd="sng">
                      <a:solidFill>
                        <a:srgbClr val="595959">
                          <a:alpha val="0"/>
                        </a:srgbClr>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Objective</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Jan</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Feb</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Mar</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Quicksand"/>
                          <a:ea typeface="Quicksand"/>
                          <a:cs typeface="Quicksand"/>
                          <a:sym typeface="Quicksand"/>
                        </a:rPr>
                        <a:t>Apr</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May</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Jun</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Jul</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Aug</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Sep</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Oct</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Nov</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1200" b="1">
                          <a:solidFill>
                            <a:schemeClr val="dk1"/>
                          </a:solidFill>
                          <a:latin typeface="Quicksand"/>
                          <a:ea typeface="Quicksand"/>
                          <a:cs typeface="Quicksand"/>
                          <a:sym typeface="Quicksand"/>
                        </a:rPr>
                        <a:t>Dec</a:t>
                      </a:r>
                      <a:endParaRPr sz="1200" b="1">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0"/>
                  </a:ext>
                </a:extLst>
              </a:tr>
              <a:tr h="45080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Understanding</a:t>
                      </a:r>
                      <a:endParaRPr sz="10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Analyze and understand the needs of your target audience</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1"/>
                  </a:ext>
                </a:extLst>
              </a:tr>
              <a:tr h="45080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Conduct research</a:t>
                      </a:r>
                      <a:endParaRPr sz="10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Research existing products in the industry and analyze how successful they are</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2"/>
                  </a:ext>
                </a:extLst>
              </a:tr>
              <a:tr h="45080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Brainstorm ideas</a:t>
                      </a:r>
                      <a:endParaRPr sz="10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Generate ideas based on user feedback and research findings</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3"/>
                  </a:ext>
                </a:extLst>
              </a:tr>
              <a:tr h="45080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Develop a prototype</a:t>
                      </a:r>
                      <a:endParaRPr sz="10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Create a basic version of the product to show investors</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4"/>
                  </a:ext>
                </a:extLst>
              </a:tr>
              <a:tr h="45080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Test for usability</a:t>
                      </a:r>
                      <a:endParaRPr sz="10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Put the prototype through rigorous testing processes to ensure that it meets user requirements </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5"/>
                  </a:ext>
                </a:extLst>
              </a:tr>
              <a:tr h="45080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Analyze feedback</a:t>
                      </a:r>
                      <a:endParaRPr sz="1000" b="1">
                        <a:solidFill>
                          <a:schemeClr val="dk1"/>
                        </a:solidFill>
                        <a:latin typeface="Quicksand"/>
                        <a:ea typeface="Quicksand"/>
                        <a:cs typeface="Quicksand"/>
                        <a:sym typeface="Quicksand"/>
                      </a:endParaRPr>
                    </a:p>
                  </a:txBody>
                  <a:tcPr marL="45700" marR="45700" marT="45700" marB="45700" anchor="ctr">
                    <a:lnL w="9525" cap="flat" cmpd="sng">
                      <a:solidFill>
                        <a:srgbClr val="595959">
                          <a:alpha val="0"/>
                        </a:srgbClr>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Analyze feedback</a:t>
                      </a:r>
                      <a:endParaRPr sz="1000">
                        <a:solidFill>
                          <a:schemeClr val="dk1"/>
                        </a:solidFill>
                        <a:latin typeface="Quicksand Medium"/>
                        <a:ea typeface="Quicksand Medium"/>
                        <a:cs typeface="Quicksand Medium"/>
                        <a:sym typeface="Quicksand Medium"/>
                      </a:endParaRPr>
                    </a:p>
                  </a:txBody>
                  <a:tcPr marL="45700" marR="45700" marT="45700" marB="4570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Quicksand"/>
                        <a:ea typeface="Quicksand"/>
                        <a:cs typeface="Quicksand"/>
                        <a:sym typeface="Quicksand"/>
                      </a:endParaRPr>
                    </a:p>
                  </a:txBody>
                  <a:tcPr marL="0" marR="0" marT="0" marB="0" anchor="ctr">
                    <a:lnL w="9525" cap="flat" cmpd="sng">
                      <a:solidFill>
                        <a:schemeClr val="accent1"/>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cxnSp>
        <p:nvCxnSpPr>
          <p:cNvPr id="445" name="Google Shape;445;p44"/>
          <p:cNvCxnSpPr/>
          <p:nvPr/>
        </p:nvCxnSpPr>
        <p:spPr>
          <a:xfrm>
            <a:off x="4419150" y="1891925"/>
            <a:ext cx="750600" cy="0"/>
          </a:xfrm>
          <a:prstGeom prst="straightConnector1">
            <a:avLst/>
          </a:prstGeom>
          <a:noFill/>
          <a:ln w="9525" cap="flat" cmpd="sng">
            <a:solidFill>
              <a:schemeClr val="dk2"/>
            </a:solidFill>
            <a:prstDash val="solid"/>
            <a:round/>
            <a:headEnd type="oval" w="med" len="med"/>
            <a:tailEnd type="oval" w="med" len="med"/>
          </a:ln>
        </p:spPr>
      </p:cxnSp>
      <p:cxnSp>
        <p:nvCxnSpPr>
          <p:cNvPr id="446" name="Google Shape;446;p44"/>
          <p:cNvCxnSpPr/>
          <p:nvPr/>
        </p:nvCxnSpPr>
        <p:spPr>
          <a:xfrm>
            <a:off x="4812250" y="2392675"/>
            <a:ext cx="1072200" cy="0"/>
          </a:xfrm>
          <a:prstGeom prst="straightConnector1">
            <a:avLst/>
          </a:prstGeom>
          <a:noFill/>
          <a:ln w="9525" cap="flat" cmpd="sng">
            <a:solidFill>
              <a:schemeClr val="dk2"/>
            </a:solidFill>
            <a:prstDash val="solid"/>
            <a:round/>
            <a:headEnd type="oval" w="med" len="med"/>
            <a:tailEnd type="oval" w="med" len="med"/>
          </a:ln>
        </p:spPr>
      </p:cxnSp>
      <p:cxnSp>
        <p:nvCxnSpPr>
          <p:cNvPr id="447" name="Google Shape;447;p44"/>
          <p:cNvCxnSpPr/>
          <p:nvPr/>
        </p:nvCxnSpPr>
        <p:spPr>
          <a:xfrm>
            <a:off x="5169675" y="2898225"/>
            <a:ext cx="1368600" cy="0"/>
          </a:xfrm>
          <a:prstGeom prst="straightConnector1">
            <a:avLst/>
          </a:prstGeom>
          <a:noFill/>
          <a:ln w="9525" cap="flat" cmpd="sng">
            <a:solidFill>
              <a:schemeClr val="dk2"/>
            </a:solidFill>
            <a:prstDash val="solid"/>
            <a:round/>
            <a:headEnd type="oval" w="med" len="med"/>
            <a:tailEnd type="oval" w="med" len="med"/>
          </a:ln>
        </p:spPr>
      </p:cxnSp>
      <p:cxnSp>
        <p:nvCxnSpPr>
          <p:cNvPr id="448" name="Google Shape;448;p44"/>
          <p:cNvCxnSpPr/>
          <p:nvPr/>
        </p:nvCxnSpPr>
        <p:spPr>
          <a:xfrm>
            <a:off x="5836425" y="3338300"/>
            <a:ext cx="1041900" cy="0"/>
          </a:xfrm>
          <a:prstGeom prst="straightConnector1">
            <a:avLst/>
          </a:prstGeom>
          <a:noFill/>
          <a:ln w="9525" cap="flat" cmpd="sng">
            <a:solidFill>
              <a:schemeClr val="dk2"/>
            </a:solidFill>
            <a:prstDash val="solid"/>
            <a:round/>
            <a:headEnd type="oval" w="med" len="med"/>
            <a:tailEnd type="oval" w="med" len="med"/>
          </a:ln>
        </p:spPr>
      </p:cxnSp>
      <p:cxnSp>
        <p:nvCxnSpPr>
          <p:cNvPr id="449" name="Google Shape;449;p44"/>
          <p:cNvCxnSpPr/>
          <p:nvPr/>
        </p:nvCxnSpPr>
        <p:spPr>
          <a:xfrm>
            <a:off x="6538275" y="3839425"/>
            <a:ext cx="1041900" cy="0"/>
          </a:xfrm>
          <a:prstGeom prst="straightConnector1">
            <a:avLst/>
          </a:prstGeom>
          <a:noFill/>
          <a:ln w="9525" cap="flat" cmpd="sng">
            <a:solidFill>
              <a:schemeClr val="dk2"/>
            </a:solidFill>
            <a:prstDash val="solid"/>
            <a:round/>
            <a:headEnd type="oval" w="med" len="med"/>
            <a:tailEnd type="oval" w="med" len="med"/>
          </a:ln>
        </p:spPr>
      </p:cxnSp>
      <p:cxnSp>
        <p:nvCxnSpPr>
          <p:cNvPr id="450" name="Google Shape;450;p44"/>
          <p:cNvCxnSpPr/>
          <p:nvPr/>
        </p:nvCxnSpPr>
        <p:spPr>
          <a:xfrm>
            <a:off x="7580175" y="4349250"/>
            <a:ext cx="693000" cy="0"/>
          </a:xfrm>
          <a:prstGeom prst="straightConnector1">
            <a:avLst/>
          </a:prstGeom>
          <a:noFill/>
          <a:ln w="9525" cap="flat" cmpd="sng">
            <a:solidFill>
              <a:schemeClr val="dk2"/>
            </a:solidFill>
            <a:prstDash val="solid"/>
            <a:round/>
            <a:headEnd type="oval" w="med" len="med"/>
            <a:tailEnd type="oval" w="med" len="med"/>
          </a:ln>
        </p:spPr>
      </p:cxn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Shape 454"/>
        <p:cNvGrpSpPr/>
        <p:nvPr/>
      </p:nvGrpSpPr>
      <p:grpSpPr>
        <a:xfrm>
          <a:off x="0" y="0"/>
          <a:ext cx="0" cy="0"/>
          <a:chOff x="0" y="0"/>
          <a:chExt cx="0" cy="0"/>
        </a:xfrm>
      </p:grpSpPr>
      <p:sp>
        <p:nvSpPr>
          <p:cNvPr id="455" name="Google Shape;455;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KPI dashboard</a:t>
            </a:r>
            <a:endParaRPr/>
          </a:p>
        </p:txBody>
      </p:sp>
      <p:graphicFrame>
        <p:nvGraphicFramePr>
          <p:cNvPr id="456" name="Google Shape;456;p45"/>
          <p:cNvGraphicFramePr/>
          <p:nvPr/>
        </p:nvGraphicFramePr>
        <p:xfrm>
          <a:off x="720000" y="1338725"/>
          <a:ext cx="3000000" cy="3000000"/>
        </p:xfrm>
        <a:graphic>
          <a:graphicData uri="http://schemas.openxmlformats.org/drawingml/2006/table">
            <a:tbl>
              <a:tblPr>
                <a:noFill/>
                <a:tableStyleId>{C6D18687-D70A-4D2C-84B8-69CE667B2E3D}</a:tableStyleId>
              </a:tblPr>
              <a:tblGrid>
                <a:gridCol w="961450">
                  <a:extLst>
                    <a:ext uri="{9D8B030D-6E8A-4147-A177-3AD203B41FA5}">
                      <a16:colId xmlns:a16="http://schemas.microsoft.com/office/drawing/2014/main" val="20000"/>
                    </a:ext>
                  </a:extLst>
                </a:gridCol>
                <a:gridCol w="826050">
                  <a:extLst>
                    <a:ext uri="{9D8B030D-6E8A-4147-A177-3AD203B41FA5}">
                      <a16:colId xmlns:a16="http://schemas.microsoft.com/office/drawing/2014/main" val="20001"/>
                    </a:ext>
                  </a:extLst>
                </a:gridCol>
                <a:gridCol w="826050">
                  <a:extLst>
                    <a:ext uri="{9D8B030D-6E8A-4147-A177-3AD203B41FA5}">
                      <a16:colId xmlns:a16="http://schemas.microsoft.com/office/drawing/2014/main" val="20002"/>
                    </a:ext>
                  </a:extLst>
                </a:gridCol>
                <a:gridCol w="826050">
                  <a:extLst>
                    <a:ext uri="{9D8B030D-6E8A-4147-A177-3AD203B41FA5}">
                      <a16:colId xmlns:a16="http://schemas.microsoft.com/office/drawing/2014/main" val="20003"/>
                    </a:ext>
                  </a:extLst>
                </a:gridCol>
              </a:tblGrid>
              <a:tr h="355325">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Product</a:t>
                      </a:r>
                      <a:endParaRPr sz="1200" b="1">
                        <a:solidFill>
                          <a:schemeClr val="dk1"/>
                        </a:solidFill>
                        <a:latin typeface="Quicksand"/>
                        <a:ea typeface="Quicksand"/>
                        <a:cs typeface="Quicksand"/>
                        <a:sym typeface="Quicksand"/>
                      </a:endParaRPr>
                    </a:p>
                  </a:txBody>
                  <a:tcPr marL="91425" marR="91425" marT="45700" marB="45700">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Units</a:t>
                      </a:r>
                      <a:endParaRPr sz="1200" b="1">
                        <a:solidFill>
                          <a:schemeClr val="dk1"/>
                        </a:solidFill>
                        <a:latin typeface="Quicksand"/>
                        <a:ea typeface="Quicksand"/>
                        <a:cs typeface="Quicksand"/>
                        <a:sym typeface="Quicksand"/>
                      </a:endParaRPr>
                    </a:p>
                  </a:txBody>
                  <a:tcPr marL="91425" marR="91425" marT="45700" marB="45700">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Revenue</a:t>
                      </a:r>
                      <a:endParaRPr sz="1200" b="1">
                        <a:solidFill>
                          <a:schemeClr val="dk1"/>
                        </a:solidFill>
                        <a:latin typeface="Quicksand"/>
                        <a:ea typeface="Quicksand"/>
                        <a:cs typeface="Quicksand"/>
                        <a:sym typeface="Quicksand"/>
                      </a:endParaRPr>
                    </a:p>
                  </a:txBody>
                  <a:tcPr marL="91425" marR="91425" marT="45700" marB="45700">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200" b="1">
                          <a:solidFill>
                            <a:schemeClr val="dk1"/>
                          </a:solidFill>
                          <a:latin typeface="Quicksand"/>
                          <a:ea typeface="Quicksand"/>
                          <a:cs typeface="Quicksand"/>
                          <a:sym typeface="Quicksand"/>
                        </a:rPr>
                        <a:t>Returns</a:t>
                      </a:r>
                      <a:endParaRPr b="1">
                        <a:solidFill>
                          <a:schemeClr val="dk1"/>
                        </a:solidFill>
                        <a:latin typeface="Quicksand"/>
                        <a:ea typeface="Quicksand"/>
                        <a:cs typeface="Quicksand"/>
                        <a:sym typeface="Quicksand"/>
                      </a:endParaRPr>
                    </a:p>
                  </a:txBody>
                  <a:tcPr marL="91425" marR="91425" marT="45700" marB="45700">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0"/>
                  </a:ext>
                </a:extLst>
              </a:tr>
              <a:tr h="35325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Item 1</a:t>
                      </a:r>
                      <a:endParaRPr sz="1000" b="1">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500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2,000,000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40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1"/>
                  </a:ext>
                </a:extLst>
              </a:tr>
              <a:tr h="35325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Item 2</a:t>
                      </a:r>
                      <a:endParaRPr sz="1000" b="1">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1,000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50,750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10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2"/>
                  </a:ext>
                </a:extLst>
              </a:tr>
              <a:tr h="35325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Item 3</a:t>
                      </a:r>
                      <a:endParaRPr sz="1000" b="1">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250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1,500,000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300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3"/>
                  </a:ext>
                </a:extLst>
              </a:tr>
              <a:tr h="35325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Item 4</a:t>
                      </a:r>
                      <a:endParaRPr sz="1000" b="1">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500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2,000,000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40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4"/>
                  </a:ext>
                </a:extLst>
              </a:tr>
              <a:tr h="35325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Item 5</a:t>
                      </a:r>
                      <a:endParaRPr sz="1000" b="1">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1,000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50,750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10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5"/>
                  </a:ext>
                </a:extLst>
              </a:tr>
              <a:tr h="35325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Item 6</a:t>
                      </a:r>
                      <a:endParaRPr sz="1000" b="1">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250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1,500,000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300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6"/>
                  </a:ext>
                </a:extLst>
              </a:tr>
              <a:tr h="35325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Item 7</a:t>
                      </a:r>
                      <a:endParaRPr sz="1000" b="1">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500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2,000,000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40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7"/>
                  </a:ext>
                </a:extLst>
              </a:tr>
              <a:tr h="353250">
                <a:tc>
                  <a:txBody>
                    <a:bodyPr/>
                    <a:lstStyle/>
                    <a:p>
                      <a:pPr marL="0" lvl="0" indent="0" algn="ctr" rtl="0">
                        <a:spcBef>
                          <a:spcPts val="0"/>
                        </a:spcBef>
                        <a:spcAft>
                          <a:spcPts val="0"/>
                        </a:spcAft>
                        <a:buNone/>
                      </a:pPr>
                      <a:r>
                        <a:rPr lang="en" sz="1000" b="1">
                          <a:solidFill>
                            <a:schemeClr val="dk1"/>
                          </a:solidFill>
                          <a:latin typeface="Quicksand"/>
                          <a:ea typeface="Quicksand"/>
                          <a:cs typeface="Quicksand"/>
                          <a:sym typeface="Quicksand"/>
                        </a:rPr>
                        <a:t>Item 8</a:t>
                      </a:r>
                      <a:endParaRPr sz="1000" b="1">
                        <a:solidFill>
                          <a:schemeClr val="dk1"/>
                        </a:solidFill>
                        <a:latin typeface="Quicksand"/>
                        <a:ea typeface="Quicksand"/>
                        <a:cs typeface="Quicksand"/>
                        <a:sym typeface="Quicksand"/>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1,000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50,750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000">
                          <a:solidFill>
                            <a:schemeClr val="dk1"/>
                          </a:solidFill>
                          <a:latin typeface="Quicksand Medium"/>
                          <a:ea typeface="Quicksand Medium"/>
                          <a:cs typeface="Quicksand Medium"/>
                          <a:sym typeface="Quicksand Medium"/>
                        </a:rPr>
                        <a:t>10</a:t>
                      </a:r>
                      <a:endParaRPr sz="1000">
                        <a:solidFill>
                          <a:schemeClr val="dk1"/>
                        </a:solidFill>
                        <a:latin typeface="Quicksand Medium"/>
                        <a:ea typeface="Quicksand Medium"/>
                        <a:cs typeface="Quicksand Medium"/>
                        <a:sym typeface="Quicksand Medium"/>
                      </a:endParaRPr>
                    </a:p>
                  </a:txBody>
                  <a:tcPr marL="91425" marR="91425" marT="0" marB="0"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8"/>
                  </a:ext>
                </a:extLst>
              </a:tr>
            </a:tbl>
          </a:graphicData>
        </a:graphic>
      </p:graphicFrame>
      <p:sp>
        <p:nvSpPr>
          <p:cNvPr id="457" name="Google Shape;457;p45"/>
          <p:cNvSpPr txBox="1"/>
          <p:nvPr/>
        </p:nvSpPr>
        <p:spPr>
          <a:xfrm>
            <a:off x="4310950" y="1262525"/>
            <a:ext cx="13134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b="1">
                <a:solidFill>
                  <a:schemeClr val="dk2"/>
                </a:solidFill>
                <a:latin typeface="Quicksand"/>
                <a:ea typeface="Quicksand"/>
                <a:cs typeface="Quicksand"/>
                <a:sym typeface="Quicksand"/>
              </a:rPr>
              <a:t>$4,000,000</a:t>
            </a:r>
            <a:endParaRPr sz="1500" b="1">
              <a:solidFill>
                <a:schemeClr val="dk2"/>
              </a:solidFill>
              <a:latin typeface="Quicksand"/>
              <a:ea typeface="Quicksand"/>
              <a:cs typeface="Quicksand"/>
              <a:sym typeface="Quicksand"/>
            </a:endParaRPr>
          </a:p>
        </p:txBody>
      </p:sp>
      <p:sp>
        <p:nvSpPr>
          <p:cNvPr id="458" name="Google Shape;458;p45"/>
          <p:cNvSpPr txBox="1"/>
          <p:nvPr/>
        </p:nvSpPr>
        <p:spPr>
          <a:xfrm>
            <a:off x="5624490" y="1262525"/>
            <a:ext cx="13134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b="1">
                <a:solidFill>
                  <a:schemeClr val="dk2"/>
                </a:solidFill>
                <a:latin typeface="Quicksand"/>
                <a:ea typeface="Quicksand"/>
                <a:cs typeface="Quicksand"/>
                <a:sym typeface="Quicksand"/>
              </a:rPr>
              <a:t>$100,000</a:t>
            </a:r>
            <a:endParaRPr sz="1500" b="1">
              <a:solidFill>
                <a:schemeClr val="dk2"/>
              </a:solidFill>
              <a:latin typeface="Quicksand"/>
              <a:ea typeface="Quicksand"/>
              <a:cs typeface="Quicksand"/>
              <a:sym typeface="Quicksand"/>
            </a:endParaRPr>
          </a:p>
        </p:txBody>
      </p:sp>
      <p:sp>
        <p:nvSpPr>
          <p:cNvPr id="459" name="Google Shape;459;p45"/>
          <p:cNvSpPr txBox="1"/>
          <p:nvPr/>
        </p:nvSpPr>
        <p:spPr>
          <a:xfrm>
            <a:off x="6938030" y="1262525"/>
            <a:ext cx="13134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b="1">
                <a:solidFill>
                  <a:schemeClr val="dk2"/>
                </a:solidFill>
                <a:latin typeface="Quicksand"/>
                <a:ea typeface="Quicksand"/>
                <a:cs typeface="Quicksand"/>
                <a:sym typeface="Quicksand"/>
              </a:rPr>
              <a:t>$5,000</a:t>
            </a:r>
            <a:endParaRPr sz="1500" b="1">
              <a:solidFill>
                <a:schemeClr val="dk2"/>
              </a:solidFill>
              <a:latin typeface="Quicksand"/>
              <a:ea typeface="Quicksand"/>
              <a:cs typeface="Quicksand"/>
              <a:sym typeface="Quicksand"/>
            </a:endParaRPr>
          </a:p>
        </p:txBody>
      </p:sp>
      <p:sp>
        <p:nvSpPr>
          <p:cNvPr id="460" name="Google Shape;460;p45"/>
          <p:cNvSpPr txBox="1"/>
          <p:nvPr/>
        </p:nvSpPr>
        <p:spPr>
          <a:xfrm>
            <a:off x="4310950" y="1662725"/>
            <a:ext cx="13134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Revenue</a:t>
            </a:r>
            <a:endParaRPr sz="1200">
              <a:solidFill>
                <a:schemeClr val="dk1"/>
              </a:solidFill>
              <a:latin typeface="Quicksand Medium"/>
              <a:ea typeface="Quicksand Medium"/>
              <a:cs typeface="Quicksand Medium"/>
              <a:sym typeface="Quicksand Medium"/>
            </a:endParaRPr>
          </a:p>
        </p:txBody>
      </p:sp>
      <p:sp>
        <p:nvSpPr>
          <p:cNvPr id="461" name="Google Shape;461;p45"/>
          <p:cNvSpPr txBox="1"/>
          <p:nvPr/>
        </p:nvSpPr>
        <p:spPr>
          <a:xfrm>
            <a:off x="5624490" y="1662725"/>
            <a:ext cx="13134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General costs</a:t>
            </a:r>
            <a:endParaRPr sz="1200">
              <a:solidFill>
                <a:schemeClr val="dk1"/>
              </a:solidFill>
              <a:latin typeface="Quicksand Medium"/>
              <a:ea typeface="Quicksand Medium"/>
              <a:cs typeface="Quicksand Medium"/>
              <a:sym typeface="Quicksand Medium"/>
            </a:endParaRPr>
          </a:p>
        </p:txBody>
      </p:sp>
      <p:sp>
        <p:nvSpPr>
          <p:cNvPr id="462" name="Google Shape;462;p45"/>
          <p:cNvSpPr txBox="1"/>
          <p:nvPr/>
        </p:nvSpPr>
        <p:spPr>
          <a:xfrm>
            <a:off x="6938030" y="1662725"/>
            <a:ext cx="1313400" cy="27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Quicksand Medium"/>
                <a:ea typeface="Quicksand Medium"/>
                <a:cs typeface="Quicksand Medium"/>
                <a:sym typeface="Quicksand Medium"/>
              </a:rPr>
              <a:t>Benefit</a:t>
            </a:r>
            <a:endParaRPr sz="1200">
              <a:solidFill>
                <a:schemeClr val="dk1"/>
              </a:solidFill>
              <a:latin typeface="Quicksand Medium"/>
              <a:ea typeface="Quicksand Medium"/>
              <a:cs typeface="Quicksand Medium"/>
              <a:sym typeface="Quicksand Medium"/>
            </a:endParaRPr>
          </a:p>
        </p:txBody>
      </p:sp>
      <p:sp>
        <p:nvSpPr>
          <p:cNvPr id="463" name="Google Shape;463;p45"/>
          <p:cNvSpPr txBox="1"/>
          <p:nvPr/>
        </p:nvSpPr>
        <p:spPr>
          <a:xfrm>
            <a:off x="4310950" y="4280600"/>
            <a:ext cx="4119900" cy="346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000">
                <a:solidFill>
                  <a:schemeClr val="dk1"/>
                </a:solidFill>
                <a:latin typeface="Quicksand Medium"/>
                <a:ea typeface="Quicksand Medium"/>
                <a:cs typeface="Quicksand Medium"/>
                <a:sym typeface="Quicksand Medium"/>
              </a:rPr>
              <a:t>Follow the link in the graph to modify its data and then paste the new one here</a:t>
            </a:r>
            <a:r>
              <a:rPr lang="en" sz="1000">
                <a:solidFill>
                  <a:schemeClr val="dk1"/>
                </a:solidFill>
                <a:latin typeface="Quicksand"/>
                <a:ea typeface="Quicksand"/>
                <a:cs typeface="Quicksand"/>
                <a:sym typeface="Quicksand"/>
              </a:rPr>
              <a:t>. </a:t>
            </a:r>
            <a:r>
              <a:rPr lang="en" sz="1000" b="1" u="sng">
                <a:solidFill>
                  <a:schemeClr val="dk1"/>
                </a:solidFill>
                <a:latin typeface="Quicksand"/>
                <a:ea typeface="Quicksand"/>
                <a:cs typeface="Quicksand"/>
                <a:sym typeface="Quicksand"/>
              </a:rPr>
              <a:t>For more info, click </a:t>
            </a:r>
            <a:r>
              <a:rPr lang="en" sz="1000" b="1" u="sng">
                <a:solidFill>
                  <a:schemeClr val="hlink"/>
                </a:solidFill>
                <a:latin typeface="Quicksand"/>
                <a:ea typeface="Quicksand"/>
                <a:cs typeface="Quicksand"/>
                <a:sym typeface="Quicksand"/>
                <a:hlinkClick r:id="rId3"/>
              </a:rPr>
              <a:t>here</a:t>
            </a:r>
            <a:endParaRPr sz="1000" b="1" u="sng">
              <a:solidFill>
                <a:schemeClr val="dk1"/>
              </a:solidFill>
              <a:latin typeface="Quicksand"/>
              <a:ea typeface="Quicksand"/>
              <a:cs typeface="Quicksand"/>
              <a:sym typeface="Quicksand"/>
            </a:endParaRPr>
          </a:p>
        </p:txBody>
      </p:sp>
      <p:pic>
        <p:nvPicPr>
          <p:cNvPr id="464" name="Google Shape;464;p45" title="Chart">
            <a:hlinkClick r:id="rId4"/>
          </p:cNvPr>
          <p:cNvPicPr preferRelativeResize="0"/>
          <p:nvPr/>
        </p:nvPicPr>
        <p:blipFill>
          <a:blip r:embed="rId5">
            <a:alphaModFix/>
          </a:blip>
          <a:stretch>
            <a:fillRect/>
          </a:stretch>
        </p:blipFill>
        <p:spPr>
          <a:xfrm>
            <a:off x="4555475" y="2012225"/>
            <a:ext cx="3545295" cy="2192174"/>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Shape 491"/>
        <p:cNvGrpSpPr/>
        <p:nvPr/>
      </p:nvGrpSpPr>
      <p:grpSpPr>
        <a:xfrm>
          <a:off x="0" y="0"/>
          <a:ext cx="0" cy="0"/>
          <a:chOff x="0" y="0"/>
          <a:chExt cx="0" cy="0"/>
        </a:xfrm>
      </p:grpSpPr>
      <p:grpSp>
        <p:nvGrpSpPr>
          <p:cNvPr id="492" name="Google Shape;492;p47"/>
          <p:cNvGrpSpPr/>
          <p:nvPr/>
        </p:nvGrpSpPr>
        <p:grpSpPr>
          <a:xfrm rot="-1615933">
            <a:off x="896614" y="2621808"/>
            <a:ext cx="3119624" cy="1058855"/>
            <a:chOff x="4702775" y="1893350"/>
            <a:chExt cx="2079150" cy="705700"/>
          </a:xfrm>
        </p:grpSpPr>
        <p:sp>
          <p:nvSpPr>
            <p:cNvPr id="493" name="Google Shape;493;p47"/>
            <p:cNvSpPr/>
            <p:nvPr/>
          </p:nvSpPr>
          <p:spPr>
            <a:xfrm>
              <a:off x="5605450" y="2312850"/>
              <a:ext cx="13200" cy="11500"/>
            </a:xfrm>
            <a:custGeom>
              <a:avLst/>
              <a:gdLst/>
              <a:ahLst/>
              <a:cxnLst/>
              <a:rect l="l" t="t" r="r" b="b"/>
              <a:pathLst>
                <a:path w="528" h="460" extrusionOk="0">
                  <a:moveTo>
                    <a:pt x="263" y="0"/>
                  </a:moveTo>
                  <a:cubicBezTo>
                    <a:pt x="179" y="0"/>
                    <a:pt x="98" y="47"/>
                    <a:pt x="58" y="128"/>
                  </a:cubicBezTo>
                  <a:cubicBezTo>
                    <a:pt x="0" y="242"/>
                    <a:pt x="58" y="380"/>
                    <a:pt x="172" y="437"/>
                  </a:cubicBezTo>
                  <a:cubicBezTo>
                    <a:pt x="203" y="453"/>
                    <a:pt x="234" y="460"/>
                    <a:pt x="265" y="460"/>
                  </a:cubicBezTo>
                  <a:cubicBezTo>
                    <a:pt x="349" y="460"/>
                    <a:pt x="428" y="406"/>
                    <a:pt x="470" y="323"/>
                  </a:cubicBezTo>
                  <a:cubicBezTo>
                    <a:pt x="527" y="208"/>
                    <a:pt x="482" y="71"/>
                    <a:pt x="367" y="25"/>
                  </a:cubicBezTo>
                  <a:cubicBezTo>
                    <a:pt x="334" y="8"/>
                    <a:pt x="298" y="0"/>
                    <a:pt x="26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47"/>
            <p:cNvSpPr/>
            <p:nvPr/>
          </p:nvSpPr>
          <p:spPr>
            <a:xfrm>
              <a:off x="5840850" y="2351800"/>
              <a:ext cx="13200" cy="11550"/>
            </a:xfrm>
            <a:custGeom>
              <a:avLst/>
              <a:gdLst/>
              <a:ahLst/>
              <a:cxnLst/>
              <a:rect l="l" t="t" r="r" b="b"/>
              <a:pathLst>
                <a:path w="528" h="462" extrusionOk="0">
                  <a:moveTo>
                    <a:pt x="263" y="0"/>
                  </a:moveTo>
                  <a:cubicBezTo>
                    <a:pt x="179" y="0"/>
                    <a:pt x="98" y="47"/>
                    <a:pt x="58" y="128"/>
                  </a:cubicBezTo>
                  <a:cubicBezTo>
                    <a:pt x="1" y="242"/>
                    <a:pt x="58" y="380"/>
                    <a:pt x="172" y="437"/>
                  </a:cubicBezTo>
                  <a:cubicBezTo>
                    <a:pt x="202" y="454"/>
                    <a:pt x="234" y="461"/>
                    <a:pt x="267" y="461"/>
                  </a:cubicBezTo>
                  <a:cubicBezTo>
                    <a:pt x="348" y="461"/>
                    <a:pt x="429" y="412"/>
                    <a:pt x="470" y="323"/>
                  </a:cubicBezTo>
                  <a:cubicBezTo>
                    <a:pt x="528" y="208"/>
                    <a:pt x="470" y="82"/>
                    <a:pt x="367" y="25"/>
                  </a:cubicBezTo>
                  <a:cubicBezTo>
                    <a:pt x="334" y="8"/>
                    <a:pt x="298" y="0"/>
                    <a:pt x="26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7"/>
            <p:cNvSpPr/>
            <p:nvPr/>
          </p:nvSpPr>
          <p:spPr>
            <a:xfrm>
              <a:off x="5720275" y="2472075"/>
              <a:ext cx="13200" cy="11550"/>
            </a:xfrm>
            <a:custGeom>
              <a:avLst/>
              <a:gdLst/>
              <a:ahLst/>
              <a:cxnLst/>
              <a:rect l="l" t="t" r="r" b="b"/>
              <a:pathLst>
                <a:path w="528" h="462" extrusionOk="0">
                  <a:moveTo>
                    <a:pt x="255" y="0"/>
                  </a:moveTo>
                  <a:cubicBezTo>
                    <a:pt x="174" y="0"/>
                    <a:pt x="99" y="47"/>
                    <a:pt x="58" y="128"/>
                  </a:cubicBezTo>
                  <a:cubicBezTo>
                    <a:pt x="1" y="243"/>
                    <a:pt x="47" y="380"/>
                    <a:pt x="161" y="437"/>
                  </a:cubicBezTo>
                  <a:cubicBezTo>
                    <a:pt x="195" y="454"/>
                    <a:pt x="230" y="462"/>
                    <a:pt x="265" y="462"/>
                  </a:cubicBezTo>
                  <a:cubicBezTo>
                    <a:pt x="349" y="462"/>
                    <a:pt x="430" y="415"/>
                    <a:pt x="471" y="334"/>
                  </a:cubicBezTo>
                  <a:cubicBezTo>
                    <a:pt x="528" y="220"/>
                    <a:pt x="471" y="82"/>
                    <a:pt x="356" y="25"/>
                  </a:cubicBezTo>
                  <a:cubicBezTo>
                    <a:pt x="323" y="8"/>
                    <a:pt x="288" y="0"/>
                    <a:pt x="25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7"/>
            <p:cNvSpPr/>
            <p:nvPr/>
          </p:nvSpPr>
          <p:spPr>
            <a:xfrm>
              <a:off x="6397575" y="2158250"/>
              <a:ext cx="12900" cy="11525"/>
            </a:xfrm>
            <a:custGeom>
              <a:avLst/>
              <a:gdLst/>
              <a:ahLst/>
              <a:cxnLst/>
              <a:rect l="l" t="t" r="r" b="b"/>
              <a:pathLst>
                <a:path w="516" h="461" extrusionOk="0">
                  <a:moveTo>
                    <a:pt x="261" y="1"/>
                  </a:moveTo>
                  <a:cubicBezTo>
                    <a:pt x="173" y="1"/>
                    <a:pt x="88" y="54"/>
                    <a:pt x="46" y="138"/>
                  </a:cubicBezTo>
                  <a:cubicBezTo>
                    <a:pt x="0" y="252"/>
                    <a:pt x="46" y="390"/>
                    <a:pt x="161" y="435"/>
                  </a:cubicBezTo>
                  <a:cubicBezTo>
                    <a:pt x="194" y="452"/>
                    <a:pt x="230" y="460"/>
                    <a:pt x="264" y="460"/>
                  </a:cubicBezTo>
                  <a:cubicBezTo>
                    <a:pt x="349" y="460"/>
                    <a:pt x="430" y="413"/>
                    <a:pt x="470" y="332"/>
                  </a:cubicBezTo>
                  <a:lnTo>
                    <a:pt x="459" y="332"/>
                  </a:lnTo>
                  <a:cubicBezTo>
                    <a:pt x="516" y="218"/>
                    <a:pt x="470" y="80"/>
                    <a:pt x="356" y="23"/>
                  </a:cubicBezTo>
                  <a:cubicBezTo>
                    <a:pt x="325" y="8"/>
                    <a:pt x="293" y="1"/>
                    <a:pt x="26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47"/>
            <p:cNvSpPr/>
            <p:nvPr/>
          </p:nvSpPr>
          <p:spPr>
            <a:xfrm>
              <a:off x="6407875" y="2007275"/>
              <a:ext cx="13200" cy="11400"/>
            </a:xfrm>
            <a:custGeom>
              <a:avLst/>
              <a:gdLst/>
              <a:ahLst/>
              <a:cxnLst/>
              <a:rect l="l" t="t" r="r" b="b"/>
              <a:pathLst>
                <a:path w="528" h="456" extrusionOk="0">
                  <a:moveTo>
                    <a:pt x="255" y="0"/>
                  </a:moveTo>
                  <a:cubicBezTo>
                    <a:pt x="174" y="0"/>
                    <a:pt x="99" y="47"/>
                    <a:pt x="58" y="128"/>
                  </a:cubicBezTo>
                  <a:cubicBezTo>
                    <a:pt x="1" y="243"/>
                    <a:pt x="47" y="380"/>
                    <a:pt x="161" y="437"/>
                  </a:cubicBezTo>
                  <a:cubicBezTo>
                    <a:pt x="191" y="449"/>
                    <a:pt x="222" y="455"/>
                    <a:pt x="253" y="455"/>
                  </a:cubicBezTo>
                  <a:cubicBezTo>
                    <a:pt x="341" y="455"/>
                    <a:pt x="428" y="408"/>
                    <a:pt x="471" y="323"/>
                  </a:cubicBezTo>
                  <a:cubicBezTo>
                    <a:pt x="528" y="208"/>
                    <a:pt x="471" y="71"/>
                    <a:pt x="356" y="25"/>
                  </a:cubicBezTo>
                  <a:cubicBezTo>
                    <a:pt x="323" y="8"/>
                    <a:pt x="288" y="0"/>
                    <a:pt x="25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7"/>
            <p:cNvSpPr/>
            <p:nvPr/>
          </p:nvSpPr>
          <p:spPr>
            <a:xfrm>
              <a:off x="6579700" y="2094050"/>
              <a:ext cx="12925" cy="11375"/>
            </a:xfrm>
            <a:custGeom>
              <a:avLst/>
              <a:gdLst/>
              <a:ahLst/>
              <a:cxnLst/>
              <a:rect l="l" t="t" r="r" b="b"/>
              <a:pathLst>
                <a:path w="517" h="455" extrusionOk="0">
                  <a:moveTo>
                    <a:pt x="252" y="0"/>
                  </a:moveTo>
                  <a:cubicBezTo>
                    <a:pt x="168" y="0"/>
                    <a:pt x="87" y="47"/>
                    <a:pt x="47" y="128"/>
                  </a:cubicBezTo>
                  <a:cubicBezTo>
                    <a:pt x="1" y="243"/>
                    <a:pt x="47" y="380"/>
                    <a:pt x="161" y="437"/>
                  </a:cubicBezTo>
                  <a:cubicBezTo>
                    <a:pt x="191" y="449"/>
                    <a:pt x="222" y="455"/>
                    <a:pt x="253" y="455"/>
                  </a:cubicBezTo>
                  <a:cubicBezTo>
                    <a:pt x="341" y="455"/>
                    <a:pt x="425" y="408"/>
                    <a:pt x="459" y="323"/>
                  </a:cubicBezTo>
                  <a:cubicBezTo>
                    <a:pt x="516" y="208"/>
                    <a:pt x="471" y="71"/>
                    <a:pt x="356" y="25"/>
                  </a:cubicBezTo>
                  <a:cubicBezTo>
                    <a:pt x="323" y="8"/>
                    <a:pt x="287"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7"/>
            <p:cNvSpPr/>
            <p:nvPr/>
          </p:nvSpPr>
          <p:spPr>
            <a:xfrm>
              <a:off x="6768725" y="2011850"/>
              <a:ext cx="13200" cy="11400"/>
            </a:xfrm>
            <a:custGeom>
              <a:avLst/>
              <a:gdLst/>
              <a:ahLst/>
              <a:cxnLst/>
              <a:rect l="l" t="t" r="r" b="b"/>
              <a:pathLst>
                <a:path w="528" h="456" extrusionOk="0">
                  <a:moveTo>
                    <a:pt x="254" y="1"/>
                  </a:moveTo>
                  <a:cubicBezTo>
                    <a:pt x="173" y="1"/>
                    <a:pt x="98" y="47"/>
                    <a:pt x="58" y="128"/>
                  </a:cubicBezTo>
                  <a:cubicBezTo>
                    <a:pt x="0" y="243"/>
                    <a:pt x="46" y="380"/>
                    <a:pt x="161" y="438"/>
                  </a:cubicBezTo>
                  <a:cubicBezTo>
                    <a:pt x="190" y="450"/>
                    <a:pt x="222" y="455"/>
                    <a:pt x="252" y="455"/>
                  </a:cubicBezTo>
                  <a:cubicBezTo>
                    <a:pt x="341" y="455"/>
                    <a:pt x="428" y="408"/>
                    <a:pt x="470" y="323"/>
                  </a:cubicBezTo>
                  <a:cubicBezTo>
                    <a:pt x="527" y="209"/>
                    <a:pt x="470" y="71"/>
                    <a:pt x="356" y="25"/>
                  </a:cubicBezTo>
                  <a:cubicBezTo>
                    <a:pt x="322" y="9"/>
                    <a:pt x="288" y="1"/>
                    <a:pt x="25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7"/>
            <p:cNvSpPr/>
            <p:nvPr/>
          </p:nvSpPr>
          <p:spPr>
            <a:xfrm>
              <a:off x="5793600" y="2466975"/>
              <a:ext cx="13200" cy="11500"/>
            </a:xfrm>
            <a:custGeom>
              <a:avLst/>
              <a:gdLst/>
              <a:ahLst/>
              <a:cxnLst/>
              <a:rect l="l" t="t" r="r" b="b"/>
              <a:pathLst>
                <a:path w="528" h="460" extrusionOk="0">
                  <a:moveTo>
                    <a:pt x="263" y="0"/>
                  </a:moveTo>
                  <a:cubicBezTo>
                    <a:pt x="178" y="0"/>
                    <a:pt x="100" y="53"/>
                    <a:pt x="58" y="137"/>
                  </a:cubicBezTo>
                  <a:cubicBezTo>
                    <a:pt x="0" y="252"/>
                    <a:pt x="46" y="378"/>
                    <a:pt x="161" y="435"/>
                  </a:cubicBezTo>
                  <a:cubicBezTo>
                    <a:pt x="194" y="452"/>
                    <a:pt x="230" y="460"/>
                    <a:pt x="264" y="460"/>
                  </a:cubicBezTo>
                  <a:cubicBezTo>
                    <a:pt x="349" y="460"/>
                    <a:pt x="430" y="413"/>
                    <a:pt x="470" y="332"/>
                  </a:cubicBezTo>
                  <a:cubicBezTo>
                    <a:pt x="527" y="217"/>
                    <a:pt x="470" y="80"/>
                    <a:pt x="356" y="23"/>
                  </a:cubicBezTo>
                  <a:cubicBezTo>
                    <a:pt x="325" y="7"/>
                    <a:pt x="293" y="0"/>
                    <a:pt x="26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7"/>
            <p:cNvSpPr/>
            <p:nvPr/>
          </p:nvSpPr>
          <p:spPr>
            <a:xfrm>
              <a:off x="5720275" y="2472075"/>
              <a:ext cx="13200" cy="11550"/>
            </a:xfrm>
            <a:custGeom>
              <a:avLst/>
              <a:gdLst/>
              <a:ahLst/>
              <a:cxnLst/>
              <a:rect l="l" t="t" r="r" b="b"/>
              <a:pathLst>
                <a:path w="528" h="462" extrusionOk="0">
                  <a:moveTo>
                    <a:pt x="255" y="0"/>
                  </a:moveTo>
                  <a:cubicBezTo>
                    <a:pt x="174" y="0"/>
                    <a:pt x="99" y="47"/>
                    <a:pt x="58" y="128"/>
                  </a:cubicBezTo>
                  <a:cubicBezTo>
                    <a:pt x="1" y="243"/>
                    <a:pt x="47" y="380"/>
                    <a:pt x="161" y="437"/>
                  </a:cubicBezTo>
                  <a:cubicBezTo>
                    <a:pt x="195" y="454"/>
                    <a:pt x="230" y="462"/>
                    <a:pt x="265" y="462"/>
                  </a:cubicBezTo>
                  <a:cubicBezTo>
                    <a:pt x="349" y="462"/>
                    <a:pt x="430" y="415"/>
                    <a:pt x="471" y="334"/>
                  </a:cubicBezTo>
                  <a:cubicBezTo>
                    <a:pt x="528" y="220"/>
                    <a:pt x="471" y="82"/>
                    <a:pt x="356" y="25"/>
                  </a:cubicBezTo>
                  <a:cubicBezTo>
                    <a:pt x="323" y="8"/>
                    <a:pt x="288" y="0"/>
                    <a:pt x="25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7"/>
            <p:cNvSpPr/>
            <p:nvPr/>
          </p:nvSpPr>
          <p:spPr>
            <a:xfrm>
              <a:off x="4870025" y="2357975"/>
              <a:ext cx="13200" cy="11400"/>
            </a:xfrm>
            <a:custGeom>
              <a:avLst/>
              <a:gdLst/>
              <a:ahLst/>
              <a:cxnLst/>
              <a:rect l="l" t="t" r="r" b="b"/>
              <a:pathLst>
                <a:path w="528" h="456" extrusionOk="0">
                  <a:moveTo>
                    <a:pt x="275" y="1"/>
                  </a:moveTo>
                  <a:cubicBezTo>
                    <a:pt x="187" y="1"/>
                    <a:pt x="100" y="48"/>
                    <a:pt x="58" y="133"/>
                  </a:cubicBezTo>
                  <a:cubicBezTo>
                    <a:pt x="0" y="247"/>
                    <a:pt x="58" y="385"/>
                    <a:pt x="172" y="431"/>
                  </a:cubicBezTo>
                  <a:cubicBezTo>
                    <a:pt x="202" y="447"/>
                    <a:pt x="235" y="455"/>
                    <a:pt x="269" y="455"/>
                  </a:cubicBezTo>
                  <a:cubicBezTo>
                    <a:pt x="349" y="455"/>
                    <a:pt x="430" y="409"/>
                    <a:pt x="470" y="328"/>
                  </a:cubicBezTo>
                  <a:cubicBezTo>
                    <a:pt x="527" y="213"/>
                    <a:pt x="482" y="76"/>
                    <a:pt x="367" y="18"/>
                  </a:cubicBezTo>
                  <a:cubicBezTo>
                    <a:pt x="337" y="6"/>
                    <a:pt x="306" y="1"/>
                    <a:pt x="27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7"/>
            <p:cNvSpPr/>
            <p:nvPr/>
          </p:nvSpPr>
          <p:spPr>
            <a:xfrm>
              <a:off x="4885500" y="1913050"/>
              <a:ext cx="12900" cy="11575"/>
            </a:xfrm>
            <a:custGeom>
              <a:avLst/>
              <a:gdLst/>
              <a:ahLst/>
              <a:cxnLst/>
              <a:rect l="l" t="t" r="r" b="b"/>
              <a:pathLst>
                <a:path w="516" h="463" extrusionOk="0">
                  <a:moveTo>
                    <a:pt x="254" y="1"/>
                  </a:moveTo>
                  <a:cubicBezTo>
                    <a:pt x="173" y="1"/>
                    <a:pt x="98" y="47"/>
                    <a:pt x="57" y="128"/>
                  </a:cubicBezTo>
                  <a:cubicBezTo>
                    <a:pt x="0" y="254"/>
                    <a:pt x="46" y="380"/>
                    <a:pt x="160" y="438"/>
                  </a:cubicBezTo>
                  <a:cubicBezTo>
                    <a:pt x="194" y="454"/>
                    <a:pt x="229" y="462"/>
                    <a:pt x="264" y="462"/>
                  </a:cubicBezTo>
                  <a:cubicBezTo>
                    <a:pt x="348" y="462"/>
                    <a:pt x="429" y="416"/>
                    <a:pt x="470" y="335"/>
                  </a:cubicBezTo>
                  <a:cubicBezTo>
                    <a:pt x="516" y="220"/>
                    <a:pt x="470" y="83"/>
                    <a:pt x="355" y="25"/>
                  </a:cubicBezTo>
                  <a:cubicBezTo>
                    <a:pt x="322" y="9"/>
                    <a:pt x="287" y="1"/>
                    <a:pt x="25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7"/>
            <p:cNvSpPr/>
            <p:nvPr/>
          </p:nvSpPr>
          <p:spPr>
            <a:xfrm>
              <a:off x="5836850" y="1940250"/>
              <a:ext cx="13200" cy="11400"/>
            </a:xfrm>
            <a:custGeom>
              <a:avLst/>
              <a:gdLst/>
              <a:ahLst/>
              <a:cxnLst/>
              <a:rect l="l" t="t" r="r" b="b"/>
              <a:pathLst>
                <a:path w="528" h="456" extrusionOk="0">
                  <a:moveTo>
                    <a:pt x="263" y="1"/>
                  </a:moveTo>
                  <a:cubicBezTo>
                    <a:pt x="179" y="1"/>
                    <a:pt x="98" y="48"/>
                    <a:pt x="57" y="129"/>
                  </a:cubicBezTo>
                  <a:cubicBezTo>
                    <a:pt x="0" y="243"/>
                    <a:pt x="57" y="381"/>
                    <a:pt x="172" y="438"/>
                  </a:cubicBezTo>
                  <a:cubicBezTo>
                    <a:pt x="202" y="450"/>
                    <a:pt x="233" y="456"/>
                    <a:pt x="263" y="456"/>
                  </a:cubicBezTo>
                  <a:cubicBezTo>
                    <a:pt x="351" y="456"/>
                    <a:pt x="436" y="408"/>
                    <a:pt x="470" y="323"/>
                  </a:cubicBezTo>
                  <a:cubicBezTo>
                    <a:pt x="527" y="209"/>
                    <a:pt x="481" y="71"/>
                    <a:pt x="367" y="26"/>
                  </a:cubicBezTo>
                  <a:cubicBezTo>
                    <a:pt x="333" y="9"/>
                    <a:pt x="298" y="1"/>
                    <a:pt x="26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7"/>
            <p:cNvSpPr/>
            <p:nvPr/>
          </p:nvSpPr>
          <p:spPr>
            <a:xfrm>
              <a:off x="5650400" y="2115800"/>
              <a:ext cx="13200" cy="11525"/>
            </a:xfrm>
            <a:custGeom>
              <a:avLst/>
              <a:gdLst/>
              <a:ahLst/>
              <a:cxnLst/>
              <a:rect l="l" t="t" r="r" b="b"/>
              <a:pathLst>
                <a:path w="528" h="461" extrusionOk="0">
                  <a:moveTo>
                    <a:pt x="255" y="1"/>
                  </a:moveTo>
                  <a:cubicBezTo>
                    <a:pt x="174" y="1"/>
                    <a:pt x="99" y="48"/>
                    <a:pt x="58" y="129"/>
                  </a:cubicBezTo>
                  <a:cubicBezTo>
                    <a:pt x="1" y="243"/>
                    <a:pt x="47" y="381"/>
                    <a:pt x="161" y="438"/>
                  </a:cubicBezTo>
                  <a:cubicBezTo>
                    <a:pt x="192" y="453"/>
                    <a:pt x="224" y="460"/>
                    <a:pt x="256" y="460"/>
                  </a:cubicBezTo>
                  <a:cubicBezTo>
                    <a:pt x="344" y="460"/>
                    <a:pt x="429" y="407"/>
                    <a:pt x="471" y="323"/>
                  </a:cubicBezTo>
                  <a:cubicBezTo>
                    <a:pt x="528" y="209"/>
                    <a:pt x="471" y="71"/>
                    <a:pt x="356" y="26"/>
                  </a:cubicBezTo>
                  <a:cubicBezTo>
                    <a:pt x="323" y="9"/>
                    <a:pt x="288" y="1"/>
                    <a:pt x="25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7"/>
            <p:cNvSpPr/>
            <p:nvPr/>
          </p:nvSpPr>
          <p:spPr>
            <a:xfrm>
              <a:off x="5543025" y="1893350"/>
              <a:ext cx="12900" cy="11500"/>
            </a:xfrm>
            <a:custGeom>
              <a:avLst/>
              <a:gdLst/>
              <a:ahLst/>
              <a:cxnLst/>
              <a:rect l="l" t="t" r="r" b="b"/>
              <a:pathLst>
                <a:path w="516" h="460" extrusionOk="0">
                  <a:moveTo>
                    <a:pt x="260" y="0"/>
                  </a:moveTo>
                  <a:cubicBezTo>
                    <a:pt x="173" y="0"/>
                    <a:pt x="88" y="54"/>
                    <a:pt x="46" y="137"/>
                  </a:cubicBezTo>
                  <a:cubicBezTo>
                    <a:pt x="0" y="252"/>
                    <a:pt x="46" y="378"/>
                    <a:pt x="161" y="435"/>
                  </a:cubicBezTo>
                  <a:cubicBezTo>
                    <a:pt x="194" y="452"/>
                    <a:pt x="229" y="460"/>
                    <a:pt x="264" y="460"/>
                  </a:cubicBezTo>
                  <a:cubicBezTo>
                    <a:pt x="348" y="460"/>
                    <a:pt x="426" y="413"/>
                    <a:pt x="458" y="332"/>
                  </a:cubicBezTo>
                  <a:cubicBezTo>
                    <a:pt x="516" y="218"/>
                    <a:pt x="470" y="80"/>
                    <a:pt x="355" y="23"/>
                  </a:cubicBezTo>
                  <a:cubicBezTo>
                    <a:pt x="325" y="8"/>
                    <a:pt x="292" y="0"/>
                    <a:pt x="26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7"/>
            <p:cNvSpPr/>
            <p:nvPr/>
          </p:nvSpPr>
          <p:spPr>
            <a:xfrm>
              <a:off x="5007200" y="2414550"/>
              <a:ext cx="13200" cy="11475"/>
            </a:xfrm>
            <a:custGeom>
              <a:avLst/>
              <a:gdLst/>
              <a:ahLst/>
              <a:cxnLst/>
              <a:rect l="l" t="t" r="r" b="b"/>
              <a:pathLst>
                <a:path w="528" h="459" extrusionOk="0">
                  <a:moveTo>
                    <a:pt x="270" y="1"/>
                  </a:moveTo>
                  <a:cubicBezTo>
                    <a:pt x="184" y="1"/>
                    <a:pt x="99" y="51"/>
                    <a:pt x="58" y="126"/>
                  </a:cubicBezTo>
                  <a:cubicBezTo>
                    <a:pt x="0" y="241"/>
                    <a:pt x="58" y="378"/>
                    <a:pt x="172" y="436"/>
                  </a:cubicBezTo>
                  <a:cubicBezTo>
                    <a:pt x="203" y="451"/>
                    <a:pt x="235" y="458"/>
                    <a:pt x="265" y="458"/>
                  </a:cubicBezTo>
                  <a:cubicBezTo>
                    <a:pt x="349" y="458"/>
                    <a:pt x="428" y="405"/>
                    <a:pt x="470" y="321"/>
                  </a:cubicBezTo>
                  <a:cubicBezTo>
                    <a:pt x="527" y="218"/>
                    <a:pt x="482" y="81"/>
                    <a:pt x="367" y="23"/>
                  </a:cubicBezTo>
                  <a:cubicBezTo>
                    <a:pt x="336" y="8"/>
                    <a:pt x="303" y="1"/>
                    <a:pt x="27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7"/>
            <p:cNvSpPr/>
            <p:nvPr/>
          </p:nvSpPr>
          <p:spPr>
            <a:xfrm>
              <a:off x="4951650" y="2148450"/>
              <a:ext cx="12900" cy="11525"/>
            </a:xfrm>
            <a:custGeom>
              <a:avLst/>
              <a:gdLst/>
              <a:ahLst/>
              <a:cxnLst/>
              <a:rect l="l" t="t" r="r" b="b"/>
              <a:pathLst>
                <a:path w="516" h="461" extrusionOk="0">
                  <a:moveTo>
                    <a:pt x="252" y="1"/>
                  </a:moveTo>
                  <a:cubicBezTo>
                    <a:pt x="167" y="1"/>
                    <a:pt x="87" y="47"/>
                    <a:pt x="46" y="129"/>
                  </a:cubicBezTo>
                  <a:cubicBezTo>
                    <a:pt x="0" y="243"/>
                    <a:pt x="46" y="381"/>
                    <a:pt x="161" y="438"/>
                  </a:cubicBezTo>
                  <a:cubicBezTo>
                    <a:pt x="191" y="453"/>
                    <a:pt x="224" y="460"/>
                    <a:pt x="255" y="460"/>
                  </a:cubicBezTo>
                  <a:cubicBezTo>
                    <a:pt x="342" y="460"/>
                    <a:pt x="425" y="407"/>
                    <a:pt x="458" y="323"/>
                  </a:cubicBezTo>
                  <a:cubicBezTo>
                    <a:pt x="516" y="220"/>
                    <a:pt x="470" y="83"/>
                    <a:pt x="355" y="25"/>
                  </a:cubicBezTo>
                  <a:cubicBezTo>
                    <a:pt x="322" y="9"/>
                    <a:pt x="286" y="1"/>
                    <a:pt x="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47"/>
            <p:cNvSpPr/>
            <p:nvPr/>
          </p:nvSpPr>
          <p:spPr>
            <a:xfrm>
              <a:off x="4862300" y="2262325"/>
              <a:ext cx="12900" cy="11400"/>
            </a:xfrm>
            <a:custGeom>
              <a:avLst/>
              <a:gdLst/>
              <a:ahLst/>
              <a:cxnLst/>
              <a:rect l="l" t="t" r="r" b="b"/>
              <a:pathLst>
                <a:path w="516" h="456" extrusionOk="0">
                  <a:moveTo>
                    <a:pt x="264" y="1"/>
                  </a:moveTo>
                  <a:cubicBezTo>
                    <a:pt x="176" y="1"/>
                    <a:pt x="91" y="48"/>
                    <a:pt x="57" y="133"/>
                  </a:cubicBezTo>
                  <a:cubicBezTo>
                    <a:pt x="0" y="247"/>
                    <a:pt x="46" y="385"/>
                    <a:pt x="161" y="431"/>
                  </a:cubicBezTo>
                  <a:cubicBezTo>
                    <a:pt x="194" y="447"/>
                    <a:pt x="229" y="455"/>
                    <a:pt x="264" y="455"/>
                  </a:cubicBezTo>
                  <a:cubicBezTo>
                    <a:pt x="349" y="455"/>
                    <a:pt x="429" y="409"/>
                    <a:pt x="470" y="328"/>
                  </a:cubicBezTo>
                  <a:cubicBezTo>
                    <a:pt x="516" y="213"/>
                    <a:pt x="470" y="75"/>
                    <a:pt x="355" y="18"/>
                  </a:cubicBezTo>
                  <a:cubicBezTo>
                    <a:pt x="326" y="6"/>
                    <a:pt x="295" y="1"/>
                    <a:pt x="26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7"/>
            <p:cNvSpPr/>
            <p:nvPr/>
          </p:nvSpPr>
          <p:spPr>
            <a:xfrm>
              <a:off x="6397575" y="2158250"/>
              <a:ext cx="12900" cy="11525"/>
            </a:xfrm>
            <a:custGeom>
              <a:avLst/>
              <a:gdLst/>
              <a:ahLst/>
              <a:cxnLst/>
              <a:rect l="l" t="t" r="r" b="b"/>
              <a:pathLst>
                <a:path w="516" h="461" extrusionOk="0">
                  <a:moveTo>
                    <a:pt x="261" y="1"/>
                  </a:moveTo>
                  <a:cubicBezTo>
                    <a:pt x="173" y="1"/>
                    <a:pt x="88" y="54"/>
                    <a:pt x="46" y="138"/>
                  </a:cubicBezTo>
                  <a:cubicBezTo>
                    <a:pt x="0" y="252"/>
                    <a:pt x="46" y="390"/>
                    <a:pt x="161" y="435"/>
                  </a:cubicBezTo>
                  <a:cubicBezTo>
                    <a:pt x="194" y="452"/>
                    <a:pt x="230" y="460"/>
                    <a:pt x="264" y="460"/>
                  </a:cubicBezTo>
                  <a:cubicBezTo>
                    <a:pt x="349" y="460"/>
                    <a:pt x="430" y="413"/>
                    <a:pt x="470" y="332"/>
                  </a:cubicBezTo>
                  <a:lnTo>
                    <a:pt x="459" y="332"/>
                  </a:lnTo>
                  <a:cubicBezTo>
                    <a:pt x="516" y="218"/>
                    <a:pt x="470" y="80"/>
                    <a:pt x="356" y="23"/>
                  </a:cubicBezTo>
                  <a:cubicBezTo>
                    <a:pt x="325" y="8"/>
                    <a:pt x="293" y="1"/>
                    <a:pt x="26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7"/>
            <p:cNvSpPr/>
            <p:nvPr/>
          </p:nvSpPr>
          <p:spPr>
            <a:xfrm>
              <a:off x="6768725" y="2011850"/>
              <a:ext cx="13200" cy="11400"/>
            </a:xfrm>
            <a:custGeom>
              <a:avLst/>
              <a:gdLst/>
              <a:ahLst/>
              <a:cxnLst/>
              <a:rect l="l" t="t" r="r" b="b"/>
              <a:pathLst>
                <a:path w="528" h="456" extrusionOk="0">
                  <a:moveTo>
                    <a:pt x="254" y="1"/>
                  </a:moveTo>
                  <a:cubicBezTo>
                    <a:pt x="173" y="1"/>
                    <a:pt x="98" y="47"/>
                    <a:pt x="58" y="128"/>
                  </a:cubicBezTo>
                  <a:cubicBezTo>
                    <a:pt x="0" y="243"/>
                    <a:pt x="46" y="380"/>
                    <a:pt x="161" y="438"/>
                  </a:cubicBezTo>
                  <a:cubicBezTo>
                    <a:pt x="190" y="450"/>
                    <a:pt x="222" y="455"/>
                    <a:pt x="252" y="455"/>
                  </a:cubicBezTo>
                  <a:cubicBezTo>
                    <a:pt x="341" y="455"/>
                    <a:pt x="428" y="408"/>
                    <a:pt x="470" y="323"/>
                  </a:cubicBezTo>
                  <a:cubicBezTo>
                    <a:pt x="527" y="209"/>
                    <a:pt x="470" y="71"/>
                    <a:pt x="356" y="25"/>
                  </a:cubicBezTo>
                  <a:cubicBezTo>
                    <a:pt x="322" y="9"/>
                    <a:pt x="288" y="1"/>
                    <a:pt x="25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7"/>
            <p:cNvSpPr/>
            <p:nvPr/>
          </p:nvSpPr>
          <p:spPr>
            <a:xfrm>
              <a:off x="6681375" y="1896775"/>
              <a:ext cx="12925" cy="11525"/>
            </a:xfrm>
            <a:custGeom>
              <a:avLst/>
              <a:gdLst/>
              <a:ahLst/>
              <a:cxnLst/>
              <a:rect l="l" t="t" r="r" b="b"/>
              <a:pathLst>
                <a:path w="517" h="461" extrusionOk="0">
                  <a:moveTo>
                    <a:pt x="259" y="1"/>
                  </a:moveTo>
                  <a:cubicBezTo>
                    <a:pt x="172" y="1"/>
                    <a:pt x="88" y="51"/>
                    <a:pt x="46" y="126"/>
                  </a:cubicBezTo>
                  <a:cubicBezTo>
                    <a:pt x="1" y="252"/>
                    <a:pt x="46" y="378"/>
                    <a:pt x="161" y="436"/>
                  </a:cubicBezTo>
                  <a:cubicBezTo>
                    <a:pt x="194" y="452"/>
                    <a:pt x="230" y="460"/>
                    <a:pt x="265" y="460"/>
                  </a:cubicBezTo>
                  <a:cubicBezTo>
                    <a:pt x="349" y="460"/>
                    <a:pt x="430" y="414"/>
                    <a:pt x="470" y="333"/>
                  </a:cubicBezTo>
                  <a:lnTo>
                    <a:pt x="470" y="321"/>
                  </a:lnTo>
                  <a:cubicBezTo>
                    <a:pt x="516" y="207"/>
                    <a:pt x="470" y="81"/>
                    <a:pt x="356" y="23"/>
                  </a:cubicBezTo>
                  <a:cubicBezTo>
                    <a:pt x="325" y="8"/>
                    <a:pt x="292" y="1"/>
                    <a:pt x="25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7"/>
            <p:cNvSpPr/>
            <p:nvPr/>
          </p:nvSpPr>
          <p:spPr>
            <a:xfrm>
              <a:off x="6246375" y="1988950"/>
              <a:ext cx="12900" cy="11550"/>
            </a:xfrm>
            <a:custGeom>
              <a:avLst/>
              <a:gdLst/>
              <a:ahLst/>
              <a:cxnLst/>
              <a:rect l="l" t="t" r="r" b="b"/>
              <a:pathLst>
                <a:path w="516" h="462" extrusionOk="0">
                  <a:moveTo>
                    <a:pt x="252" y="0"/>
                  </a:moveTo>
                  <a:cubicBezTo>
                    <a:pt x="168" y="0"/>
                    <a:pt x="90" y="47"/>
                    <a:pt x="57" y="128"/>
                  </a:cubicBezTo>
                  <a:cubicBezTo>
                    <a:pt x="0" y="243"/>
                    <a:pt x="46" y="380"/>
                    <a:pt x="161" y="437"/>
                  </a:cubicBezTo>
                  <a:cubicBezTo>
                    <a:pt x="194" y="454"/>
                    <a:pt x="229" y="462"/>
                    <a:pt x="264" y="462"/>
                  </a:cubicBezTo>
                  <a:cubicBezTo>
                    <a:pt x="348" y="462"/>
                    <a:pt x="429" y="415"/>
                    <a:pt x="470" y="334"/>
                  </a:cubicBezTo>
                  <a:cubicBezTo>
                    <a:pt x="516" y="220"/>
                    <a:pt x="470" y="82"/>
                    <a:pt x="355" y="25"/>
                  </a:cubicBezTo>
                  <a:cubicBezTo>
                    <a:pt x="322" y="8"/>
                    <a:pt x="286"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7"/>
            <p:cNvSpPr/>
            <p:nvPr/>
          </p:nvSpPr>
          <p:spPr>
            <a:xfrm>
              <a:off x="6407875" y="2007275"/>
              <a:ext cx="13200" cy="11400"/>
            </a:xfrm>
            <a:custGeom>
              <a:avLst/>
              <a:gdLst/>
              <a:ahLst/>
              <a:cxnLst/>
              <a:rect l="l" t="t" r="r" b="b"/>
              <a:pathLst>
                <a:path w="528" h="456" extrusionOk="0">
                  <a:moveTo>
                    <a:pt x="255" y="0"/>
                  </a:moveTo>
                  <a:cubicBezTo>
                    <a:pt x="174" y="0"/>
                    <a:pt x="99" y="47"/>
                    <a:pt x="58" y="128"/>
                  </a:cubicBezTo>
                  <a:cubicBezTo>
                    <a:pt x="1" y="243"/>
                    <a:pt x="47" y="380"/>
                    <a:pt x="161" y="437"/>
                  </a:cubicBezTo>
                  <a:cubicBezTo>
                    <a:pt x="191" y="449"/>
                    <a:pt x="222" y="455"/>
                    <a:pt x="253" y="455"/>
                  </a:cubicBezTo>
                  <a:cubicBezTo>
                    <a:pt x="341" y="455"/>
                    <a:pt x="428" y="408"/>
                    <a:pt x="471" y="323"/>
                  </a:cubicBezTo>
                  <a:cubicBezTo>
                    <a:pt x="528" y="208"/>
                    <a:pt x="471" y="71"/>
                    <a:pt x="356" y="25"/>
                  </a:cubicBezTo>
                  <a:cubicBezTo>
                    <a:pt x="323" y="8"/>
                    <a:pt x="288" y="0"/>
                    <a:pt x="25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7"/>
            <p:cNvSpPr/>
            <p:nvPr/>
          </p:nvSpPr>
          <p:spPr>
            <a:xfrm>
              <a:off x="6246375" y="1988950"/>
              <a:ext cx="12900" cy="11550"/>
            </a:xfrm>
            <a:custGeom>
              <a:avLst/>
              <a:gdLst/>
              <a:ahLst/>
              <a:cxnLst/>
              <a:rect l="l" t="t" r="r" b="b"/>
              <a:pathLst>
                <a:path w="516" h="462" extrusionOk="0">
                  <a:moveTo>
                    <a:pt x="252" y="0"/>
                  </a:moveTo>
                  <a:cubicBezTo>
                    <a:pt x="168" y="0"/>
                    <a:pt x="90" y="47"/>
                    <a:pt x="57" y="128"/>
                  </a:cubicBezTo>
                  <a:cubicBezTo>
                    <a:pt x="0" y="243"/>
                    <a:pt x="46" y="380"/>
                    <a:pt x="161" y="437"/>
                  </a:cubicBezTo>
                  <a:cubicBezTo>
                    <a:pt x="194" y="454"/>
                    <a:pt x="229" y="462"/>
                    <a:pt x="264" y="462"/>
                  </a:cubicBezTo>
                  <a:cubicBezTo>
                    <a:pt x="348" y="462"/>
                    <a:pt x="429" y="415"/>
                    <a:pt x="470" y="334"/>
                  </a:cubicBezTo>
                  <a:cubicBezTo>
                    <a:pt x="516" y="220"/>
                    <a:pt x="470" y="82"/>
                    <a:pt x="355" y="25"/>
                  </a:cubicBezTo>
                  <a:cubicBezTo>
                    <a:pt x="322" y="8"/>
                    <a:pt x="286"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7"/>
            <p:cNvSpPr/>
            <p:nvPr/>
          </p:nvSpPr>
          <p:spPr>
            <a:xfrm>
              <a:off x="6397575" y="2158250"/>
              <a:ext cx="12900" cy="11525"/>
            </a:xfrm>
            <a:custGeom>
              <a:avLst/>
              <a:gdLst/>
              <a:ahLst/>
              <a:cxnLst/>
              <a:rect l="l" t="t" r="r" b="b"/>
              <a:pathLst>
                <a:path w="516" h="461" extrusionOk="0">
                  <a:moveTo>
                    <a:pt x="261" y="1"/>
                  </a:moveTo>
                  <a:cubicBezTo>
                    <a:pt x="173" y="1"/>
                    <a:pt x="88" y="54"/>
                    <a:pt x="46" y="138"/>
                  </a:cubicBezTo>
                  <a:cubicBezTo>
                    <a:pt x="0" y="252"/>
                    <a:pt x="46" y="390"/>
                    <a:pt x="161" y="435"/>
                  </a:cubicBezTo>
                  <a:cubicBezTo>
                    <a:pt x="194" y="452"/>
                    <a:pt x="230" y="460"/>
                    <a:pt x="264" y="460"/>
                  </a:cubicBezTo>
                  <a:cubicBezTo>
                    <a:pt x="349" y="460"/>
                    <a:pt x="430" y="413"/>
                    <a:pt x="470" y="332"/>
                  </a:cubicBezTo>
                  <a:lnTo>
                    <a:pt x="459" y="332"/>
                  </a:lnTo>
                  <a:cubicBezTo>
                    <a:pt x="516" y="218"/>
                    <a:pt x="470" y="80"/>
                    <a:pt x="356" y="23"/>
                  </a:cubicBezTo>
                  <a:cubicBezTo>
                    <a:pt x="325" y="8"/>
                    <a:pt x="293" y="1"/>
                    <a:pt x="26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7"/>
            <p:cNvSpPr/>
            <p:nvPr/>
          </p:nvSpPr>
          <p:spPr>
            <a:xfrm>
              <a:off x="6260975" y="2234125"/>
              <a:ext cx="13200" cy="11525"/>
            </a:xfrm>
            <a:custGeom>
              <a:avLst/>
              <a:gdLst/>
              <a:ahLst/>
              <a:cxnLst/>
              <a:rect l="l" t="t" r="r" b="b"/>
              <a:pathLst>
                <a:path w="528" h="461" extrusionOk="0">
                  <a:moveTo>
                    <a:pt x="261" y="1"/>
                  </a:moveTo>
                  <a:cubicBezTo>
                    <a:pt x="177" y="1"/>
                    <a:pt x="99" y="52"/>
                    <a:pt x="58" y="127"/>
                  </a:cubicBezTo>
                  <a:cubicBezTo>
                    <a:pt x="0" y="241"/>
                    <a:pt x="46" y="379"/>
                    <a:pt x="161" y="436"/>
                  </a:cubicBezTo>
                  <a:cubicBezTo>
                    <a:pt x="194" y="453"/>
                    <a:pt x="230" y="461"/>
                    <a:pt x="264" y="461"/>
                  </a:cubicBezTo>
                  <a:cubicBezTo>
                    <a:pt x="349" y="461"/>
                    <a:pt x="429" y="414"/>
                    <a:pt x="470" y="333"/>
                  </a:cubicBezTo>
                  <a:lnTo>
                    <a:pt x="470" y="321"/>
                  </a:lnTo>
                  <a:cubicBezTo>
                    <a:pt x="527" y="218"/>
                    <a:pt x="470" y="81"/>
                    <a:pt x="355" y="24"/>
                  </a:cubicBezTo>
                  <a:cubicBezTo>
                    <a:pt x="324" y="8"/>
                    <a:pt x="292" y="1"/>
                    <a:pt x="26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7"/>
            <p:cNvSpPr/>
            <p:nvPr/>
          </p:nvSpPr>
          <p:spPr>
            <a:xfrm>
              <a:off x="5793600" y="2466975"/>
              <a:ext cx="13200" cy="11500"/>
            </a:xfrm>
            <a:custGeom>
              <a:avLst/>
              <a:gdLst/>
              <a:ahLst/>
              <a:cxnLst/>
              <a:rect l="l" t="t" r="r" b="b"/>
              <a:pathLst>
                <a:path w="528" h="460" extrusionOk="0">
                  <a:moveTo>
                    <a:pt x="263" y="0"/>
                  </a:moveTo>
                  <a:cubicBezTo>
                    <a:pt x="178" y="0"/>
                    <a:pt x="100" y="53"/>
                    <a:pt x="58" y="137"/>
                  </a:cubicBezTo>
                  <a:cubicBezTo>
                    <a:pt x="0" y="252"/>
                    <a:pt x="46" y="378"/>
                    <a:pt x="161" y="435"/>
                  </a:cubicBezTo>
                  <a:cubicBezTo>
                    <a:pt x="194" y="452"/>
                    <a:pt x="230" y="460"/>
                    <a:pt x="264" y="460"/>
                  </a:cubicBezTo>
                  <a:cubicBezTo>
                    <a:pt x="349" y="460"/>
                    <a:pt x="430" y="413"/>
                    <a:pt x="470" y="332"/>
                  </a:cubicBezTo>
                  <a:cubicBezTo>
                    <a:pt x="527" y="217"/>
                    <a:pt x="470" y="80"/>
                    <a:pt x="356" y="23"/>
                  </a:cubicBezTo>
                  <a:cubicBezTo>
                    <a:pt x="325" y="7"/>
                    <a:pt x="293" y="0"/>
                    <a:pt x="26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7"/>
            <p:cNvSpPr/>
            <p:nvPr/>
          </p:nvSpPr>
          <p:spPr>
            <a:xfrm>
              <a:off x="6068525" y="2296250"/>
              <a:ext cx="13200" cy="11550"/>
            </a:xfrm>
            <a:custGeom>
              <a:avLst/>
              <a:gdLst/>
              <a:ahLst/>
              <a:cxnLst/>
              <a:rect l="l" t="t" r="r" b="b"/>
              <a:pathLst>
                <a:path w="528" h="462" extrusionOk="0">
                  <a:moveTo>
                    <a:pt x="256" y="0"/>
                  </a:moveTo>
                  <a:cubicBezTo>
                    <a:pt x="174" y="0"/>
                    <a:pt x="99" y="49"/>
                    <a:pt x="58" y="139"/>
                  </a:cubicBezTo>
                  <a:cubicBezTo>
                    <a:pt x="0" y="242"/>
                    <a:pt x="46" y="379"/>
                    <a:pt x="161" y="437"/>
                  </a:cubicBezTo>
                  <a:cubicBezTo>
                    <a:pt x="194" y="453"/>
                    <a:pt x="230" y="461"/>
                    <a:pt x="264" y="461"/>
                  </a:cubicBezTo>
                  <a:cubicBezTo>
                    <a:pt x="349" y="461"/>
                    <a:pt x="430" y="415"/>
                    <a:pt x="470" y="334"/>
                  </a:cubicBezTo>
                  <a:cubicBezTo>
                    <a:pt x="527" y="219"/>
                    <a:pt x="470" y="82"/>
                    <a:pt x="356" y="24"/>
                  </a:cubicBezTo>
                  <a:cubicBezTo>
                    <a:pt x="323" y="8"/>
                    <a:pt x="289" y="0"/>
                    <a:pt x="256"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7"/>
            <p:cNvSpPr/>
            <p:nvPr/>
          </p:nvSpPr>
          <p:spPr>
            <a:xfrm>
              <a:off x="5813650" y="2202875"/>
              <a:ext cx="12900" cy="11375"/>
            </a:xfrm>
            <a:custGeom>
              <a:avLst/>
              <a:gdLst/>
              <a:ahLst/>
              <a:cxnLst/>
              <a:rect l="l" t="t" r="r" b="b"/>
              <a:pathLst>
                <a:path w="516" h="455" extrusionOk="0">
                  <a:moveTo>
                    <a:pt x="252" y="0"/>
                  </a:moveTo>
                  <a:cubicBezTo>
                    <a:pt x="167" y="0"/>
                    <a:pt x="87" y="47"/>
                    <a:pt x="46" y="128"/>
                  </a:cubicBezTo>
                  <a:cubicBezTo>
                    <a:pt x="0" y="243"/>
                    <a:pt x="46" y="380"/>
                    <a:pt x="161" y="437"/>
                  </a:cubicBezTo>
                  <a:cubicBezTo>
                    <a:pt x="190" y="449"/>
                    <a:pt x="221" y="455"/>
                    <a:pt x="252" y="455"/>
                  </a:cubicBezTo>
                  <a:cubicBezTo>
                    <a:pt x="340" y="455"/>
                    <a:pt x="425" y="408"/>
                    <a:pt x="459" y="323"/>
                  </a:cubicBezTo>
                  <a:cubicBezTo>
                    <a:pt x="516" y="208"/>
                    <a:pt x="470" y="71"/>
                    <a:pt x="355" y="25"/>
                  </a:cubicBezTo>
                  <a:cubicBezTo>
                    <a:pt x="322" y="8"/>
                    <a:pt x="287"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7"/>
            <p:cNvSpPr/>
            <p:nvPr/>
          </p:nvSpPr>
          <p:spPr>
            <a:xfrm>
              <a:off x="5650400" y="2115800"/>
              <a:ext cx="13200" cy="11525"/>
            </a:xfrm>
            <a:custGeom>
              <a:avLst/>
              <a:gdLst/>
              <a:ahLst/>
              <a:cxnLst/>
              <a:rect l="l" t="t" r="r" b="b"/>
              <a:pathLst>
                <a:path w="528" h="461" extrusionOk="0">
                  <a:moveTo>
                    <a:pt x="255" y="1"/>
                  </a:moveTo>
                  <a:cubicBezTo>
                    <a:pt x="174" y="1"/>
                    <a:pt x="99" y="48"/>
                    <a:pt x="58" y="129"/>
                  </a:cubicBezTo>
                  <a:cubicBezTo>
                    <a:pt x="1" y="243"/>
                    <a:pt x="47" y="381"/>
                    <a:pt x="161" y="438"/>
                  </a:cubicBezTo>
                  <a:cubicBezTo>
                    <a:pt x="192" y="453"/>
                    <a:pt x="224" y="460"/>
                    <a:pt x="256" y="460"/>
                  </a:cubicBezTo>
                  <a:cubicBezTo>
                    <a:pt x="344" y="460"/>
                    <a:pt x="429" y="407"/>
                    <a:pt x="471" y="323"/>
                  </a:cubicBezTo>
                  <a:cubicBezTo>
                    <a:pt x="528" y="209"/>
                    <a:pt x="471" y="71"/>
                    <a:pt x="356" y="26"/>
                  </a:cubicBezTo>
                  <a:cubicBezTo>
                    <a:pt x="323" y="9"/>
                    <a:pt x="288" y="1"/>
                    <a:pt x="25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7"/>
            <p:cNvSpPr/>
            <p:nvPr/>
          </p:nvSpPr>
          <p:spPr>
            <a:xfrm>
              <a:off x="5813650" y="2202875"/>
              <a:ext cx="12900" cy="11375"/>
            </a:xfrm>
            <a:custGeom>
              <a:avLst/>
              <a:gdLst/>
              <a:ahLst/>
              <a:cxnLst/>
              <a:rect l="l" t="t" r="r" b="b"/>
              <a:pathLst>
                <a:path w="516" h="455" extrusionOk="0">
                  <a:moveTo>
                    <a:pt x="252" y="0"/>
                  </a:moveTo>
                  <a:cubicBezTo>
                    <a:pt x="167" y="0"/>
                    <a:pt x="87" y="47"/>
                    <a:pt x="46" y="128"/>
                  </a:cubicBezTo>
                  <a:cubicBezTo>
                    <a:pt x="0" y="243"/>
                    <a:pt x="46" y="380"/>
                    <a:pt x="161" y="437"/>
                  </a:cubicBezTo>
                  <a:cubicBezTo>
                    <a:pt x="190" y="449"/>
                    <a:pt x="221" y="455"/>
                    <a:pt x="252" y="455"/>
                  </a:cubicBezTo>
                  <a:cubicBezTo>
                    <a:pt x="340" y="455"/>
                    <a:pt x="425" y="408"/>
                    <a:pt x="459" y="323"/>
                  </a:cubicBezTo>
                  <a:cubicBezTo>
                    <a:pt x="516" y="208"/>
                    <a:pt x="470" y="71"/>
                    <a:pt x="355" y="25"/>
                  </a:cubicBezTo>
                  <a:cubicBezTo>
                    <a:pt x="322" y="8"/>
                    <a:pt x="287"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7"/>
            <p:cNvSpPr/>
            <p:nvPr/>
          </p:nvSpPr>
          <p:spPr>
            <a:xfrm>
              <a:off x="5813650" y="2031800"/>
              <a:ext cx="12900" cy="11375"/>
            </a:xfrm>
            <a:custGeom>
              <a:avLst/>
              <a:gdLst/>
              <a:ahLst/>
              <a:cxnLst/>
              <a:rect l="l" t="t" r="r" b="b"/>
              <a:pathLst>
                <a:path w="516" h="455" extrusionOk="0">
                  <a:moveTo>
                    <a:pt x="264" y="0"/>
                  </a:moveTo>
                  <a:cubicBezTo>
                    <a:pt x="175" y="0"/>
                    <a:pt x="89" y="47"/>
                    <a:pt x="46" y="132"/>
                  </a:cubicBezTo>
                  <a:cubicBezTo>
                    <a:pt x="0" y="247"/>
                    <a:pt x="46" y="384"/>
                    <a:pt x="161" y="430"/>
                  </a:cubicBezTo>
                  <a:cubicBezTo>
                    <a:pt x="194" y="447"/>
                    <a:pt x="230" y="455"/>
                    <a:pt x="264" y="455"/>
                  </a:cubicBezTo>
                  <a:cubicBezTo>
                    <a:pt x="348" y="455"/>
                    <a:pt x="426" y="408"/>
                    <a:pt x="459" y="327"/>
                  </a:cubicBezTo>
                  <a:cubicBezTo>
                    <a:pt x="516" y="213"/>
                    <a:pt x="470" y="75"/>
                    <a:pt x="355" y="18"/>
                  </a:cubicBezTo>
                  <a:cubicBezTo>
                    <a:pt x="326" y="6"/>
                    <a:pt x="295" y="0"/>
                    <a:pt x="26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7"/>
            <p:cNvSpPr/>
            <p:nvPr/>
          </p:nvSpPr>
          <p:spPr>
            <a:xfrm>
              <a:off x="5650400" y="2115800"/>
              <a:ext cx="13200" cy="11525"/>
            </a:xfrm>
            <a:custGeom>
              <a:avLst/>
              <a:gdLst/>
              <a:ahLst/>
              <a:cxnLst/>
              <a:rect l="l" t="t" r="r" b="b"/>
              <a:pathLst>
                <a:path w="528" h="461" extrusionOk="0">
                  <a:moveTo>
                    <a:pt x="255" y="1"/>
                  </a:moveTo>
                  <a:cubicBezTo>
                    <a:pt x="174" y="1"/>
                    <a:pt x="99" y="48"/>
                    <a:pt x="58" y="129"/>
                  </a:cubicBezTo>
                  <a:cubicBezTo>
                    <a:pt x="1" y="243"/>
                    <a:pt x="47" y="381"/>
                    <a:pt x="161" y="438"/>
                  </a:cubicBezTo>
                  <a:cubicBezTo>
                    <a:pt x="192" y="453"/>
                    <a:pt x="224" y="460"/>
                    <a:pt x="256" y="460"/>
                  </a:cubicBezTo>
                  <a:cubicBezTo>
                    <a:pt x="344" y="460"/>
                    <a:pt x="429" y="407"/>
                    <a:pt x="471" y="323"/>
                  </a:cubicBezTo>
                  <a:cubicBezTo>
                    <a:pt x="528" y="209"/>
                    <a:pt x="471" y="71"/>
                    <a:pt x="356" y="26"/>
                  </a:cubicBezTo>
                  <a:cubicBezTo>
                    <a:pt x="323" y="9"/>
                    <a:pt x="288" y="1"/>
                    <a:pt x="25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7"/>
            <p:cNvSpPr/>
            <p:nvPr/>
          </p:nvSpPr>
          <p:spPr>
            <a:xfrm>
              <a:off x="5813650" y="2202875"/>
              <a:ext cx="12900" cy="11375"/>
            </a:xfrm>
            <a:custGeom>
              <a:avLst/>
              <a:gdLst/>
              <a:ahLst/>
              <a:cxnLst/>
              <a:rect l="l" t="t" r="r" b="b"/>
              <a:pathLst>
                <a:path w="516" h="455" extrusionOk="0">
                  <a:moveTo>
                    <a:pt x="252" y="0"/>
                  </a:moveTo>
                  <a:cubicBezTo>
                    <a:pt x="167" y="0"/>
                    <a:pt x="87" y="47"/>
                    <a:pt x="46" y="128"/>
                  </a:cubicBezTo>
                  <a:cubicBezTo>
                    <a:pt x="0" y="243"/>
                    <a:pt x="46" y="380"/>
                    <a:pt x="161" y="437"/>
                  </a:cubicBezTo>
                  <a:cubicBezTo>
                    <a:pt x="190" y="449"/>
                    <a:pt x="221" y="455"/>
                    <a:pt x="252" y="455"/>
                  </a:cubicBezTo>
                  <a:cubicBezTo>
                    <a:pt x="340" y="455"/>
                    <a:pt x="425" y="408"/>
                    <a:pt x="459" y="323"/>
                  </a:cubicBezTo>
                  <a:cubicBezTo>
                    <a:pt x="516" y="208"/>
                    <a:pt x="470" y="71"/>
                    <a:pt x="355" y="25"/>
                  </a:cubicBezTo>
                  <a:cubicBezTo>
                    <a:pt x="322" y="8"/>
                    <a:pt x="287"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7"/>
            <p:cNvSpPr/>
            <p:nvPr/>
          </p:nvSpPr>
          <p:spPr>
            <a:xfrm>
              <a:off x="5813650" y="2202875"/>
              <a:ext cx="12900" cy="11375"/>
            </a:xfrm>
            <a:custGeom>
              <a:avLst/>
              <a:gdLst/>
              <a:ahLst/>
              <a:cxnLst/>
              <a:rect l="l" t="t" r="r" b="b"/>
              <a:pathLst>
                <a:path w="516" h="455" extrusionOk="0">
                  <a:moveTo>
                    <a:pt x="252" y="0"/>
                  </a:moveTo>
                  <a:cubicBezTo>
                    <a:pt x="167" y="0"/>
                    <a:pt x="87" y="47"/>
                    <a:pt x="46" y="128"/>
                  </a:cubicBezTo>
                  <a:cubicBezTo>
                    <a:pt x="0" y="243"/>
                    <a:pt x="46" y="380"/>
                    <a:pt x="161" y="437"/>
                  </a:cubicBezTo>
                  <a:cubicBezTo>
                    <a:pt x="190" y="449"/>
                    <a:pt x="221" y="455"/>
                    <a:pt x="252" y="455"/>
                  </a:cubicBezTo>
                  <a:cubicBezTo>
                    <a:pt x="340" y="455"/>
                    <a:pt x="425" y="408"/>
                    <a:pt x="459" y="323"/>
                  </a:cubicBezTo>
                  <a:cubicBezTo>
                    <a:pt x="516" y="208"/>
                    <a:pt x="470" y="71"/>
                    <a:pt x="355" y="25"/>
                  </a:cubicBezTo>
                  <a:cubicBezTo>
                    <a:pt x="322" y="8"/>
                    <a:pt x="287"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7"/>
            <p:cNvSpPr/>
            <p:nvPr/>
          </p:nvSpPr>
          <p:spPr>
            <a:xfrm>
              <a:off x="5943375" y="2051375"/>
              <a:ext cx="12900" cy="11525"/>
            </a:xfrm>
            <a:custGeom>
              <a:avLst/>
              <a:gdLst/>
              <a:ahLst/>
              <a:cxnLst/>
              <a:rect l="l" t="t" r="r" b="b"/>
              <a:pathLst>
                <a:path w="516" h="461" extrusionOk="0">
                  <a:moveTo>
                    <a:pt x="252" y="1"/>
                  </a:moveTo>
                  <a:cubicBezTo>
                    <a:pt x="168" y="1"/>
                    <a:pt x="87" y="47"/>
                    <a:pt x="46" y="128"/>
                  </a:cubicBezTo>
                  <a:cubicBezTo>
                    <a:pt x="1" y="243"/>
                    <a:pt x="46" y="380"/>
                    <a:pt x="161" y="438"/>
                  </a:cubicBezTo>
                  <a:cubicBezTo>
                    <a:pt x="192" y="453"/>
                    <a:pt x="224" y="460"/>
                    <a:pt x="256" y="460"/>
                  </a:cubicBezTo>
                  <a:cubicBezTo>
                    <a:pt x="343" y="460"/>
                    <a:pt x="425" y="407"/>
                    <a:pt x="459" y="323"/>
                  </a:cubicBezTo>
                  <a:cubicBezTo>
                    <a:pt x="516" y="208"/>
                    <a:pt x="470" y="71"/>
                    <a:pt x="356" y="25"/>
                  </a:cubicBezTo>
                  <a:cubicBezTo>
                    <a:pt x="322" y="8"/>
                    <a:pt x="287" y="1"/>
                    <a:pt x="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7"/>
            <p:cNvSpPr/>
            <p:nvPr/>
          </p:nvSpPr>
          <p:spPr>
            <a:xfrm>
              <a:off x="4883475" y="2073725"/>
              <a:ext cx="12925" cy="11500"/>
            </a:xfrm>
            <a:custGeom>
              <a:avLst/>
              <a:gdLst/>
              <a:ahLst/>
              <a:cxnLst/>
              <a:rect l="l" t="t" r="r" b="b"/>
              <a:pathLst>
                <a:path w="517" h="460" extrusionOk="0">
                  <a:moveTo>
                    <a:pt x="252" y="0"/>
                  </a:moveTo>
                  <a:cubicBezTo>
                    <a:pt x="168" y="0"/>
                    <a:pt x="87" y="47"/>
                    <a:pt x="47" y="128"/>
                  </a:cubicBezTo>
                  <a:cubicBezTo>
                    <a:pt x="1" y="242"/>
                    <a:pt x="47" y="380"/>
                    <a:pt x="161" y="437"/>
                  </a:cubicBezTo>
                  <a:cubicBezTo>
                    <a:pt x="192" y="452"/>
                    <a:pt x="224" y="460"/>
                    <a:pt x="256" y="460"/>
                  </a:cubicBezTo>
                  <a:cubicBezTo>
                    <a:pt x="343" y="460"/>
                    <a:pt x="425" y="406"/>
                    <a:pt x="459" y="323"/>
                  </a:cubicBezTo>
                  <a:cubicBezTo>
                    <a:pt x="516" y="208"/>
                    <a:pt x="470" y="71"/>
                    <a:pt x="356" y="25"/>
                  </a:cubicBezTo>
                  <a:cubicBezTo>
                    <a:pt x="322" y="8"/>
                    <a:pt x="287"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7"/>
            <p:cNvSpPr/>
            <p:nvPr/>
          </p:nvSpPr>
          <p:spPr>
            <a:xfrm>
              <a:off x="4862300" y="2262325"/>
              <a:ext cx="12900" cy="11400"/>
            </a:xfrm>
            <a:custGeom>
              <a:avLst/>
              <a:gdLst/>
              <a:ahLst/>
              <a:cxnLst/>
              <a:rect l="l" t="t" r="r" b="b"/>
              <a:pathLst>
                <a:path w="516" h="456" extrusionOk="0">
                  <a:moveTo>
                    <a:pt x="264" y="1"/>
                  </a:moveTo>
                  <a:cubicBezTo>
                    <a:pt x="176" y="1"/>
                    <a:pt x="91" y="48"/>
                    <a:pt x="57" y="133"/>
                  </a:cubicBezTo>
                  <a:cubicBezTo>
                    <a:pt x="0" y="247"/>
                    <a:pt x="46" y="385"/>
                    <a:pt x="161" y="431"/>
                  </a:cubicBezTo>
                  <a:cubicBezTo>
                    <a:pt x="194" y="447"/>
                    <a:pt x="229" y="455"/>
                    <a:pt x="264" y="455"/>
                  </a:cubicBezTo>
                  <a:cubicBezTo>
                    <a:pt x="349" y="455"/>
                    <a:pt x="429" y="409"/>
                    <a:pt x="470" y="328"/>
                  </a:cubicBezTo>
                  <a:cubicBezTo>
                    <a:pt x="516" y="213"/>
                    <a:pt x="470" y="75"/>
                    <a:pt x="355" y="18"/>
                  </a:cubicBezTo>
                  <a:cubicBezTo>
                    <a:pt x="326" y="6"/>
                    <a:pt x="295" y="1"/>
                    <a:pt x="26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7"/>
            <p:cNvSpPr/>
            <p:nvPr/>
          </p:nvSpPr>
          <p:spPr>
            <a:xfrm>
              <a:off x="4735425" y="2128700"/>
              <a:ext cx="13200" cy="11500"/>
            </a:xfrm>
            <a:custGeom>
              <a:avLst/>
              <a:gdLst/>
              <a:ahLst/>
              <a:cxnLst/>
              <a:rect l="l" t="t" r="r" b="b"/>
              <a:pathLst>
                <a:path w="528" h="460" extrusionOk="0">
                  <a:moveTo>
                    <a:pt x="254" y="0"/>
                  </a:moveTo>
                  <a:cubicBezTo>
                    <a:pt x="173" y="0"/>
                    <a:pt x="98" y="47"/>
                    <a:pt x="58" y="128"/>
                  </a:cubicBezTo>
                  <a:cubicBezTo>
                    <a:pt x="0" y="243"/>
                    <a:pt x="46" y="380"/>
                    <a:pt x="161" y="437"/>
                  </a:cubicBezTo>
                  <a:cubicBezTo>
                    <a:pt x="192" y="453"/>
                    <a:pt x="224" y="460"/>
                    <a:pt x="256" y="460"/>
                  </a:cubicBezTo>
                  <a:cubicBezTo>
                    <a:pt x="343" y="460"/>
                    <a:pt x="428" y="407"/>
                    <a:pt x="470" y="323"/>
                  </a:cubicBezTo>
                  <a:cubicBezTo>
                    <a:pt x="527" y="208"/>
                    <a:pt x="470" y="71"/>
                    <a:pt x="356" y="25"/>
                  </a:cubicBezTo>
                  <a:cubicBezTo>
                    <a:pt x="322" y="8"/>
                    <a:pt x="288" y="0"/>
                    <a:pt x="25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47"/>
            <p:cNvSpPr/>
            <p:nvPr/>
          </p:nvSpPr>
          <p:spPr>
            <a:xfrm>
              <a:off x="5194200" y="2201050"/>
              <a:ext cx="13200" cy="11375"/>
            </a:xfrm>
            <a:custGeom>
              <a:avLst/>
              <a:gdLst/>
              <a:ahLst/>
              <a:cxnLst/>
              <a:rect l="l" t="t" r="r" b="b"/>
              <a:pathLst>
                <a:path w="528" h="455" extrusionOk="0">
                  <a:moveTo>
                    <a:pt x="276" y="0"/>
                  </a:moveTo>
                  <a:cubicBezTo>
                    <a:pt x="187" y="0"/>
                    <a:pt x="100" y="47"/>
                    <a:pt x="58" y="132"/>
                  </a:cubicBezTo>
                  <a:cubicBezTo>
                    <a:pt x="1" y="247"/>
                    <a:pt x="58" y="384"/>
                    <a:pt x="173" y="430"/>
                  </a:cubicBezTo>
                  <a:cubicBezTo>
                    <a:pt x="206" y="447"/>
                    <a:pt x="240" y="455"/>
                    <a:pt x="274" y="455"/>
                  </a:cubicBezTo>
                  <a:cubicBezTo>
                    <a:pt x="355" y="455"/>
                    <a:pt x="430" y="408"/>
                    <a:pt x="470" y="327"/>
                  </a:cubicBezTo>
                  <a:cubicBezTo>
                    <a:pt x="528" y="213"/>
                    <a:pt x="482" y="75"/>
                    <a:pt x="367" y="18"/>
                  </a:cubicBezTo>
                  <a:cubicBezTo>
                    <a:pt x="338" y="6"/>
                    <a:pt x="307" y="0"/>
                    <a:pt x="276"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7"/>
            <p:cNvSpPr/>
            <p:nvPr/>
          </p:nvSpPr>
          <p:spPr>
            <a:xfrm>
              <a:off x="5281275" y="2030350"/>
              <a:ext cx="13200" cy="11400"/>
            </a:xfrm>
            <a:custGeom>
              <a:avLst/>
              <a:gdLst/>
              <a:ahLst/>
              <a:cxnLst/>
              <a:rect l="l" t="t" r="r" b="b"/>
              <a:pathLst>
                <a:path w="528" h="456" extrusionOk="0">
                  <a:moveTo>
                    <a:pt x="264" y="1"/>
                  </a:moveTo>
                  <a:cubicBezTo>
                    <a:pt x="176" y="1"/>
                    <a:pt x="91" y="48"/>
                    <a:pt x="57" y="133"/>
                  </a:cubicBezTo>
                  <a:cubicBezTo>
                    <a:pt x="0" y="248"/>
                    <a:pt x="46" y="385"/>
                    <a:pt x="160" y="431"/>
                  </a:cubicBezTo>
                  <a:cubicBezTo>
                    <a:pt x="194" y="448"/>
                    <a:pt x="229" y="456"/>
                    <a:pt x="264" y="456"/>
                  </a:cubicBezTo>
                  <a:cubicBezTo>
                    <a:pt x="348" y="456"/>
                    <a:pt x="429" y="409"/>
                    <a:pt x="470" y="328"/>
                  </a:cubicBezTo>
                  <a:cubicBezTo>
                    <a:pt x="527" y="213"/>
                    <a:pt x="470" y="76"/>
                    <a:pt x="355" y="19"/>
                  </a:cubicBezTo>
                  <a:cubicBezTo>
                    <a:pt x="326" y="7"/>
                    <a:pt x="295" y="1"/>
                    <a:pt x="26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47"/>
            <p:cNvSpPr/>
            <p:nvPr/>
          </p:nvSpPr>
          <p:spPr>
            <a:xfrm>
              <a:off x="4951650" y="2148450"/>
              <a:ext cx="12900" cy="11525"/>
            </a:xfrm>
            <a:custGeom>
              <a:avLst/>
              <a:gdLst/>
              <a:ahLst/>
              <a:cxnLst/>
              <a:rect l="l" t="t" r="r" b="b"/>
              <a:pathLst>
                <a:path w="516" h="461" extrusionOk="0">
                  <a:moveTo>
                    <a:pt x="252" y="1"/>
                  </a:moveTo>
                  <a:cubicBezTo>
                    <a:pt x="167" y="1"/>
                    <a:pt x="87" y="47"/>
                    <a:pt x="46" y="129"/>
                  </a:cubicBezTo>
                  <a:cubicBezTo>
                    <a:pt x="0" y="243"/>
                    <a:pt x="46" y="381"/>
                    <a:pt x="161" y="438"/>
                  </a:cubicBezTo>
                  <a:cubicBezTo>
                    <a:pt x="191" y="453"/>
                    <a:pt x="224" y="460"/>
                    <a:pt x="255" y="460"/>
                  </a:cubicBezTo>
                  <a:cubicBezTo>
                    <a:pt x="342" y="460"/>
                    <a:pt x="425" y="407"/>
                    <a:pt x="458" y="323"/>
                  </a:cubicBezTo>
                  <a:cubicBezTo>
                    <a:pt x="516" y="220"/>
                    <a:pt x="470" y="83"/>
                    <a:pt x="355" y="25"/>
                  </a:cubicBezTo>
                  <a:cubicBezTo>
                    <a:pt x="322" y="9"/>
                    <a:pt x="286" y="1"/>
                    <a:pt x="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47"/>
            <p:cNvSpPr/>
            <p:nvPr/>
          </p:nvSpPr>
          <p:spPr>
            <a:xfrm>
              <a:off x="5190775" y="2587650"/>
              <a:ext cx="12900" cy="11400"/>
            </a:xfrm>
            <a:custGeom>
              <a:avLst/>
              <a:gdLst/>
              <a:ahLst/>
              <a:cxnLst/>
              <a:rect l="l" t="t" r="r" b="b"/>
              <a:pathLst>
                <a:path w="516" h="456" extrusionOk="0">
                  <a:moveTo>
                    <a:pt x="264" y="1"/>
                  </a:moveTo>
                  <a:cubicBezTo>
                    <a:pt x="175" y="1"/>
                    <a:pt x="89" y="48"/>
                    <a:pt x="46" y="133"/>
                  </a:cubicBezTo>
                  <a:cubicBezTo>
                    <a:pt x="0" y="247"/>
                    <a:pt x="46" y="385"/>
                    <a:pt x="161" y="431"/>
                  </a:cubicBezTo>
                  <a:cubicBezTo>
                    <a:pt x="194" y="447"/>
                    <a:pt x="229" y="455"/>
                    <a:pt x="264" y="455"/>
                  </a:cubicBezTo>
                  <a:cubicBezTo>
                    <a:pt x="348" y="455"/>
                    <a:pt x="426" y="409"/>
                    <a:pt x="458" y="328"/>
                  </a:cubicBezTo>
                  <a:cubicBezTo>
                    <a:pt x="516" y="213"/>
                    <a:pt x="470" y="76"/>
                    <a:pt x="355" y="18"/>
                  </a:cubicBezTo>
                  <a:cubicBezTo>
                    <a:pt x="326" y="6"/>
                    <a:pt x="295" y="1"/>
                    <a:pt x="26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47"/>
            <p:cNvSpPr/>
            <p:nvPr/>
          </p:nvSpPr>
          <p:spPr>
            <a:xfrm>
              <a:off x="5471425" y="2524650"/>
              <a:ext cx="13200" cy="11400"/>
            </a:xfrm>
            <a:custGeom>
              <a:avLst/>
              <a:gdLst/>
              <a:ahLst/>
              <a:cxnLst/>
              <a:rect l="l" t="t" r="r" b="b"/>
              <a:pathLst>
                <a:path w="528" h="456" extrusionOk="0">
                  <a:moveTo>
                    <a:pt x="266" y="1"/>
                  </a:moveTo>
                  <a:cubicBezTo>
                    <a:pt x="180" y="1"/>
                    <a:pt x="100" y="48"/>
                    <a:pt x="58" y="133"/>
                  </a:cubicBezTo>
                  <a:cubicBezTo>
                    <a:pt x="0" y="247"/>
                    <a:pt x="46" y="385"/>
                    <a:pt x="161" y="431"/>
                  </a:cubicBezTo>
                  <a:cubicBezTo>
                    <a:pt x="194" y="447"/>
                    <a:pt x="230" y="455"/>
                    <a:pt x="264" y="455"/>
                  </a:cubicBezTo>
                  <a:cubicBezTo>
                    <a:pt x="349" y="455"/>
                    <a:pt x="429" y="409"/>
                    <a:pt x="470" y="327"/>
                  </a:cubicBezTo>
                  <a:cubicBezTo>
                    <a:pt x="527" y="213"/>
                    <a:pt x="470" y="75"/>
                    <a:pt x="355" y="18"/>
                  </a:cubicBezTo>
                  <a:cubicBezTo>
                    <a:pt x="326" y="6"/>
                    <a:pt x="296" y="1"/>
                    <a:pt x="266"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47"/>
            <p:cNvSpPr/>
            <p:nvPr/>
          </p:nvSpPr>
          <p:spPr>
            <a:xfrm>
              <a:off x="5302450" y="2378125"/>
              <a:ext cx="13200" cy="11525"/>
            </a:xfrm>
            <a:custGeom>
              <a:avLst/>
              <a:gdLst/>
              <a:ahLst/>
              <a:cxnLst/>
              <a:rect l="l" t="t" r="r" b="b"/>
              <a:pathLst>
                <a:path w="528" h="461" extrusionOk="0">
                  <a:moveTo>
                    <a:pt x="255" y="1"/>
                  </a:moveTo>
                  <a:cubicBezTo>
                    <a:pt x="174" y="1"/>
                    <a:pt x="99" y="48"/>
                    <a:pt x="58" y="129"/>
                  </a:cubicBezTo>
                  <a:cubicBezTo>
                    <a:pt x="1" y="243"/>
                    <a:pt x="47" y="381"/>
                    <a:pt x="161" y="438"/>
                  </a:cubicBezTo>
                  <a:cubicBezTo>
                    <a:pt x="192" y="453"/>
                    <a:pt x="224" y="460"/>
                    <a:pt x="256" y="460"/>
                  </a:cubicBezTo>
                  <a:cubicBezTo>
                    <a:pt x="344" y="460"/>
                    <a:pt x="429" y="407"/>
                    <a:pt x="470" y="323"/>
                  </a:cubicBezTo>
                  <a:cubicBezTo>
                    <a:pt x="528" y="209"/>
                    <a:pt x="470" y="71"/>
                    <a:pt x="356" y="26"/>
                  </a:cubicBezTo>
                  <a:cubicBezTo>
                    <a:pt x="322" y="9"/>
                    <a:pt x="288" y="1"/>
                    <a:pt x="25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47"/>
            <p:cNvSpPr/>
            <p:nvPr/>
          </p:nvSpPr>
          <p:spPr>
            <a:xfrm>
              <a:off x="6579700" y="2094050"/>
              <a:ext cx="12925" cy="11375"/>
            </a:xfrm>
            <a:custGeom>
              <a:avLst/>
              <a:gdLst/>
              <a:ahLst/>
              <a:cxnLst/>
              <a:rect l="l" t="t" r="r" b="b"/>
              <a:pathLst>
                <a:path w="517" h="455" extrusionOk="0">
                  <a:moveTo>
                    <a:pt x="252" y="0"/>
                  </a:moveTo>
                  <a:cubicBezTo>
                    <a:pt x="168" y="0"/>
                    <a:pt x="87" y="47"/>
                    <a:pt x="47" y="128"/>
                  </a:cubicBezTo>
                  <a:cubicBezTo>
                    <a:pt x="1" y="243"/>
                    <a:pt x="47" y="380"/>
                    <a:pt x="161" y="437"/>
                  </a:cubicBezTo>
                  <a:cubicBezTo>
                    <a:pt x="191" y="449"/>
                    <a:pt x="222" y="455"/>
                    <a:pt x="253" y="455"/>
                  </a:cubicBezTo>
                  <a:cubicBezTo>
                    <a:pt x="341" y="455"/>
                    <a:pt x="425" y="408"/>
                    <a:pt x="459" y="323"/>
                  </a:cubicBezTo>
                  <a:cubicBezTo>
                    <a:pt x="516" y="208"/>
                    <a:pt x="471" y="71"/>
                    <a:pt x="356" y="25"/>
                  </a:cubicBezTo>
                  <a:cubicBezTo>
                    <a:pt x="323" y="8"/>
                    <a:pt x="287"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7"/>
            <p:cNvSpPr/>
            <p:nvPr/>
          </p:nvSpPr>
          <p:spPr>
            <a:xfrm>
              <a:off x="5376925" y="2022175"/>
              <a:ext cx="13200" cy="11375"/>
            </a:xfrm>
            <a:custGeom>
              <a:avLst/>
              <a:gdLst/>
              <a:ahLst/>
              <a:cxnLst/>
              <a:rect l="l" t="t" r="r" b="b"/>
              <a:pathLst>
                <a:path w="528" h="455" extrusionOk="0">
                  <a:moveTo>
                    <a:pt x="263" y="0"/>
                  </a:moveTo>
                  <a:cubicBezTo>
                    <a:pt x="179" y="0"/>
                    <a:pt x="98" y="47"/>
                    <a:pt x="57" y="128"/>
                  </a:cubicBezTo>
                  <a:cubicBezTo>
                    <a:pt x="0" y="242"/>
                    <a:pt x="57" y="380"/>
                    <a:pt x="172" y="437"/>
                  </a:cubicBezTo>
                  <a:cubicBezTo>
                    <a:pt x="202" y="449"/>
                    <a:pt x="233" y="455"/>
                    <a:pt x="263" y="455"/>
                  </a:cubicBezTo>
                  <a:cubicBezTo>
                    <a:pt x="351" y="455"/>
                    <a:pt x="436" y="408"/>
                    <a:pt x="470" y="323"/>
                  </a:cubicBezTo>
                  <a:cubicBezTo>
                    <a:pt x="527" y="208"/>
                    <a:pt x="481" y="71"/>
                    <a:pt x="367" y="25"/>
                  </a:cubicBezTo>
                  <a:cubicBezTo>
                    <a:pt x="333" y="8"/>
                    <a:pt x="298" y="0"/>
                    <a:pt x="26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7"/>
            <p:cNvSpPr/>
            <p:nvPr/>
          </p:nvSpPr>
          <p:spPr>
            <a:xfrm>
              <a:off x="5281275" y="2030350"/>
              <a:ext cx="13200" cy="11400"/>
            </a:xfrm>
            <a:custGeom>
              <a:avLst/>
              <a:gdLst/>
              <a:ahLst/>
              <a:cxnLst/>
              <a:rect l="l" t="t" r="r" b="b"/>
              <a:pathLst>
                <a:path w="528" h="456" extrusionOk="0">
                  <a:moveTo>
                    <a:pt x="264" y="1"/>
                  </a:moveTo>
                  <a:cubicBezTo>
                    <a:pt x="176" y="1"/>
                    <a:pt x="91" y="48"/>
                    <a:pt x="57" y="133"/>
                  </a:cubicBezTo>
                  <a:cubicBezTo>
                    <a:pt x="0" y="248"/>
                    <a:pt x="46" y="385"/>
                    <a:pt x="160" y="431"/>
                  </a:cubicBezTo>
                  <a:cubicBezTo>
                    <a:pt x="194" y="448"/>
                    <a:pt x="229" y="456"/>
                    <a:pt x="264" y="456"/>
                  </a:cubicBezTo>
                  <a:cubicBezTo>
                    <a:pt x="348" y="456"/>
                    <a:pt x="429" y="409"/>
                    <a:pt x="470" y="328"/>
                  </a:cubicBezTo>
                  <a:cubicBezTo>
                    <a:pt x="527" y="213"/>
                    <a:pt x="470" y="76"/>
                    <a:pt x="355" y="19"/>
                  </a:cubicBezTo>
                  <a:cubicBezTo>
                    <a:pt x="326" y="7"/>
                    <a:pt x="295" y="1"/>
                    <a:pt x="26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7"/>
            <p:cNvSpPr/>
            <p:nvPr/>
          </p:nvSpPr>
          <p:spPr>
            <a:xfrm>
              <a:off x="4702775" y="1999825"/>
              <a:ext cx="13200" cy="11400"/>
            </a:xfrm>
            <a:custGeom>
              <a:avLst/>
              <a:gdLst/>
              <a:ahLst/>
              <a:cxnLst/>
              <a:rect l="l" t="t" r="r" b="b"/>
              <a:pathLst>
                <a:path w="528" h="456" extrusionOk="0">
                  <a:moveTo>
                    <a:pt x="252" y="1"/>
                  </a:moveTo>
                  <a:cubicBezTo>
                    <a:pt x="169" y="1"/>
                    <a:pt x="90" y="47"/>
                    <a:pt x="58" y="128"/>
                  </a:cubicBezTo>
                  <a:cubicBezTo>
                    <a:pt x="1" y="243"/>
                    <a:pt x="46" y="380"/>
                    <a:pt x="161" y="438"/>
                  </a:cubicBezTo>
                  <a:cubicBezTo>
                    <a:pt x="191" y="449"/>
                    <a:pt x="222" y="455"/>
                    <a:pt x="253" y="455"/>
                  </a:cubicBezTo>
                  <a:cubicBezTo>
                    <a:pt x="341" y="455"/>
                    <a:pt x="428" y="408"/>
                    <a:pt x="470" y="323"/>
                  </a:cubicBezTo>
                  <a:cubicBezTo>
                    <a:pt x="528" y="209"/>
                    <a:pt x="470" y="71"/>
                    <a:pt x="356" y="25"/>
                  </a:cubicBezTo>
                  <a:cubicBezTo>
                    <a:pt x="322" y="9"/>
                    <a:pt x="287" y="1"/>
                    <a:pt x="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7"/>
            <p:cNvSpPr/>
            <p:nvPr/>
          </p:nvSpPr>
          <p:spPr>
            <a:xfrm>
              <a:off x="4702775" y="1999825"/>
              <a:ext cx="13200" cy="11400"/>
            </a:xfrm>
            <a:custGeom>
              <a:avLst/>
              <a:gdLst/>
              <a:ahLst/>
              <a:cxnLst/>
              <a:rect l="l" t="t" r="r" b="b"/>
              <a:pathLst>
                <a:path w="528" h="456" extrusionOk="0">
                  <a:moveTo>
                    <a:pt x="252" y="1"/>
                  </a:moveTo>
                  <a:cubicBezTo>
                    <a:pt x="169" y="1"/>
                    <a:pt x="90" y="47"/>
                    <a:pt x="58" y="128"/>
                  </a:cubicBezTo>
                  <a:cubicBezTo>
                    <a:pt x="1" y="243"/>
                    <a:pt x="46" y="380"/>
                    <a:pt x="161" y="438"/>
                  </a:cubicBezTo>
                  <a:cubicBezTo>
                    <a:pt x="191" y="449"/>
                    <a:pt x="222" y="455"/>
                    <a:pt x="253" y="455"/>
                  </a:cubicBezTo>
                  <a:cubicBezTo>
                    <a:pt x="341" y="455"/>
                    <a:pt x="428" y="408"/>
                    <a:pt x="470" y="323"/>
                  </a:cubicBezTo>
                  <a:cubicBezTo>
                    <a:pt x="528" y="209"/>
                    <a:pt x="470" y="71"/>
                    <a:pt x="356" y="25"/>
                  </a:cubicBezTo>
                  <a:cubicBezTo>
                    <a:pt x="322" y="9"/>
                    <a:pt x="287" y="1"/>
                    <a:pt x="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7"/>
            <p:cNvSpPr/>
            <p:nvPr/>
          </p:nvSpPr>
          <p:spPr>
            <a:xfrm>
              <a:off x="4782100" y="1952175"/>
              <a:ext cx="12925" cy="11400"/>
            </a:xfrm>
            <a:custGeom>
              <a:avLst/>
              <a:gdLst/>
              <a:ahLst/>
              <a:cxnLst/>
              <a:rect l="l" t="t" r="r" b="b"/>
              <a:pathLst>
                <a:path w="517" h="456" extrusionOk="0">
                  <a:moveTo>
                    <a:pt x="264" y="1"/>
                  </a:moveTo>
                  <a:cubicBezTo>
                    <a:pt x="176" y="1"/>
                    <a:pt x="89" y="48"/>
                    <a:pt x="47" y="133"/>
                  </a:cubicBezTo>
                  <a:cubicBezTo>
                    <a:pt x="1" y="247"/>
                    <a:pt x="47" y="385"/>
                    <a:pt x="161" y="431"/>
                  </a:cubicBezTo>
                  <a:cubicBezTo>
                    <a:pt x="195" y="447"/>
                    <a:pt x="230" y="455"/>
                    <a:pt x="264" y="455"/>
                  </a:cubicBezTo>
                  <a:cubicBezTo>
                    <a:pt x="348" y="455"/>
                    <a:pt x="426" y="409"/>
                    <a:pt x="459" y="328"/>
                  </a:cubicBezTo>
                  <a:lnTo>
                    <a:pt x="470" y="328"/>
                  </a:lnTo>
                  <a:cubicBezTo>
                    <a:pt x="516" y="213"/>
                    <a:pt x="470" y="76"/>
                    <a:pt x="356" y="18"/>
                  </a:cubicBezTo>
                  <a:cubicBezTo>
                    <a:pt x="326" y="6"/>
                    <a:pt x="295" y="1"/>
                    <a:pt x="26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7"/>
            <p:cNvSpPr/>
            <p:nvPr/>
          </p:nvSpPr>
          <p:spPr>
            <a:xfrm>
              <a:off x="4883475" y="2073725"/>
              <a:ext cx="12925" cy="11500"/>
            </a:xfrm>
            <a:custGeom>
              <a:avLst/>
              <a:gdLst/>
              <a:ahLst/>
              <a:cxnLst/>
              <a:rect l="l" t="t" r="r" b="b"/>
              <a:pathLst>
                <a:path w="517" h="460" extrusionOk="0">
                  <a:moveTo>
                    <a:pt x="252" y="0"/>
                  </a:moveTo>
                  <a:cubicBezTo>
                    <a:pt x="168" y="0"/>
                    <a:pt x="87" y="47"/>
                    <a:pt x="47" y="128"/>
                  </a:cubicBezTo>
                  <a:cubicBezTo>
                    <a:pt x="1" y="242"/>
                    <a:pt x="47" y="380"/>
                    <a:pt x="161" y="437"/>
                  </a:cubicBezTo>
                  <a:cubicBezTo>
                    <a:pt x="192" y="452"/>
                    <a:pt x="224" y="460"/>
                    <a:pt x="256" y="460"/>
                  </a:cubicBezTo>
                  <a:cubicBezTo>
                    <a:pt x="343" y="460"/>
                    <a:pt x="425" y="406"/>
                    <a:pt x="459" y="323"/>
                  </a:cubicBezTo>
                  <a:cubicBezTo>
                    <a:pt x="516" y="208"/>
                    <a:pt x="470" y="71"/>
                    <a:pt x="356" y="25"/>
                  </a:cubicBezTo>
                  <a:cubicBezTo>
                    <a:pt x="322" y="8"/>
                    <a:pt x="287"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7"/>
            <p:cNvSpPr/>
            <p:nvPr/>
          </p:nvSpPr>
          <p:spPr>
            <a:xfrm>
              <a:off x="4885500" y="1913050"/>
              <a:ext cx="12900" cy="11575"/>
            </a:xfrm>
            <a:custGeom>
              <a:avLst/>
              <a:gdLst/>
              <a:ahLst/>
              <a:cxnLst/>
              <a:rect l="l" t="t" r="r" b="b"/>
              <a:pathLst>
                <a:path w="516" h="463" extrusionOk="0">
                  <a:moveTo>
                    <a:pt x="254" y="1"/>
                  </a:moveTo>
                  <a:cubicBezTo>
                    <a:pt x="173" y="1"/>
                    <a:pt x="98" y="47"/>
                    <a:pt x="57" y="128"/>
                  </a:cubicBezTo>
                  <a:cubicBezTo>
                    <a:pt x="0" y="254"/>
                    <a:pt x="46" y="380"/>
                    <a:pt x="160" y="438"/>
                  </a:cubicBezTo>
                  <a:cubicBezTo>
                    <a:pt x="194" y="454"/>
                    <a:pt x="229" y="462"/>
                    <a:pt x="264" y="462"/>
                  </a:cubicBezTo>
                  <a:cubicBezTo>
                    <a:pt x="348" y="462"/>
                    <a:pt x="429" y="416"/>
                    <a:pt x="470" y="335"/>
                  </a:cubicBezTo>
                  <a:cubicBezTo>
                    <a:pt x="516" y="220"/>
                    <a:pt x="470" y="83"/>
                    <a:pt x="355" y="25"/>
                  </a:cubicBezTo>
                  <a:cubicBezTo>
                    <a:pt x="322" y="9"/>
                    <a:pt x="287" y="1"/>
                    <a:pt x="25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7"/>
            <p:cNvSpPr/>
            <p:nvPr/>
          </p:nvSpPr>
          <p:spPr>
            <a:xfrm>
              <a:off x="5101125" y="2507000"/>
              <a:ext cx="13200" cy="11575"/>
            </a:xfrm>
            <a:custGeom>
              <a:avLst/>
              <a:gdLst/>
              <a:ahLst/>
              <a:cxnLst/>
              <a:rect l="l" t="t" r="r" b="b"/>
              <a:pathLst>
                <a:path w="528" h="463" extrusionOk="0">
                  <a:moveTo>
                    <a:pt x="255" y="1"/>
                  </a:moveTo>
                  <a:cubicBezTo>
                    <a:pt x="174" y="1"/>
                    <a:pt x="99" y="47"/>
                    <a:pt x="58" y="129"/>
                  </a:cubicBezTo>
                  <a:cubicBezTo>
                    <a:pt x="1" y="243"/>
                    <a:pt x="47" y="381"/>
                    <a:pt x="161" y="438"/>
                  </a:cubicBezTo>
                  <a:cubicBezTo>
                    <a:pt x="195" y="455"/>
                    <a:pt x="230" y="462"/>
                    <a:pt x="265" y="462"/>
                  </a:cubicBezTo>
                  <a:cubicBezTo>
                    <a:pt x="349" y="462"/>
                    <a:pt x="430" y="416"/>
                    <a:pt x="470" y="335"/>
                  </a:cubicBezTo>
                  <a:lnTo>
                    <a:pt x="470" y="323"/>
                  </a:lnTo>
                  <a:cubicBezTo>
                    <a:pt x="528" y="209"/>
                    <a:pt x="470" y="83"/>
                    <a:pt x="356" y="25"/>
                  </a:cubicBezTo>
                  <a:cubicBezTo>
                    <a:pt x="322" y="9"/>
                    <a:pt x="288" y="1"/>
                    <a:pt x="25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7"/>
            <p:cNvSpPr/>
            <p:nvPr/>
          </p:nvSpPr>
          <p:spPr>
            <a:xfrm>
              <a:off x="5007200" y="2414550"/>
              <a:ext cx="13200" cy="11475"/>
            </a:xfrm>
            <a:custGeom>
              <a:avLst/>
              <a:gdLst/>
              <a:ahLst/>
              <a:cxnLst/>
              <a:rect l="l" t="t" r="r" b="b"/>
              <a:pathLst>
                <a:path w="528" h="459" extrusionOk="0">
                  <a:moveTo>
                    <a:pt x="270" y="1"/>
                  </a:moveTo>
                  <a:cubicBezTo>
                    <a:pt x="184" y="1"/>
                    <a:pt x="99" y="51"/>
                    <a:pt x="58" y="126"/>
                  </a:cubicBezTo>
                  <a:cubicBezTo>
                    <a:pt x="0" y="241"/>
                    <a:pt x="58" y="378"/>
                    <a:pt x="172" y="436"/>
                  </a:cubicBezTo>
                  <a:cubicBezTo>
                    <a:pt x="203" y="451"/>
                    <a:pt x="235" y="458"/>
                    <a:pt x="265" y="458"/>
                  </a:cubicBezTo>
                  <a:cubicBezTo>
                    <a:pt x="349" y="458"/>
                    <a:pt x="428" y="405"/>
                    <a:pt x="470" y="321"/>
                  </a:cubicBezTo>
                  <a:cubicBezTo>
                    <a:pt x="527" y="218"/>
                    <a:pt x="482" y="81"/>
                    <a:pt x="367" y="23"/>
                  </a:cubicBezTo>
                  <a:cubicBezTo>
                    <a:pt x="336" y="8"/>
                    <a:pt x="303" y="1"/>
                    <a:pt x="27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47"/>
            <p:cNvSpPr/>
            <p:nvPr/>
          </p:nvSpPr>
          <p:spPr>
            <a:xfrm>
              <a:off x="6579700" y="2094050"/>
              <a:ext cx="12925" cy="11375"/>
            </a:xfrm>
            <a:custGeom>
              <a:avLst/>
              <a:gdLst/>
              <a:ahLst/>
              <a:cxnLst/>
              <a:rect l="l" t="t" r="r" b="b"/>
              <a:pathLst>
                <a:path w="517" h="455" extrusionOk="0">
                  <a:moveTo>
                    <a:pt x="252" y="0"/>
                  </a:moveTo>
                  <a:cubicBezTo>
                    <a:pt x="168" y="0"/>
                    <a:pt x="87" y="47"/>
                    <a:pt x="47" y="128"/>
                  </a:cubicBezTo>
                  <a:cubicBezTo>
                    <a:pt x="1" y="243"/>
                    <a:pt x="47" y="380"/>
                    <a:pt x="161" y="437"/>
                  </a:cubicBezTo>
                  <a:cubicBezTo>
                    <a:pt x="191" y="449"/>
                    <a:pt x="222" y="455"/>
                    <a:pt x="253" y="455"/>
                  </a:cubicBezTo>
                  <a:cubicBezTo>
                    <a:pt x="341" y="455"/>
                    <a:pt x="425" y="408"/>
                    <a:pt x="459" y="323"/>
                  </a:cubicBezTo>
                  <a:cubicBezTo>
                    <a:pt x="516" y="208"/>
                    <a:pt x="471" y="71"/>
                    <a:pt x="356" y="25"/>
                  </a:cubicBezTo>
                  <a:cubicBezTo>
                    <a:pt x="323" y="8"/>
                    <a:pt x="287"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47"/>
            <p:cNvSpPr/>
            <p:nvPr/>
          </p:nvSpPr>
          <p:spPr>
            <a:xfrm>
              <a:off x="6407875" y="2007275"/>
              <a:ext cx="13200" cy="11400"/>
            </a:xfrm>
            <a:custGeom>
              <a:avLst/>
              <a:gdLst/>
              <a:ahLst/>
              <a:cxnLst/>
              <a:rect l="l" t="t" r="r" b="b"/>
              <a:pathLst>
                <a:path w="528" h="456" extrusionOk="0">
                  <a:moveTo>
                    <a:pt x="255" y="0"/>
                  </a:moveTo>
                  <a:cubicBezTo>
                    <a:pt x="174" y="0"/>
                    <a:pt x="99" y="47"/>
                    <a:pt x="58" y="128"/>
                  </a:cubicBezTo>
                  <a:cubicBezTo>
                    <a:pt x="1" y="243"/>
                    <a:pt x="47" y="380"/>
                    <a:pt x="161" y="437"/>
                  </a:cubicBezTo>
                  <a:cubicBezTo>
                    <a:pt x="191" y="449"/>
                    <a:pt x="222" y="455"/>
                    <a:pt x="253" y="455"/>
                  </a:cubicBezTo>
                  <a:cubicBezTo>
                    <a:pt x="341" y="455"/>
                    <a:pt x="428" y="408"/>
                    <a:pt x="471" y="323"/>
                  </a:cubicBezTo>
                  <a:cubicBezTo>
                    <a:pt x="528" y="208"/>
                    <a:pt x="471" y="71"/>
                    <a:pt x="356" y="25"/>
                  </a:cubicBezTo>
                  <a:cubicBezTo>
                    <a:pt x="323" y="8"/>
                    <a:pt x="288" y="0"/>
                    <a:pt x="25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7"/>
            <p:cNvSpPr/>
            <p:nvPr/>
          </p:nvSpPr>
          <p:spPr>
            <a:xfrm>
              <a:off x="6442825" y="2057100"/>
              <a:ext cx="12900" cy="11525"/>
            </a:xfrm>
            <a:custGeom>
              <a:avLst/>
              <a:gdLst/>
              <a:ahLst/>
              <a:cxnLst/>
              <a:rect l="l" t="t" r="r" b="b"/>
              <a:pathLst>
                <a:path w="516" h="461" extrusionOk="0">
                  <a:moveTo>
                    <a:pt x="254" y="1"/>
                  </a:moveTo>
                  <a:cubicBezTo>
                    <a:pt x="173" y="1"/>
                    <a:pt x="98" y="47"/>
                    <a:pt x="58" y="128"/>
                  </a:cubicBezTo>
                  <a:cubicBezTo>
                    <a:pt x="0" y="243"/>
                    <a:pt x="46" y="380"/>
                    <a:pt x="161" y="438"/>
                  </a:cubicBezTo>
                  <a:cubicBezTo>
                    <a:pt x="191" y="453"/>
                    <a:pt x="224" y="460"/>
                    <a:pt x="256" y="460"/>
                  </a:cubicBezTo>
                  <a:cubicBezTo>
                    <a:pt x="343" y="460"/>
                    <a:pt x="428" y="407"/>
                    <a:pt x="470" y="323"/>
                  </a:cubicBezTo>
                  <a:cubicBezTo>
                    <a:pt x="516" y="209"/>
                    <a:pt x="470" y="83"/>
                    <a:pt x="356" y="25"/>
                  </a:cubicBezTo>
                  <a:cubicBezTo>
                    <a:pt x="322" y="9"/>
                    <a:pt x="288" y="1"/>
                    <a:pt x="254"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47"/>
            <p:cNvSpPr/>
            <p:nvPr/>
          </p:nvSpPr>
          <p:spPr>
            <a:xfrm>
              <a:off x="6579700" y="2094050"/>
              <a:ext cx="12925" cy="11375"/>
            </a:xfrm>
            <a:custGeom>
              <a:avLst/>
              <a:gdLst/>
              <a:ahLst/>
              <a:cxnLst/>
              <a:rect l="l" t="t" r="r" b="b"/>
              <a:pathLst>
                <a:path w="517" h="455" extrusionOk="0">
                  <a:moveTo>
                    <a:pt x="252" y="0"/>
                  </a:moveTo>
                  <a:cubicBezTo>
                    <a:pt x="168" y="0"/>
                    <a:pt x="87" y="47"/>
                    <a:pt x="47" y="128"/>
                  </a:cubicBezTo>
                  <a:cubicBezTo>
                    <a:pt x="1" y="243"/>
                    <a:pt x="47" y="380"/>
                    <a:pt x="161" y="437"/>
                  </a:cubicBezTo>
                  <a:cubicBezTo>
                    <a:pt x="191" y="449"/>
                    <a:pt x="222" y="455"/>
                    <a:pt x="253" y="455"/>
                  </a:cubicBezTo>
                  <a:cubicBezTo>
                    <a:pt x="341" y="455"/>
                    <a:pt x="425" y="408"/>
                    <a:pt x="459" y="323"/>
                  </a:cubicBezTo>
                  <a:cubicBezTo>
                    <a:pt x="516" y="208"/>
                    <a:pt x="471" y="71"/>
                    <a:pt x="356" y="25"/>
                  </a:cubicBezTo>
                  <a:cubicBezTo>
                    <a:pt x="323" y="8"/>
                    <a:pt x="287"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47"/>
            <p:cNvSpPr/>
            <p:nvPr/>
          </p:nvSpPr>
          <p:spPr>
            <a:xfrm>
              <a:off x="6397575" y="2112750"/>
              <a:ext cx="12900" cy="11475"/>
            </a:xfrm>
            <a:custGeom>
              <a:avLst/>
              <a:gdLst/>
              <a:ahLst/>
              <a:cxnLst/>
              <a:rect l="l" t="t" r="r" b="b"/>
              <a:pathLst>
                <a:path w="516" h="459" extrusionOk="0">
                  <a:moveTo>
                    <a:pt x="251" y="0"/>
                  </a:moveTo>
                  <a:cubicBezTo>
                    <a:pt x="171" y="0"/>
                    <a:pt x="96" y="44"/>
                    <a:pt x="58" y="113"/>
                  </a:cubicBezTo>
                  <a:cubicBezTo>
                    <a:pt x="0" y="228"/>
                    <a:pt x="35" y="365"/>
                    <a:pt x="149" y="434"/>
                  </a:cubicBezTo>
                  <a:cubicBezTo>
                    <a:pt x="180" y="451"/>
                    <a:pt x="215" y="459"/>
                    <a:pt x="250" y="459"/>
                  </a:cubicBezTo>
                  <a:cubicBezTo>
                    <a:pt x="333" y="459"/>
                    <a:pt x="418" y="415"/>
                    <a:pt x="459" y="342"/>
                  </a:cubicBezTo>
                  <a:cubicBezTo>
                    <a:pt x="516" y="228"/>
                    <a:pt x="482" y="90"/>
                    <a:pt x="367" y="33"/>
                  </a:cubicBezTo>
                  <a:cubicBezTo>
                    <a:pt x="330" y="11"/>
                    <a:pt x="29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7"/>
            <p:cNvSpPr/>
            <p:nvPr/>
          </p:nvSpPr>
          <p:spPr>
            <a:xfrm>
              <a:off x="5691350" y="1932825"/>
              <a:ext cx="13200" cy="11375"/>
            </a:xfrm>
            <a:custGeom>
              <a:avLst/>
              <a:gdLst/>
              <a:ahLst/>
              <a:cxnLst/>
              <a:rect l="l" t="t" r="r" b="b"/>
              <a:pathLst>
                <a:path w="528" h="455" extrusionOk="0">
                  <a:moveTo>
                    <a:pt x="255" y="0"/>
                  </a:moveTo>
                  <a:cubicBezTo>
                    <a:pt x="174" y="0"/>
                    <a:pt x="99" y="47"/>
                    <a:pt x="58" y="128"/>
                  </a:cubicBezTo>
                  <a:cubicBezTo>
                    <a:pt x="1" y="242"/>
                    <a:pt x="47" y="380"/>
                    <a:pt x="161" y="437"/>
                  </a:cubicBezTo>
                  <a:cubicBezTo>
                    <a:pt x="191" y="449"/>
                    <a:pt x="222" y="455"/>
                    <a:pt x="253" y="455"/>
                  </a:cubicBezTo>
                  <a:cubicBezTo>
                    <a:pt x="342" y="455"/>
                    <a:pt x="428" y="408"/>
                    <a:pt x="471" y="323"/>
                  </a:cubicBezTo>
                  <a:cubicBezTo>
                    <a:pt x="528" y="208"/>
                    <a:pt x="471" y="71"/>
                    <a:pt x="356" y="25"/>
                  </a:cubicBezTo>
                  <a:cubicBezTo>
                    <a:pt x="323" y="8"/>
                    <a:pt x="288" y="0"/>
                    <a:pt x="25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7"/>
            <p:cNvSpPr/>
            <p:nvPr/>
          </p:nvSpPr>
          <p:spPr>
            <a:xfrm>
              <a:off x="5650400" y="2115800"/>
              <a:ext cx="13200" cy="11525"/>
            </a:xfrm>
            <a:custGeom>
              <a:avLst/>
              <a:gdLst/>
              <a:ahLst/>
              <a:cxnLst/>
              <a:rect l="l" t="t" r="r" b="b"/>
              <a:pathLst>
                <a:path w="528" h="461" extrusionOk="0">
                  <a:moveTo>
                    <a:pt x="255" y="1"/>
                  </a:moveTo>
                  <a:cubicBezTo>
                    <a:pt x="174" y="1"/>
                    <a:pt x="99" y="48"/>
                    <a:pt x="58" y="129"/>
                  </a:cubicBezTo>
                  <a:cubicBezTo>
                    <a:pt x="1" y="243"/>
                    <a:pt x="47" y="381"/>
                    <a:pt x="161" y="438"/>
                  </a:cubicBezTo>
                  <a:cubicBezTo>
                    <a:pt x="192" y="453"/>
                    <a:pt x="224" y="460"/>
                    <a:pt x="256" y="460"/>
                  </a:cubicBezTo>
                  <a:cubicBezTo>
                    <a:pt x="344" y="460"/>
                    <a:pt x="429" y="407"/>
                    <a:pt x="471" y="323"/>
                  </a:cubicBezTo>
                  <a:cubicBezTo>
                    <a:pt x="528" y="209"/>
                    <a:pt x="471" y="71"/>
                    <a:pt x="356" y="26"/>
                  </a:cubicBezTo>
                  <a:cubicBezTo>
                    <a:pt x="323" y="9"/>
                    <a:pt x="288" y="1"/>
                    <a:pt x="25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47"/>
            <p:cNvSpPr/>
            <p:nvPr/>
          </p:nvSpPr>
          <p:spPr>
            <a:xfrm>
              <a:off x="5650400" y="2115800"/>
              <a:ext cx="13200" cy="11525"/>
            </a:xfrm>
            <a:custGeom>
              <a:avLst/>
              <a:gdLst/>
              <a:ahLst/>
              <a:cxnLst/>
              <a:rect l="l" t="t" r="r" b="b"/>
              <a:pathLst>
                <a:path w="528" h="461" extrusionOk="0">
                  <a:moveTo>
                    <a:pt x="255" y="1"/>
                  </a:moveTo>
                  <a:cubicBezTo>
                    <a:pt x="174" y="1"/>
                    <a:pt x="99" y="48"/>
                    <a:pt x="58" y="129"/>
                  </a:cubicBezTo>
                  <a:cubicBezTo>
                    <a:pt x="1" y="243"/>
                    <a:pt x="47" y="381"/>
                    <a:pt x="161" y="438"/>
                  </a:cubicBezTo>
                  <a:cubicBezTo>
                    <a:pt x="192" y="453"/>
                    <a:pt x="224" y="460"/>
                    <a:pt x="256" y="460"/>
                  </a:cubicBezTo>
                  <a:cubicBezTo>
                    <a:pt x="344" y="460"/>
                    <a:pt x="429" y="407"/>
                    <a:pt x="471" y="323"/>
                  </a:cubicBezTo>
                  <a:cubicBezTo>
                    <a:pt x="528" y="209"/>
                    <a:pt x="471" y="71"/>
                    <a:pt x="356" y="26"/>
                  </a:cubicBezTo>
                  <a:cubicBezTo>
                    <a:pt x="323" y="9"/>
                    <a:pt x="288" y="1"/>
                    <a:pt x="25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7"/>
            <p:cNvSpPr/>
            <p:nvPr/>
          </p:nvSpPr>
          <p:spPr>
            <a:xfrm>
              <a:off x="5376925" y="2022175"/>
              <a:ext cx="13200" cy="11375"/>
            </a:xfrm>
            <a:custGeom>
              <a:avLst/>
              <a:gdLst/>
              <a:ahLst/>
              <a:cxnLst/>
              <a:rect l="l" t="t" r="r" b="b"/>
              <a:pathLst>
                <a:path w="528" h="455" extrusionOk="0">
                  <a:moveTo>
                    <a:pt x="263" y="0"/>
                  </a:moveTo>
                  <a:cubicBezTo>
                    <a:pt x="179" y="0"/>
                    <a:pt x="98" y="47"/>
                    <a:pt x="57" y="128"/>
                  </a:cubicBezTo>
                  <a:cubicBezTo>
                    <a:pt x="0" y="242"/>
                    <a:pt x="57" y="380"/>
                    <a:pt x="172" y="437"/>
                  </a:cubicBezTo>
                  <a:cubicBezTo>
                    <a:pt x="202" y="449"/>
                    <a:pt x="233" y="455"/>
                    <a:pt x="263" y="455"/>
                  </a:cubicBezTo>
                  <a:cubicBezTo>
                    <a:pt x="351" y="455"/>
                    <a:pt x="436" y="408"/>
                    <a:pt x="470" y="323"/>
                  </a:cubicBezTo>
                  <a:cubicBezTo>
                    <a:pt x="527" y="208"/>
                    <a:pt x="481" y="71"/>
                    <a:pt x="367" y="25"/>
                  </a:cubicBezTo>
                  <a:cubicBezTo>
                    <a:pt x="333" y="8"/>
                    <a:pt x="298" y="0"/>
                    <a:pt x="26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 name="Google Shape;556;p47"/>
          <p:cNvGrpSpPr/>
          <p:nvPr/>
        </p:nvGrpSpPr>
        <p:grpSpPr>
          <a:xfrm>
            <a:off x="5185730" y="2356983"/>
            <a:ext cx="3272585" cy="2357089"/>
            <a:chOff x="5058175" y="2860075"/>
            <a:chExt cx="2339733" cy="1685200"/>
          </a:xfrm>
        </p:grpSpPr>
        <p:sp>
          <p:nvSpPr>
            <p:cNvPr id="557" name="Google Shape;557;p47"/>
            <p:cNvSpPr/>
            <p:nvPr/>
          </p:nvSpPr>
          <p:spPr>
            <a:xfrm>
              <a:off x="6514425" y="4048900"/>
              <a:ext cx="12900" cy="12100"/>
            </a:xfrm>
            <a:custGeom>
              <a:avLst/>
              <a:gdLst/>
              <a:ahLst/>
              <a:cxnLst/>
              <a:rect l="l" t="t" r="r" b="b"/>
              <a:pathLst>
                <a:path w="516" h="484" extrusionOk="0">
                  <a:moveTo>
                    <a:pt x="252" y="0"/>
                  </a:moveTo>
                  <a:cubicBezTo>
                    <a:pt x="245" y="0"/>
                    <a:pt x="237" y="1"/>
                    <a:pt x="229" y="1"/>
                  </a:cubicBezTo>
                  <a:cubicBezTo>
                    <a:pt x="103" y="13"/>
                    <a:pt x="0" y="139"/>
                    <a:pt x="23" y="276"/>
                  </a:cubicBezTo>
                  <a:cubicBezTo>
                    <a:pt x="34" y="395"/>
                    <a:pt x="147" y="483"/>
                    <a:pt x="265" y="483"/>
                  </a:cubicBezTo>
                  <a:cubicBezTo>
                    <a:pt x="272" y="483"/>
                    <a:pt x="279" y="483"/>
                    <a:pt x="287" y="482"/>
                  </a:cubicBezTo>
                  <a:cubicBezTo>
                    <a:pt x="424" y="471"/>
                    <a:pt x="516" y="345"/>
                    <a:pt x="504" y="208"/>
                  </a:cubicBezTo>
                  <a:cubicBezTo>
                    <a:pt x="483" y="89"/>
                    <a:pt x="379"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47"/>
            <p:cNvSpPr/>
            <p:nvPr/>
          </p:nvSpPr>
          <p:spPr>
            <a:xfrm>
              <a:off x="6727200" y="3954400"/>
              <a:ext cx="12900" cy="12150"/>
            </a:xfrm>
            <a:custGeom>
              <a:avLst/>
              <a:gdLst/>
              <a:ahLst/>
              <a:cxnLst/>
              <a:rect l="l" t="t" r="r" b="b"/>
              <a:pathLst>
                <a:path w="516" h="486" extrusionOk="0">
                  <a:moveTo>
                    <a:pt x="251" y="0"/>
                  </a:moveTo>
                  <a:cubicBezTo>
                    <a:pt x="244" y="0"/>
                    <a:pt x="237" y="0"/>
                    <a:pt x="230" y="1"/>
                  </a:cubicBezTo>
                  <a:cubicBezTo>
                    <a:pt x="92" y="24"/>
                    <a:pt x="0" y="139"/>
                    <a:pt x="23" y="276"/>
                  </a:cubicBezTo>
                  <a:cubicBezTo>
                    <a:pt x="34" y="390"/>
                    <a:pt x="129" y="485"/>
                    <a:pt x="248" y="485"/>
                  </a:cubicBezTo>
                  <a:cubicBezTo>
                    <a:pt x="261" y="485"/>
                    <a:pt x="274" y="484"/>
                    <a:pt x="287" y="482"/>
                  </a:cubicBezTo>
                  <a:cubicBezTo>
                    <a:pt x="424" y="471"/>
                    <a:pt x="516"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47"/>
            <p:cNvSpPr/>
            <p:nvPr/>
          </p:nvSpPr>
          <p:spPr>
            <a:xfrm>
              <a:off x="6687100" y="4130225"/>
              <a:ext cx="12925" cy="12175"/>
            </a:xfrm>
            <a:custGeom>
              <a:avLst/>
              <a:gdLst/>
              <a:ahLst/>
              <a:cxnLst/>
              <a:rect l="l" t="t" r="r" b="b"/>
              <a:pathLst>
                <a:path w="517" h="487" extrusionOk="0">
                  <a:moveTo>
                    <a:pt x="253" y="1"/>
                  </a:moveTo>
                  <a:cubicBezTo>
                    <a:pt x="245" y="1"/>
                    <a:pt x="238" y="1"/>
                    <a:pt x="230" y="2"/>
                  </a:cubicBezTo>
                  <a:cubicBezTo>
                    <a:pt x="92" y="25"/>
                    <a:pt x="1" y="139"/>
                    <a:pt x="24" y="277"/>
                  </a:cubicBezTo>
                  <a:cubicBezTo>
                    <a:pt x="34" y="400"/>
                    <a:pt x="136" y="486"/>
                    <a:pt x="248" y="486"/>
                  </a:cubicBezTo>
                  <a:cubicBezTo>
                    <a:pt x="261" y="486"/>
                    <a:pt x="274" y="485"/>
                    <a:pt x="287" y="483"/>
                  </a:cubicBezTo>
                  <a:cubicBezTo>
                    <a:pt x="425" y="471"/>
                    <a:pt x="516" y="345"/>
                    <a:pt x="505" y="219"/>
                  </a:cubicBezTo>
                  <a:cubicBezTo>
                    <a:pt x="483" y="90"/>
                    <a:pt x="380" y="1"/>
                    <a:pt x="2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47"/>
            <p:cNvSpPr/>
            <p:nvPr/>
          </p:nvSpPr>
          <p:spPr>
            <a:xfrm>
              <a:off x="7253129" y="3438625"/>
              <a:ext cx="12625" cy="12150"/>
            </a:xfrm>
            <a:custGeom>
              <a:avLst/>
              <a:gdLst/>
              <a:ahLst/>
              <a:cxnLst/>
              <a:rect l="l" t="t" r="r" b="b"/>
              <a:pathLst>
                <a:path w="505" h="486" extrusionOk="0">
                  <a:moveTo>
                    <a:pt x="251" y="0"/>
                  </a:moveTo>
                  <a:cubicBezTo>
                    <a:pt x="244" y="0"/>
                    <a:pt x="237" y="1"/>
                    <a:pt x="229" y="1"/>
                  </a:cubicBezTo>
                  <a:cubicBezTo>
                    <a:pt x="92" y="24"/>
                    <a:pt x="0" y="139"/>
                    <a:pt x="12" y="276"/>
                  </a:cubicBezTo>
                  <a:cubicBezTo>
                    <a:pt x="22" y="390"/>
                    <a:pt x="126" y="486"/>
                    <a:pt x="248" y="486"/>
                  </a:cubicBezTo>
                  <a:cubicBezTo>
                    <a:pt x="261" y="486"/>
                    <a:pt x="274" y="485"/>
                    <a:pt x="287" y="482"/>
                  </a:cubicBezTo>
                  <a:cubicBezTo>
                    <a:pt x="413" y="471"/>
                    <a:pt x="504"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47"/>
            <p:cNvSpPr/>
            <p:nvPr/>
          </p:nvSpPr>
          <p:spPr>
            <a:xfrm>
              <a:off x="7116100" y="3466625"/>
              <a:ext cx="12625" cy="12150"/>
            </a:xfrm>
            <a:custGeom>
              <a:avLst/>
              <a:gdLst/>
              <a:ahLst/>
              <a:cxnLst/>
              <a:rect l="l" t="t" r="r" b="b"/>
              <a:pathLst>
                <a:path w="505" h="486" extrusionOk="0">
                  <a:moveTo>
                    <a:pt x="257" y="1"/>
                  </a:moveTo>
                  <a:cubicBezTo>
                    <a:pt x="244" y="1"/>
                    <a:pt x="231" y="2"/>
                    <a:pt x="218" y="4"/>
                  </a:cubicBezTo>
                  <a:cubicBezTo>
                    <a:pt x="92" y="15"/>
                    <a:pt x="1" y="141"/>
                    <a:pt x="12" y="267"/>
                  </a:cubicBezTo>
                  <a:cubicBezTo>
                    <a:pt x="34" y="397"/>
                    <a:pt x="137" y="486"/>
                    <a:pt x="264" y="486"/>
                  </a:cubicBezTo>
                  <a:cubicBezTo>
                    <a:pt x="272" y="486"/>
                    <a:pt x="279" y="486"/>
                    <a:pt x="287" y="485"/>
                  </a:cubicBezTo>
                  <a:cubicBezTo>
                    <a:pt x="413" y="462"/>
                    <a:pt x="505" y="348"/>
                    <a:pt x="493" y="210"/>
                  </a:cubicBezTo>
                  <a:cubicBezTo>
                    <a:pt x="483" y="96"/>
                    <a:pt x="379" y="1"/>
                    <a:pt x="25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47"/>
            <p:cNvSpPr/>
            <p:nvPr/>
          </p:nvSpPr>
          <p:spPr>
            <a:xfrm>
              <a:off x="7039925" y="3325500"/>
              <a:ext cx="12900" cy="12100"/>
            </a:xfrm>
            <a:custGeom>
              <a:avLst/>
              <a:gdLst/>
              <a:ahLst/>
              <a:cxnLst/>
              <a:rect l="l" t="t" r="r" b="b"/>
              <a:pathLst>
                <a:path w="516" h="484" extrusionOk="0">
                  <a:moveTo>
                    <a:pt x="253" y="1"/>
                  </a:moveTo>
                  <a:cubicBezTo>
                    <a:pt x="245" y="1"/>
                    <a:pt x="237" y="1"/>
                    <a:pt x="230" y="1"/>
                  </a:cubicBezTo>
                  <a:cubicBezTo>
                    <a:pt x="92" y="24"/>
                    <a:pt x="1" y="139"/>
                    <a:pt x="23" y="276"/>
                  </a:cubicBezTo>
                  <a:cubicBezTo>
                    <a:pt x="34" y="395"/>
                    <a:pt x="147" y="484"/>
                    <a:pt x="266" y="484"/>
                  </a:cubicBezTo>
                  <a:cubicBezTo>
                    <a:pt x="273" y="484"/>
                    <a:pt x="280" y="483"/>
                    <a:pt x="287" y="483"/>
                  </a:cubicBezTo>
                  <a:cubicBezTo>
                    <a:pt x="424" y="471"/>
                    <a:pt x="516" y="345"/>
                    <a:pt x="505" y="219"/>
                  </a:cubicBezTo>
                  <a:cubicBezTo>
                    <a:pt x="483" y="89"/>
                    <a:pt x="380" y="1"/>
                    <a:pt x="2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7"/>
            <p:cNvSpPr/>
            <p:nvPr/>
          </p:nvSpPr>
          <p:spPr>
            <a:xfrm>
              <a:off x="7242675" y="3306250"/>
              <a:ext cx="12925" cy="12175"/>
            </a:xfrm>
            <a:custGeom>
              <a:avLst/>
              <a:gdLst/>
              <a:ahLst/>
              <a:cxnLst/>
              <a:rect l="l" t="t" r="r" b="b"/>
              <a:pathLst>
                <a:path w="517" h="487" extrusionOk="0">
                  <a:moveTo>
                    <a:pt x="272" y="0"/>
                  </a:moveTo>
                  <a:cubicBezTo>
                    <a:pt x="258" y="0"/>
                    <a:pt x="244" y="2"/>
                    <a:pt x="230" y="4"/>
                  </a:cubicBezTo>
                  <a:cubicBezTo>
                    <a:pt x="92" y="15"/>
                    <a:pt x="1" y="141"/>
                    <a:pt x="24" y="267"/>
                  </a:cubicBezTo>
                  <a:cubicBezTo>
                    <a:pt x="35" y="397"/>
                    <a:pt x="147" y="486"/>
                    <a:pt x="266" y="486"/>
                  </a:cubicBezTo>
                  <a:cubicBezTo>
                    <a:pt x="273" y="486"/>
                    <a:pt x="280" y="486"/>
                    <a:pt x="287" y="485"/>
                  </a:cubicBezTo>
                  <a:cubicBezTo>
                    <a:pt x="425" y="462"/>
                    <a:pt x="516" y="348"/>
                    <a:pt x="505" y="210"/>
                  </a:cubicBezTo>
                  <a:cubicBezTo>
                    <a:pt x="484" y="87"/>
                    <a:pt x="390" y="0"/>
                    <a:pt x="27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7"/>
            <p:cNvSpPr/>
            <p:nvPr/>
          </p:nvSpPr>
          <p:spPr>
            <a:xfrm>
              <a:off x="7365550" y="3125825"/>
              <a:ext cx="12900" cy="11950"/>
            </a:xfrm>
            <a:custGeom>
              <a:avLst/>
              <a:gdLst/>
              <a:ahLst/>
              <a:cxnLst/>
              <a:rect l="l" t="t" r="r" b="b"/>
              <a:pathLst>
                <a:path w="516" h="478" extrusionOk="0">
                  <a:moveTo>
                    <a:pt x="271" y="1"/>
                  </a:moveTo>
                  <a:cubicBezTo>
                    <a:pt x="257" y="1"/>
                    <a:pt x="243" y="2"/>
                    <a:pt x="229" y="4"/>
                  </a:cubicBezTo>
                  <a:cubicBezTo>
                    <a:pt x="92" y="16"/>
                    <a:pt x="0" y="130"/>
                    <a:pt x="23" y="268"/>
                  </a:cubicBezTo>
                  <a:cubicBezTo>
                    <a:pt x="33" y="391"/>
                    <a:pt x="136" y="477"/>
                    <a:pt x="248" y="477"/>
                  </a:cubicBezTo>
                  <a:cubicBezTo>
                    <a:pt x="260" y="477"/>
                    <a:pt x="273" y="476"/>
                    <a:pt x="286" y="474"/>
                  </a:cubicBezTo>
                  <a:cubicBezTo>
                    <a:pt x="424" y="462"/>
                    <a:pt x="516" y="348"/>
                    <a:pt x="504" y="210"/>
                  </a:cubicBezTo>
                  <a:cubicBezTo>
                    <a:pt x="484" y="87"/>
                    <a:pt x="389" y="1"/>
                    <a:pt x="27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7"/>
            <p:cNvSpPr/>
            <p:nvPr/>
          </p:nvSpPr>
          <p:spPr>
            <a:xfrm>
              <a:off x="5087675" y="3696925"/>
              <a:ext cx="12900" cy="12100"/>
            </a:xfrm>
            <a:custGeom>
              <a:avLst/>
              <a:gdLst/>
              <a:ahLst/>
              <a:cxnLst/>
              <a:rect l="l" t="t" r="r" b="b"/>
              <a:pathLst>
                <a:path w="516" h="484" extrusionOk="0">
                  <a:moveTo>
                    <a:pt x="251" y="1"/>
                  </a:moveTo>
                  <a:cubicBezTo>
                    <a:pt x="244" y="1"/>
                    <a:pt x="237" y="1"/>
                    <a:pt x="229" y="2"/>
                  </a:cubicBezTo>
                  <a:cubicBezTo>
                    <a:pt x="92" y="25"/>
                    <a:pt x="0" y="139"/>
                    <a:pt x="23" y="277"/>
                  </a:cubicBezTo>
                  <a:cubicBezTo>
                    <a:pt x="34" y="396"/>
                    <a:pt x="137" y="484"/>
                    <a:pt x="264" y="484"/>
                  </a:cubicBezTo>
                  <a:cubicBezTo>
                    <a:pt x="271" y="484"/>
                    <a:pt x="279" y="484"/>
                    <a:pt x="287" y="483"/>
                  </a:cubicBezTo>
                  <a:cubicBezTo>
                    <a:pt x="424" y="472"/>
                    <a:pt x="516" y="346"/>
                    <a:pt x="493" y="208"/>
                  </a:cubicBezTo>
                  <a:cubicBezTo>
                    <a:pt x="482" y="89"/>
                    <a:pt x="369"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7"/>
            <p:cNvSpPr/>
            <p:nvPr/>
          </p:nvSpPr>
          <p:spPr>
            <a:xfrm>
              <a:off x="5253475" y="3699800"/>
              <a:ext cx="12925" cy="12150"/>
            </a:xfrm>
            <a:custGeom>
              <a:avLst/>
              <a:gdLst/>
              <a:ahLst/>
              <a:cxnLst/>
              <a:rect l="l" t="t" r="r" b="b"/>
              <a:pathLst>
                <a:path w="517" h="486" extrusionOk="0">
                  <a:moveTo>
                    <a:pt x="253" y="0"/>
                  </a:moveTo>
                  <a:cubicBezTo>
                    <a:pt x="245" y="0"/>
                    <a:pt x="238" y="1"/>
                    <a:pt x="230" y="1"/>
                  </a:cubicBezTo>
                  <a:cubicBezTo>
                    <a:pt x="93" y="24"/>
                    <a:pt x="1" y="139"/>
                    <a:pt x="24" y="276"/>
                  </a:cubicBezTo>
                  <a:cubicBezTo>
                    <a:pt x="34" y="390"/>
                    <a:pt x="139" y="486"/>
                    <a:pt x="252" y="486"/>
                  </a:cubicBezTo>
                  <a:cubicBezTo>
                    <a:pt x="263" y="486"/>
                    <a:pt x="275" y="485"/>
                    <a:pt x="287" y="483"/>
                  </a:cubicBezTo>
                  <a:cubicBezTo>
                    <a:pt x="425" y="471"/>
                    <a:pt x="516" y="345"/>
                    <a:pt x="505" y="219"/>
                  </a:cubicBezTo>
                  <a:cubicBezTo>
                    <a:pt x="483" y="89"/>
                    <a:pt x="380" y="0"/>
                    <a:pt x="25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7"/>
            <p:cNvSpPr/>
            <p:nvPr/>
          </p:nvSpPr>
          <p:spPr>
            <a:xfrm>
              <a:off x="5058175" y="3466675"/>
              <a:ext cx="12900" cy="12100"/>
            </a:xfrm>
            <a:custGeom>
              <a:avLst/>
              <a:gdLst/>
              <a:ahLst/>
              <a:cxnLst/>
              <a:rect l="l" t="t" r="r" b="b"/>
              <a:pathLst>
                <a:path w="516" h="484" extrusionOk="0">
                  <a:moveTo>
                    <a:pt x="251" y="1"/>
                  </a:moveTo>
                  <a:cubicBezTo>
                    <a:pt x="244" y="1"/>
                    <a:pt x="237" y="1"/>
                    <a:pt x="230" y="2"/>
                  </a:cubicBezTo>
                  <a:cubicBezTo>
                    <a:pt x="92" y="25"/>
                    <a:pt x="1" y="139"/>
                    <a:pt x="23" y="277"/>
                  </a:cubicBezTo>
                  <a:cubicBezTo>
                    <a:pt x="34" y="396"/>
                    <a:pt x="137" y="484"/>
                    <a:pt x="264" y="484"/>
                  </a:cubicBezTo>
                  <a:cubicBezTo>
                    <a:pt x="271" y="484"/>
                    <a:pt x="279" y="484"/>
                    <a:pt x="287" y="483"/>
                  </a:cubicBezTo>
                  <a:cubicBezTo>
                    <a:pt x="424" y="472"/>
                    <a:pt x="516" y="346"/>
                    <a:pt x="493" y="220"/>
                  </a:cubicBezTo>
                  <a:cubicBezTo>
                    <a:pt x="482" y="90"/>
                    <a:pt x="369"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7"/>
            <p:cNvSpPr/>
            <p:nvPr/>
          </p:nvSpPr>
          <p:spPr>
            <a:xfrm>
              <a:off x="5828825" y="3629575"/>
              <a:ext cx="12900" cy="12150"/>
            </a:xfrm>
            <a:custGeom>
              <a:avLst/>
              <a:gdLst/>
              <a:ahLst/>
              <a:cxnLst/>
              <a:rect l="l" t="t" r="r" b="b"/>
              <a:pathLst>
                <a:path w="516" h="486" extrusionOk="0">
                  <a:moveTo>
                    <a:pt x="268" y="0"/>
                  </a:moveTo>
                  <a:cubicBezTo>
                    <a:pt x="256" y="0"/>
                    <a:pt x="243" y="2"/>
                    <a:pt x="230" y="4"/>
                  </a:cubicBezTo>
                  <a:cubicBezTo>
                    <a:pt x="92" y="15"/>
                    <a:pt x="0" y="141"/>
                    <a:pt x="12" y="267"/>
                  </a:cubicBezTo>
                  <a:cubicBezTo>
                    <a:pt x="34" y="397"/>
                    <a:pt x="137" y="486"/>
                    <a:pt x="264" y="486"/>
                  </a:cubicBezTo>
                  <a:cubicBezTo>
                    <a:pt x="271" y="486"/>
                    <a:pt x="279" y="486"/>
                    <a:pt x="287" y="485"/>
                  </a:cubicBezTo>
                  <a:cubicBezTo>
                    <a:pt x="413" y="462"/>
                    <a:pt x="516" y="348"/>
                    <a:pt x="493" y="210"/>
                  </a:cubicBezTo>
                  <a:cubicBezTo>
                    <a:pt x="483" y="87"/>
                    <a:pt x="380"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47"/>
            <p:cNvSpPr/>
            <p:nvPr/>
          </p:nvSpPr>
          <p:spPr>
            <a:xfrm>
              <a:off x="5752350" y="3540500"/>
              <a:ext cx="12625" cy="12175"/>
            </a:xfrm>
            <a:custGeom>
              <a:avLst/>
              <a:gdLst/>
              <a:ahLst/>
              <a:cxnLst/>
              <a:rect l="l" t="t" r="r" b="b"/>
              <a:pathLst>
                <a:path w="505" h="487" extrusionOk="0">
                  <a:moveTo>
                    <a:pt x="260" y="1"/>
                  </a:moveTo>
                  <a:cubicBezTo>
                    <a:pt x="247" y="1"/>
                    <a:pt x="233" y="2"/>
                    <a:pt x="219" y="4"/>
                  </a:cubicBezTo>
                  <a:cubicBezTo>
                    <a:pt x="93" y="16"/>
                    <a:pt x="1" y="142"/>
                    <a:pt x="12" y="268"/>
                  </a:cubicBezTo>
                  <a:cubicBezTo>
                    <a:pt x="23" y="397"/>
                    <a:pt x="136" y="486"/>
                    <a:pt x="264" y="486"/>
                  </a:cubicBezTo>
                  <a:cubicBezTo>
                    <a:pt x="272" y="486"/>
                    <a:pt x="280" y="486"/>
                    <a:pt x="287" y="485"/>
                  </a:cubicBezTo>
                  <a:cubicBezTo>
                    <a:pt x="413" y="463"/>
                    <a:pt x="505" y="337"/>
                    <a:pt x="493" y="211"/>
                  </a:cubicBezTo>
                  <a:cubicBezTo>
                    <a:pt x="473" y="87"/>
                    <a:pt x="379" y="1"/>
                    <a:pt x="26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47"/>
            <p:cNvSpPr/>
            <p:nvPr/>
          </p:nvSpPr>
          <p:spPr>
            <a:xfrm>
              <a:off x="6749825" y="4084350"/>
              <a:ext cx="12900" cy="12150"/>
            </a:xfrm>
            <a:custGeom>
              <a:avLst/>
              <a:gdLst/>
              <a:ahLst/>
              <a:cxnLst/>
              <a:rect l="l" t="t" r="r" b="b"/>
              <a:pathLst>
                <a:path w="516" h="486" extrusionOk="0">
                  <a:moveTo>
                    <a:pt x="268" y="1"/>
                  </a:moveTo>
                  <a:cubicBezTo>
                    <a:pt x="255" y="1"/>
                    <a:pt x="242" y="2"/>
                    <a:pt x="229" y="4"/>
                  </a:cubicBezTo>
                  <a:cubicBezTo>
                    <a:pt x="103" y="15"/>
                    <a:pt x="0" y="141"/>
                    <a:pt x="23" y="267"/>
                  </a:cubicBezTo>
                  <a:cubicBezTo>
                    <a:pt x="34" y="397"/>
                    <a:pt x="147" y="486"/>
                    <a:pt x="265" y="486"/>
                  </a:cubicBezTo>
                  <a:cubicBezTo>
                    <a:pt x="273" y="486"/>
                    <a:pt x="280" y="486"/>
                    <a:pt x="287" y="485"/>
                  </a:cubicBezTo>
                  <a:cubicBezTo>
                    <a:pt x="424" y="462"/>
                    <a:pt x="516" y="347"/>
                    <a:pt x="504" y="210"/>
                  </a:cubicBezTo>
                  <a:cubicBezTo>
                    <a:pt x="484" y="96"/>
                    <a:pt x="388"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7"/>
            <p:cNvSpPr/>
            <p:nvPr/>
          </p:nvSpPr>
          <p:spPr>
            <a:xfrm>
              <a:off x="6687100" y="4130225"/>
              <a:ext cx="12925" cy="12175"/>
            </a:xfrm>
            <a:custGeom>
              <a:avLst/>
              <a:gdLst/>
              <a:ahLst/>
              <a:cxnLst/>
              <a:rect l="l" t="t" r="r" b="b"/>
              <a:pathLst>
                <a:path w="517" h="487" extrusionOk="0">
                  <a:moveTo>
                    <a:pt x="253" y="1"/>
                  </a:moveTo>
                  <a:cubicBezTo>
                    <a:pt x="245" y="1"/>
                    <a:pt x="238" y="1"/>
                    <a:pt x="230" y="2"/>
                  </a:cubicBezTo>
                  <a:cubicBezTo>
                    <a:pt x="92" y="25"/>
                    <a:pt x="1" y="139"/>
                    <a:pt x="24" y="277"/>
                  </a:cubicBezTo>
                  <a:cubicBezTo>
                    <a:pt x="34" y="400"/>
                    <a:pt x="136" y="486"/>
                    <a:pt x="248" y="486"/>
                  </a:cubicBezTo>
                  <a:cubicBezTo>
                    <a:pt x="261" y="486"/>
                    <a:pt x="274" y="485"/>
                    <a:pt x="287" y="483"/>
                  </a:cubicBezTo>
                  <a:cubicBezTo>
                    <a:pt x="425" y="471"/>
                    <a:pt x="516" y="345"/>
                    <a:pt x="505" y="219"/>
                  </a:cubicBezTo>
                  <a:cubicBezTo>
                    <a:pt x="483" y="90"/>
                    <a:pt x="380" y="1"/>
                    <a:pt x="2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47"/>
            <p:cNvSpPr/>
            <p:nvPr/>
          </p:nvSpPr>
          <p:spPr>
            <a:xfrm>
              <a:off x="5874075" y="4514200"/>
              <a:ext cx="12900" cy="12175"/>
            </a:xfrm>
            <a:custGeom>
              <a:avLst/>
              <a:gdLst/>
              <a:ahLst/>
              <a:cxnLst/>
              <a:rect l="l" t="t" r="r" b="b"/>
              <a:pathLst>
                <a:path w="516" h="487" extrusionOk="0">
                  <a:moveTo>
                    <a:pt x="268" y="1"/>
                  </a:moveTo>
                  <a:cubicBezTo>
                    <a:pt x="255" y="1"/>
                    <a:pt x="242" y="2"/>
                    <a:pt x="229" y="4"/>
                  </a:cubicBezTo>
                  <a:cubicBezTo>
                    <a:pt x="92" y="15"/>
                    <a:pt x="0" y="141"/>
                    <a:pt x="12" y="267"/>
                  </a:cubicBezTo>
                  <a:cubicBezTo>
                    <a:pt x="33" y="397"/>
                    <a:pt x="137" y="486"/>
                    <a:pt x="264" y="486"/>
                  </a:cubicBezTo>
                  <a:cubicBezTo>
                    <a:pt x="271" y="486"/>
                    <a:pt x="279" y="486"/>
                    <a:pt x="287" y="485"/>
                  </a:cubicBezTo>
                  <a:cubicBezTo>
                    <a:pt x="413" y="462"/>
                    <a:pt x="516" y="348"/>
                    <a:pt x="493" y="210"/>
                  </a:cubicBezTo>
                  <a:cubicBezTo>
                    <a:pt x="483" y="87"/>
                    <a:pt x="380"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47"/>
            <p:cNvSpPr/>
            <p:nvPr/>
          </p:nvSpPr>
          <p:spPr>
            <a:xfrm>
              <a:off x="5790725" y="3631350"/>
              <a:ext cx="12925" cy="12150"/>
            </a:xfrm>
            <a:custGeom>
              <a:avLst/>
              <a:gdLst/>
              <a:ahLst/>
              <a:cxnLst/>
              <a:rect l="l" t="t" r="r" b="b"/>
              <a:pathLst>
                <a:path w="517" h="486" extrusionOk="0">
                  <a:moveTo>
                    <a:pt x="251" y="1"/>
                  </a:moveTo>
                  <a:cubicBezTo>
                    <a:pt x="244" y="1"/>
                    <a:pt x="237" y="1"/>
                    <a:pt x="230" y="2"/>
                  </a:cubicBezTo>
                  <a:cubicBezTo>
                    <a:pt x="93" y="25"/>
                    <a:pt x="1" y="139"/>
                    <a:pt x="12" y="277"/>
                  </a:cubicBezTo>
                  <a:cubicBezTo>
                    <a:pt x="33" y="391"/>
                    <a:pt x="129" y="486"/>
                    <a:pt x="249" y="486"/>
                  </a:cubicBezTo>
                  <a:cubicBezTo>
                    <a:pt x="261" y="486"/>
                    <a:pt x="274" y="485"/>
                    <a:pt x="287" y="483"/>
                  </a:cubicBezTo>
                  <a:cubicBezTo>
                    <a:pt x="425" y="471"/>
                    <a:pt x="516" y="345"/>
                    <a:pt x="493" y="219"/>
                  </a:cubicBezTo>
                  <a:cubicBezTo>
                    <a:pt x="483" y="90"/>
                    <a:pt x="370"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7"/>
            <p:cNvSpPr/>
            <p:nvPr/>
          </p:nvSpPr>
          <p:spPr>
            <a:xfrm>
              <a:off x="5828825" y="3629575"/>
              <a:ext cx="12900" cy="12150"/>
            </a:xfrm>
            <a:custGeom>
              <a:avLst/>
              <a:gdLst/>
              <a:ahLst/>
              <a:cxnLst/>
              <a:rect l="l" t="t" r="r" b="b"/>
              <a:pathLst>
                <a:path w="516" h="486" extrusionOk="0">
                  <a:moveTo>
                    <a:pt x="268" y="0"/>
                  </a:moveTo>
                  <a:cubicBezTo>
                    <a:pt x="256" y="0"/>
                    <a:pt x="243" y="2"/>
                    <a:pt x="230" y="4"/>
                  </a:cubicBezTo>
                  <a:cubicBezTo>
                    <a:pt x="92" y="15"/>
                    <a:pt x="0" y="141"/>
                    <a:pt x="12" y="267"/>
                  </a:cubicBezTo>
                  <a:cubicBezTo>
                    <a:pt x="34" y="397"/>
                    <a:pt x="137" y="486"/>
                    <a:pt x="264" y="486"/>
                  </a:cubicBezTo>
                  <a:cubicBezTo>
                    <a:pt x="271" y="486"/>
                    <a:pt x="279" y="486"/>
                    <a:pt x="287" y="485"/>
                  </a:cubicBezTo>
                  <a:cubicBezTo>
                    <a:pt x="413" y="462"/>
                    <a:pt x="516" y="348"/>
                    <a:pt x="493" y="210"/>
                  </a:cubicBezTo>
                  <a:cubicBezTo>
                    <a:pt x="483" y="87"/>
                    <a:pt x="380"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7"/>
            <p:cNvSpPr/>
            <p:nvPr/>
          </p:nvSpPr>
          <p:spPr>
            <a:xfrm>
              <a:off x="5752350" y="3540500"/>
              <a:ext cx="12625" cy="12175"/>
            </a:xfrm>
            <a:custGeom>
              <a:avLst/>
              <a:gdLst/>
              <a:ahLst/>
              <a:cxnLst/>
              <a:rect l="l" t="t" r="r" b="b"/>
              <a:pathLst>
                <a:path w="505" h="487" extrusionOk="0">
                  <a:moveTo>
                    <a:pt x="260" y="1"/>
                  </a:moveTo>
                  <a:cubicBezTo>
                    <a:pt x="247" y="1"/>
                    <a:pt x="233" y="2"/>
                    <a:pt x="219" y="4"/>
                  </a:cubicBezTo>
                  <a:cubicBezTo>
                    <a:pt x="93" y="16"/>
                    <a:pt x="1" y="142"/>
                    <a:pt x="12" y="268"/>
                  </a:cubicBezTo>
                  <a:cubicBezTo>
                    <a:pt x="23" y="397"/>
                    <a:pt x="136" y="486"/>
                    <a:pt x="264" y="486"/>
                  </a:cubicBezTo>
                  <a:cubicBezTo>
                    <a:pt x="272" y="486"/>
                    <a:pt x="280" y="486"/>
                    <a:pt x="287" y="485"/>
                  </a:cubicBezTo>
                  <a:cubicBezTo>
                    <a:pt x="413" y="463"/>
                    <a:pt x="505" y="337"/>
                    <a:pt x="493" y="211"/>
                  </a:cubicBezTo>
                  <a:cubicBezTo>
                    <a:pt x="473" y="87"/>
                    <a:pt x="379" y="1"/>
                    <a:pt x="26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7"/>
            <p:cNvSpPr/>
            <p:nvPr/>
          </p:nvSpPr>
          <p:spPr>
            <a:xfrm>
              <a:off x="5624050" y="4101600"/>
              <a:ext cx="12625" cy="12150"/>
            </a:xfrm>
            <a:custGeom>
              <a:avLst/>
              <a:gdLst/>
              <a:ahLst/>
              <a:cxnLst/>
              <a:rect l="l" t="t" r="r" b="b"/>
              <a:pathLst>
                <a:path w="505" h="486" extrusionOk="0">
                  <a:moveTo>
                    <a:pt x="251" y="0"/>
                  </a:moveTo>
                  <a:cubicBezTo>
                    <a:pt x="244" y="0"/>
                    <a:pt x="237" y="0"/>
                    <a:pt x="230" y="1"/>
                  </a:cubicBezTo>
                  <a:cubicBezTo>
                    <a:pt x="93" y="24"/>
                    <a:pt x="1" y="139"/>
                    <a:pt x="12" y="276"/>
                  </a:cubicBezTo>
                  <a:cubicBezTo>
                    <a:pt x="33" y="399"/>
                    <a:pt x="127" y="486"/>
                    <a:pt x="246" y="486"/>
                  </a:cubicBezTo>
                  <a:cubicBezTo>
                    <a:pt x="259" y="486"/>
                    <a:pt x="273" y="485"/>
                    <a:pt x="287" y="482"/>
                  </a:cubicBezTo>
                  <a:cubicBezTo>
                    <a:pt x="413" y="471"/>
                    <a:pt x="505" y="345"/>
                    <a:pt x="494" y="219"/>
                  </a:cubicBezTo>
                  <a:cubicBezTo>
                    <a:pt x="483"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47"/>
            <p:cNvSpPr/>
            <p:nvPr/>
          </p:nvSpPr>
          <p:spPr>
            <a:xfrm>
              <a:off x="5703950" y="3748775"/>
              <a:ext cx="12625" cy="12100"/>
            </a:xfrm>
            <a:custGeom>
              <a:avLst/>
              <a:gdLst/>
              <a:ahLst/>
              <a:cxnLst/>
              <a:rect l="l" t="t" r="r" b="b"/>
              <a:pathLst>
                <a:path w="505" h="484" extrusionOk="0">
                  <a:moveTo>
                    <a:pt x="242" y="0"/>
                  </a:moveTo>
                  <a:cubicBezTo>
                    <a:pt x="234" y="0"/>
                    <a:pt x="226" y="1"/>
                    <a:pt x="219" y="1"/>
                  </a:cubicBezTo>
                  <a:cubicBezTo>
                    <a:pt x="93" y="13"/>
                    <a:pt x="1" y="139"/>
                    <a:pt x="12" y="265"/>
                  </a:cubicBezTo>
                  <a:cubicBezTo>
                    <a:pt x="34" y="394"/>
                    <a:pt x="137" y="483"/>
                    <a:pt x="264" y="483"/>
                  </a:cubicBezTo>
                  <a:cubicBezTo>
                    <a:pt x="272" y="483"/>
                    <a:pt x="280" y="483"/>
                    <a:pt x="287" y="482"/>
                  </a:cubicBezTo>
                  <a:cubicBezTo>
                    <a:pt x="413" y="459"/>
                    <a:pt x="505" y="345"/>
                    <a:pt x="494" y="207"/>
                  </a:cubicBezTo>
                  <a:cubicBezTo>
                    <a:pt x="483" y="89"/>
                    <a:pt x="370" y="0"/>
                    <a:pt x="24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47"/>
            <p:cNvSpPr/>
            <p:nvPr/>
          </p:nvSpPr>
          <p:spPr>
            <a:xfrm>
              <a:off x="5496625" y="3987325"/>
              <a:ext cx="12625" cy="12150"/>
            </a:xfrm>
            <a:custGeom>
              <a:avLst/>
              <a:gdLst/>
              <a:ahLst/>
              <a:cxnLst/>
              <a:rect l="l" t="t" r="r" b="b"/>
              <a:pathLst>
                <a:path w="505" h="486" extrusionOk="0">
                  <a:moveTo>
                    <a:pt x="241" y="0"/>
                  </a:moveTo>
                  <a:cubicBezTo>
                    <a:pt x="234" y="0"/>
                    <a:pt x="226" y="1"/>
                    <a:pt x="218" y="1"/>
                  </a:cubicBezTo>
                  <a:cubicBezTo>
                    <a:pt x="92" y="24"/>
                    <a:pt x="0" y="139"/>
                    <a:pt x="12" y="276"/>
                  </a:cubicBezTo>
                  <a:cubicBezTo>
                    <a:pt x="22" y="390"/>
                    <a:pt x="127" y="486"/>
                    <a:pt x="248" y="486"/>
                  </a:cubicBezTo>
                  <a:cubicBezTo>
                    <a:pt x="261" y="486"/>
                    <a:pt x="274" y="485"/>
                    <a:pt x="287" y="483"/>
                  </a:cubicBezTo>
                  <a:cubicBezTo>
                    <a:pt x="413" y="471"/>
                    <a:pt x="504" y="345"/>
                    <a:pt x="493" y="219"/>
                  </a:cubicBezTo>
                  <a:cubicBezTo>
                    <a:pt x="471" y="89"/>
                    <a:pt x="368" y="0"/>
                    <a:pt x="24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7"/>
            <p:cNvSpPr/>
            <p:nvPr/>
          </p:nvSpPr>
          <p:spPr>
            <a:xfrm>
              <a:off x="5750925" y="3685475"/>
              <a:ext cx="12625" cy="12150"/>
            </a:xfrm>
            <a:custGeom>
              <a:avLst/>
              <a:gdLst/>
              <a:ahLst/>
              <a:cxnLst/>
              <a:rect l="l" t="t" r="r" b="b"/>
              <a:pathLst>
                <a:path w="505" h="486" extrusionOk="0">
                  <a:moveTo>
                    <a:pt x="251" y="1"/>
                  </a:moveTo>
                  <a:cubicBezTo>
                    <a:pt x="244" y="1"/>
                    <a:pt x="237" y="1"/>
                    <a:pt x="230" y="2"/>
                  </a:cubicBezTo>
                  <a:cubicBezTo>
                    <a:pt x="92" y="25"/>
                    <a:pt x="1" y="139"/>
                    <a:pt x="12" y="277"/>
                  </a:cubicBezTo>
                  <a:cubicBezTo>
                    <a:pt x="33" y="391"/>
                    <a:pt x="129" y="486"/>
                    <a:pt x="249" y="486"/>
                  </a:cubicBezTo>
                  <a:cubicBezTo>
                    <a:pt x="261" y="486"/>
                    <a:pt x="274" y="485"/>
                    <a:pt x="287" y="483"/>
                  </a:cubicBezTo>
                  <a:cubicBezTo>
                    <a:pt x="413" y="471"/>
                    <a:pt x="505" y="345"/>
                    <a:pt x="493" y="219"/>
                  </a:cubicBezTo>
                  <a:cubicBezTo>
                    <a:pt x="482" y="90"/>
                    <a:pt x="370"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47"/>
            <p:cNvSpPr/>
            <p:nvPr/>
          </p:nvSpPr>
          <p:spPr>
            <a:xfrm>
              <a:off x="5828825" y="3629575"/>
              <a:ext cx="12900" cy="12150"/>
            </a:xfrm>
            <a:custGeom>
              <a:avLst/>
              <a:gdLst/>
              <a:ahLst/>
              <a:cxnLst/>
              <a:rect l="l" t="t" r="r" b="b"/>
              <a:pathLst>
                <a:path w="516" h="486" extrusionOk="0">
                  <a:moveTo>
                    <a:pt x="268" y="0"/>
                  </a:moveTo>
                  <a:cubicBezTo>
                    <a:pt x="256" y="0"/>
                    <a:pt x="243" y="2"/>
                    <a:pt x="230" y="4"/>
                  </a:cubicBezTo>
                  <a:cubicBezTo>
                    <a:pt x="92" y="15"/>
                    <a:pt x="0" y="141"/>
                    <a:pt x="12" y="267"/>
                  </a:cubicBezTo>
                  <a:cubicBezTo>
                    <a:pt x="34" y="397"/>
                    <a:pt x="137" y="486"/>
                    <a:pt x="264" y="486"/>
                  </a:cubicBezTo>
                  <a:cubicBezTo>
                    <a:pt x="271" y="486"/>
                    <a:pt x="279" y="486"/>
                    <a:pt x="287" y="485"/>
                  </a:cubicBezTo>
                  <a:cubicBezTo>
                    <a:pt x="413" y="462"/>
                    <a:pt x="516" y="348"/>
                    <a:pt x="493" y="210"/>
                  </a:cubicBezTo>
                  <a:cubicBezTo>
                    <a:pt x="483" y="87"/>
                    <a:pt x="380"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47"/>
            <p:cNvSpPr/>
            <p:nvPr/>
          </p:nvSpPr>
          <p:spPr>
            <a:xfrm>
              <a:off x="5790725" y="3631350"/>
              <a:ext cx="12925" cy="12150"/>
            </a:xfrm>
            <a:custGeom>
              <a:avLst/>
              <a:gdLst/>
              <a:ahLst/>
              <a:cxnLst/>
              <a:rect l="l" t="t" r="r" b="b"/>
              <a:pathLst>
                <a:path w="517" h="486" extrusionOk="0">
                  <a:moveTo>
                    <a:pt x="251" y="1"/>
                  </a:moveTo>
                  <a:cubicBezTo>
                    <a:pt x="244" y="1"/>
                    <a:pt x="237" y="1"/>
                    <a:pt x="230" y="2"/>
                  </a:cubicBezTo>
                  <a:cubicBezTo>
                    <a:pt x="93" y="25"/>
                    <a:pt x="1" y="139"/>
                    <a:pt x="12" y="277"/>
                  </a:cubicBezTo>
                  <a:cubicBezTo>
                    <a:pt x="33" y="391"/>
                    <a:pt x="129" y="486"/>
                    <a:pt x="249" y="486"/>
                  </a:cubicBezTo>
                  <a:cubicBezTo>
                    <a:pt x="261" y="486"/>
                    <a:pt x="274" y="485"/>
                    <a:pt x="287" y="483"/>
                  </a:cubicBezTo>
                  <a:cubicBezTo>
                    <a:pt x="425" y="471"/>
                    <a:pt x="516" y="345"/>
                    <a:pt x="493" y="219"/>
                  </a:cubicBezTo>
                  <a:cubicBezTo>
                    <a:pt x="483" y="90"/>
                    <a:pt x="370"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47"/>
            <p:cNvSpPr/>
            <p:nvPr/>
          </p:nvSpPr>
          <p:spPr>
            <a:xfrm>
              <a:off x="5058175" y="3466675"/>
              <a:ext cx="12900" cy="12100"/>
            </a:xfrm>
            <a:custGeom>
              <a:avLst/>
              <a:gdLst/>
              <a:ahLst/>
              <a:cxnLst/>
              <a:rect l="l" t="t" r="r" b="b"/>
              <a:pathLst>
                <a:path w="516" h="484" extrusionOk="0">
                  <a:moveTo>
                    <a:pt x="251" y="1"/>
                  </a:moveTo>
                  <a:cubicBezTo>
                    <a:pt x="244" y="1"/>
                    <a:pt x="237" y="1"/>
                    <a:pt x="230" y="2"/>
                  </a:cubicBezTo>
                  <a:cubicBezTo>
                    <a:pt x="92" y="25"/>
                    <a:pt x="1" y="139"/>
                    <a:pt x="23" y="277"/>
                  </a:cubicBezTo>
                  <a:cubicBezTo>
                    <a:pt x="34" y="396"/>
                    <a:pt x="137" y="484"/>
                    <a:pt x="264" y="484"/>
                  </a:cubicBezTo>
                  <a:cubicBezTo>
                    <a:pt x="271" y="484"/>
                    <a:pt x="279" y="484"/>
                    <a:pt x="287" y="483"/>
                  </a:cubicBezTo>
                  <a:cubicBezTo>
                    <a:pt x="424" y="472"/>
                    <a:pt x="516" y="346"/>
                    <a:pt x="493" y="220"/>
                  </a:cubicBezTo>
                  <a:cubicBezTo>
                    <a:pt x="482" y="90"/>
                    <a:pt x="369"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47"/>
            <p:cNvSpPr/>
            <p:nvPr/>
          </p:nvSpPr>
          <p:spPr>
            <a:xfrm>
              <a:off x="6490925" y="3588100"/>
              <a:ext cx="12925" cy="12175"/>
            </a:xfrm>
            <a:custGeom>
              <a:avLst/>
              <a:gdLst/>
              <a:ahLst/>
              <a:cxnLst/>
              <a:rect l="l" t="t" r="r" b="b"/>
              <a:pathLst>
                <a:path w="517" h="487" extrusionOk="0">
                  <a:moveTo>
                    <a:pt x="253" y="1"/>
                  </a:moveTo>
                  <a:cubicBezTo>
                    <a:pt x="245" y="1"/>
                    <a:pt x="238" y="1"/>
                    <a:pt x="230" y="2"/>
                  </a:cubicBezTo>
                  <a:cubicBezTo>
                    <a:pt x="104" y="25"/>
                    <a:pt x="1" y="139"/>
                    <a:pt x="24" y="277"/>
                  </a:cubicBezTo>
                  <a:cubicBezTo>
                    <a:pt x="34" y="391"/>
                    <a:pt x="138" y="486"/>
                    <a:pt x="252" y="486"/>
                  </a:cubicBezTo>
                  <a:cubicBezTo>
                    <a:pt x="263" y="486"/>
                    <a:pt x="275" y="485"/>
                    <a:pt x="287" y="483"/>
                  </a:cubicBezTo>
                  <a:cubicBezTo>
                    <a:pt x="425" y="472"/>
                    <a:pt x="516" y="346"/>
                    <a:pt x="505" y="220"/>
                  </a:cubicBezTo>
                  <a:cubicBezTo>
                    <a:pt x="483" y="90"/>
                    <a:pt x="380" y="1"/>
                    <a:pt x="2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47"/>
            <p:cNvSpPr/>
            <p:nvPr/>
          </p:nvSpPr>
          <p:spPr>
            <a:xfrm>
              <a:off x="6423350" y="3850725"/>
              <a:ext cx="12900" cy="12150"/>
            </a:xfrm>
            <a:custGeom>
              <a:avLst/>
              <a:gdLst/>
              <a:ahLst/>
              <a:cxnLst/>
              <a:rect l="l" t="t" r="r" b="b"/>
              <a:pathLst>
                <a:path w="516" h="486" extrusionOk="0">
                  <a:moveTo>
                    <a:pt x="251" y="0"/>
                  </a:moveTo>
                  <a:cubicBezTo>
                    <a:pt x="244" y="0"/>
                    <a:pt x="237" y="1"/>
                    <a:pt x="230" y="1"/>
                  </a:cubicBezTo>
                  <a:cubicBezTo>
                    <a:pt x="92" y="24"/>
                    <a:pt x="0" y="139"/>
                    <a:pt x="12" y="276"/>
                  </a:cubicBezTo>
                  <a:cubicBezTo>
                    <a:pt x="33" y="390"/>
                    <a:pt x="129" y="486"/>
                    <a:pt x="249" y="486"/>
                  </a:cubicBezTo>
                  <a:cubicBezTo>
                    <a:pt x="261" y="486"/>
                    <a:pt x="274" y="485"/>
                    <a:pt x="287" y="482"/>
                  </a:cubicBezTo>
                  <a:cubicBezTo>
                    <a:pt x="413" y="471"/>
                    <a:pt x="516"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47"/>
            <p:cNvSpPr/>
            <p:nvPr/>
          </p:nvSpPr>
          <p:spPr>
            <a:xfrm>
              <a:off x="6201400" y="3712400"/>
              <a:ext cx="12625" cy="12150"/>
            </a:xfrm>
            <a:custGeom>
              <a:avLst/>
              <a:gdLst/>
              <a:ahLst/>
              <a:cxnLst/>
              <a:rect l="l" t="t" r="r" b="b"/>
              <a:pathLst>
                <a:path w="505" h="486" extrusionOk="0">
                  <a:moveTo>
                    <a:pt x="251" y="0"/>
                  </a:moveTo>
                  <a:cubicBezTo>
                    <a:pt x="244" y="0"/>
                    <a:pt x="237" y="1"/>
                    <a:pt x="230" y="1"/>
                  </a:cubicBezTo>
                  <a:cubicBezTo>
                    <a:pt x="92" y="24"/>
                    <a:pt x="1" y="139"/>
                    <a:pt x="12" y="276"/>
                  </a:cubicBezTo>
                  <a:cubicBezTo>
                    <a:pt x="22" y="390"/>
                    <a:pt x="127" y="486"/>
                    <a:pt x="248" y="486"/>
                  </a:cubicBezTo>
                  <a:cubicBezTo>
                    <a:pt x="261" y="486"/>
                    <a:pt x="274" y="485"/>
                    <a:pt x="287" y="483"/>
                  </a:cubicBezTo>
                  <a:cubicBezTo>
                    <a:pt x="413" y="471"/>
                    <a:pt x="505" y="345"/>
                    <a:pt x="493" y="219"/>
                  </a:cubicBezTo>
                  <a:cubicBezTo>
                    <a:pt x="482"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47"/>
            <p:cNvSpPr/>
            <p:nvPr/>
          </p:nvSpPr>
          <p:spPr>
            <a:xfrm>
              <a:off x="6016400" y="4481625"/>
              <a:ext cx="12925" cy="12150"/>
            </a:xfrm>
            <a:custGeom>
              <a:avLst/>
              <a:gdLst/>
              <a:ahLst/>
              <a:cxnLst/>
              <a:rect l="l" t="t" r="r" b="b"/>
              <a:pathLst>
                <a:path w="517" h="486" extrusionOk="0">
                  <a:moveTo>
                    <a:pt x="251" y="0"/>
                  </a:moveTo>
                  <a:cubicBezTo>
                    <a:pt x="244" y="0"/>
                    <a:pt x="237" y="0"/>
                    <a:pt x="230" y="1"/>
                  </a:cubicBezTo>
                  <a:cubicBezTo>
                    <a:pt x="92" y="24"/>
                    <a:pt x="1" y="139"/>
                    <a:pt x="12" y="276"/>
                  </a:cubicBezTo>
                  <a:cubicBezTo>
                    <a:pt x="33" y="399"/>
                    <a:pt x="127" y="486"/>
                    <a:pt x="245" y="486"/>
                  </a:cubicBezTo>
                  <a:cubicBezTo>
                    <a:pt x="259" y="486"/>
                    <a:pt x="273" y="485"/>
                    <a:pt x="287" y="482"/>
                  </a:cubicBezTo>
                  <a:cubicBezTo>
                    <a:pt x="424" y="471"/>
                    <a:pt x="516" y="345"/>
                    <a:pt x="493" y="219"/>
                  </a:cubicBezTo>
                  <a:cubicBezTo>
                    <a:pt x="482"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47"/>
            <p:cNvSpPr/>
            <p:nvPr/>
          </p:nvSpPr>
          <p:spPr>
            <a:xfrm>
              <a:off x="5816225" y="4275125"/>
              <a:ext cx="12625" cy="12100"/>
            </a:xfrm>
            <a:custGeom>
              <a:avLst/>
              <a:gdLst/>
              <a:ahLst/>
              <a:cxnLst/>
              <a:rect l="l" t="t" r="r" b="b"/>
              <a:pathLst>
                <a:path w="505" h="484" extrusionOk="0">
                  <a:moveTo>
                    <a:pt x="241" y="1"/>
                  </a:moveTo>
                  <a:cubicBezTo>
                    <a:pt x="234" y="1"/>
                    <a:pt x="226" y="1"/>
                    <a:pt x="218" y="2"/>
                  </a:cubicBezTo>
                  <a:cubicBezTo>
                    <a:pt x="92" y="13"/>
                    <a:pt x="0" y="139"/>
                    <a:pt x="12" y="265"/>
                  </a:cubicBezTo>
                  <a:cubicBezTo>
                    <a:pt x="23" y="395"/>
                    <a:pt x="135" y="484"/>
                    <a:pt x="264" y="484"/>
                  </a:cubicBezTo>
                  <a:cubicBezTo>
                    <a:pt x="271" y="484"/>
                    <a:pt x="279" y="484"/>
                    <a:pt x="287" y="483"/>
                  </a:cubicBezTo>
                  <a:cubicBezTo>
                    <a:pt x="413" y="460"/>
                    <a:pt x="504" y="346"/>
                    <a:pt x="493" y="208"/>
                  </a:cubicBezTo>
                  <a:cubicBezTo>
                    <a:pt x="482" y="89"/>
                    <a:pt x="369" y="1"/>
                    <a:pt x="24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47"/>
            <p:cNvSpPr/>
            <p:nvPr/>
          </p:nvSpPr>
          <p:spPr>
            <a:xfrm>
              <a:off x="5800475" y="4427425"/>
              <a:ext cx="12900" cy="12175"/>
            </a:xfrm>
            <a:custGeom>
              <a:avLst/>
              <a:gdLst/>
              <a:ahLst/>
              <a:cxnLst/>
              <a:rect l="l" t="t" r="r" b="b"/>
              <a:pathLst>
                <a:path w="516" h="487" extrusionOk="0">
                  <a:moveTo>
                    <a:pt x="271" y="1"/>
                  </a:moveTo>
                  <a:cubicBezTo>
                    <a:pt x="258" y="1"/>
                    <a:pt x="244" y="2"/>
                    <a:pt x="229" y="4"/>
                  </a:cubicBezTo>
                  <a:cubicBezTo>
                    <a:pt x="103" y="16"/>
                    <a:pt x="0" y="142"/>
                    <a:pt x="23" y="268"/>
                  </a:cubicBezTo>
                  <a:cubicBezTo>
                    <a:pt x="34" y="397"/>
                    <a:pt x="147" y="486"/>
                    <a:pt x="265" y="486"/>
                  </a:cubicBezTo>
                  <a:cubicBezTo>
                    <a:pt x="273" y="486"/>
                    <a:pt x="280" y="486"/>
                    <a:pt x="287" y="485"/>
                  </a:cubicBezTo>
                  <a:cubicBezTo>
                    <a:pt x="424" y="462"/>
                    <a:pt x="516" y="348"/>
                    <a:pt x="504" y="210"/>
                  </a:cubicBezTo>
                  <a:cubicBezTo>
                    <a:pt x="484" y="87"/>
                    <a:pt x="390" y="1"/>
                    <a:pt x="27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47"/>
            <p:cNvSpPr/>
            <p:nvPr/>
          </p:nvSpPr>
          <p:spPr>
            <a:xfrm>
              <a:off x="7033625" y="2860075"/>
              <a:ext cx="12900" cy="12150"/>
            </a:xfrm>
            <a:custGeom>
              <a:avLst/>
              <a:gdLst/>
              <a:ahLst/>
              <a:cxnLst/>
              <a:rect l="l" t="t" r="r" b="b"/>
              <a:pathLst>
                <a:path w="516" h="486" extrusionOk="0">
                  <a:moveTo>
                    <a:pt x="268" y="1"/>
                  </a:moveTo>
                  <a:cubicBezTo>
                    <a:pt x="255" y="1"/>
                    <a:pt x="243" y="2"/>
                    <a:pt x="230" y="4"/>
                  </a:cubicBezTo>
                  <a:cubicBezTo>
                    <a:pt x="92" y="15"/>
                    <a:pt x="0" y="141"/>
                    <a:pt x="12" y="267"/>
                  </a:cubicBezTo>
                  <a:cubicBezTo>
                    <a:pt x="34" y="397"/>
                    <a:pt x="137" y="486"/>
                    <a:pt x="264" y="486"/>
                  </a:cubicBezTo>
                  <a:cubicBezTo>
                    <a:pt x="271" y="486"/>
                    <a:pt x="279" y="486"/>
                    <a:pt x="287" y="485"/>
                  </a:cubicBezTo>
                  <a:cubicBezTo>
                    <a:pt x="424" y="462"/>
                    <a:pt x="516" y="347"/>
                    <a:pt x="493" y="210"/>
                  </a:cubicBezTo>
                  <a:cubicBezTo>
                    <a:pt x="483" y="96"/>
                    <a:pt x="388"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7"/>
            <p:cNvSpPr/>
            <p:nvPr/>
          </p:nvSpPr>
          <p:spPr>
            <a:xfrm>
              <a:off x="6948850" y="2915625"/>
              <a:ext cx="12925" cy="11950"/>
            </a:xfrm>
            <a:custGeom>
              <a:avLst/>
              <a:gdLst/>
              <a:ahLst/>
              <a:cxnLst/>
              <a:rect l="l" t="t" r="r" b="b"/>
              <a:pathLst>
                <a:path w="517" h="478" extrusionOk="0">
                  <a:moveTo>
                    <a:pt x="269" y="1"/>
                  </a:moveTo>
                  <a:cubicBezTo>
                    <a:pt x="256" y="1"/>
                    <a:pt x="243" y="2"/>
                    <a:pt x="230" y="4"/>
                  </a:cubicBezTo>
                  <a:cubicBezTo>
                    <a:pt x="92" y="16"/>
                    <a:pt x="1" y="130"/>
                    <a:pt x="12" y="268"/>
                  </a:cubicBezTo>
                  <a:cubicBezTo>
                    <a:pt x="33" y="391"/>
                    <a:pt x="127" y="477"/>
                    <a:pt x="245" y="477"/>
                  </a:cubicBezTo>
                  <a:cubicBezTo>
                    <a:pt x="259" y="477"/>
                    <a:pt x="273" y="476"/>
                    <a:pt x="287" y="474"/>
                  </a:cubicBezTo>
                  <a:cubicBezTo>
                    <a:pt x="413" y="462"/>
                    <a:pt x="516" y="348"/>
                    <a:pt x="493" y="210"/>
                  </a:cubicBezTo>
                  <a:cubicBezTo>
                    <a:pt x="483" y="87"/>
                    <a:pt x="381" y="1"/>
                    <a:pt x="26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7"/>
            <p:cNvSpPr/>
            <p:nvPr/>
          </p:nvSpPr>
          <p:spPr>
            <a:xfrm>
              <a:off x="6910200" y="3169125"/>
              <a:ext cx="12625" cy="12125"/>
            </a:xfrm>
            <a:custGeom>
              <a:avLst/>
              <a:gdLst/>
              <a:ahLst/>
              <a:cxnLst/>
              <a:rect l="l" t="t" r="r" b="b"/>
              <a:pathLst>
                <a:path w="505" h="485" extrusionOk="0">
                  <a:moveTo>
                    <a:pt x="251" y="1"/>
                  </a:moveTo>
                  <a:cubicBezTo>
                    <a:pt x="244" y="1"/>
                    <a:pt x="237" y="1"/>
                    <a:pt x="229" y="2"/>
                  </a:cubicBezTo>
                  <a:cubicBezTo>
                    <a:pt x="92" y="25"/>
                    <a:pt x="0" y="139"/>
                    <a:pt x="12" y="277"/>
                  </a:cubicBezTo>
                  <a:cubicBezTo>
                    <a:pt x="33" y="396"/>
                    <a:pt x="137" y="484"/>
                    <a:pt x="264" y="484"/>
                  </a:cubicBezTo>
                  <a:cubicBezTo>
                    <a:pt x="271" y="484"/>
                    <a:pt x="279" y="484"/>
                    <a:pt x="287" y="483"/>
                  </a:cubicBezTo>
                  <a:cubicBezTo>
                    <a:pt x="413" y="472"/>
                    <a:pt x="504" y="346"/>
                    <a:pt x="493" y="208"/>
                  </a:cubicBezTo>
                  <a:cubicBezTo>
                    <a:pt x="482" y="89"/>
                    <a:pt x="369"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7"/>
            <p:cNvSpPr/>
            <p:nvPr/>
          </p:nvSpPr>
          <p:spPr>
            <a:xfrm>
              <a:off x="6863225" y="2864425"/>
              <a:ext cx="12925" cy="12150"/>
            </a:xfrm>
            <a:custGeom>
              <a:avLst/>
              <a:gdLst/>
              <a:ahLst/>
              <a:cxnLst/>
              <a:rect l="l" t="t" r="r" b="b"/>
              <a:pathLst>
                <a:path w="517" h="486" extrusionOk="0">
                  <a:moveTo>
                    <a:pt x="253" y="1"/>
                  </a:moveTo>
                  <a:cubicBezTo>
                    <a:pt x="245" y="1"/>
                    <a:pt x="238" y="1"/>
                    <a:pt x="230" y="2"/>
                  </a:cubicBezTo>
                  <a:cubicBezTo>
                    <a:pt x="92" y="25"/>
                    <a:pt x="1" y="139"/>
                    <a:pt x="24" y="277"/>
                  </a:cubicBezTo>
                  <a:cubicBezTo>
                    <a:pt x="34" y="391"/>
                    <a:pt x="138" y="486"/>
                    <a:pt x="251" y="486"/>
                  </a:cubicBezTo>
                  <a:cubicBezTo>
                    <a:pt x="263" y="486"/>
                    <a:pt x="275" y="485"/>
                    <a:pt x="287" y="483"/>
                  </a:cubicBezTo>
                  <a:cubicBezTo>
                    <a:pt x="424" y="471"/>
                    <a:pt x="516" y="345"/>
                    <a:pt x="505" y="219"/>
                  </a:cubicBezTo>
                  <a:cubicBezTo>
                    <a:pt x="483" y="90"/>
                    <a:pt x="380" y="1"/>
                    <a:pt x="2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47"/>
            <p:cNvSpPr/>
            <p:nvPr/>
          </p:nvSpPr>
          <p:spPr>
            <a:xfrm>
              <a:off x="7253129" y="3636856"/>
              <a:ext cx="12625" cy="12150"/>
            </a:xfrm>
            <a:custGeom>
              <a:avLst/>
              <a:gdLst/>
              <a:ahLst/>
              <a:cxnLst/>
              <a:rect l="l" t="t" r="r" b="b"/>
              <a:pathLst>
                <a:path w="505" h="486" extrusionOk="0">
                  <a:moveTo>
                    <a:pt x="251" y="0"/>
                  </a:moveTo>
                  <a:cubicBezTo>
                    <a:pt x="244" y="0"/>
                    <a:pt x="237" y="1"/>
                    <a:pt x="229" y="1"/>
                  </a:cubicBezTo>
                  <a:cubicBezTo>
                    <a:pt x="92" y="24"/>
                    <a:pt x="0" y="139"/>
                    <a:pt x="12" y="276"/>
                  </a:cubicBezTo>
                  <a:cubicBezTo>
                    <a:pt x="22" y="390"/>
                    <a:pt x="126" y="486"/>
                    <a:pt x="248" y="486"/>
                  </a:cubicBezTo>
                  <a:cubicBezTo>
                    <a:pt x="261" y="486"/>
                    <a:pt x="274" y="485"/>
                    <a:pt x="287" y="482"/>
                  </a:cubicBezTo>
                  <a:cubicBezTo>
                    <a:pt x="413" y="471"/>
                    <a:pt x="504"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47"/>
            <p:cNvSpPr/>
            <p:nvPr/>
          </p:nvSpPr>
          <p:spPr>
            <a:xfrm>
              <a:off x="7116100" y="3466625"/>
              <a:ext cx="12625" cy="12150"/>
            </a:xfrm>
            <a:custGeom>
              <a:avLst/>
              <a:gdLst/>
              <a:ahLst/>
              <a:cxnLst/>
              <a:rect l="l" t="t" r="r" b="b"/>
              <a:pathLst>
                <a:path w="505" h="486" extrusionOk="0">
                  <a:moveTo>
                    <a:pt x="257" y="1"/>
                  </a:moveTo>
                  <a:cubicBezTo>
                    <a:pt x="244" y="1"/>
                    <a:pt x="231" y="2"/>
                    <a:pt x="218" y="4"/>
                  </a:cubicBezTo>
                  <a:cubicBezTo>
                    <a:pt x="92" y="15"/>
                    <a:pt x="1" y="141"/>
                    <a:pt x="12" y="267"/>
                  </a:cubicBezTo>
                  <a:cubicBezTo>
                    <a:pt x="34" y="397"/>
                    <a:pt x="137" y="486"/>
                    <a:pt x="264" y="486"/>
                  </a:cubicBezTo>
                  <a:cubicBezTo>
                    <a:pt x="272" y="486"/>
                    <a:pt x="279" y="486"/>
                    <a:pt x="287" y="485"/>
                  </a:cubicBezTo>
                  <a:cubicBezTo>
                    <a:pt x="413" y="462"/>
                    <a:pt x="505" y="348"/>
                    <a:pt x="493" y="210"/>
                  </a:cubicBezTo>
                  <a:cubicBezTo>
                    <a:pt x="483" y="96"/>
                    <a:pt x="379" y="1"/>
                    <a:pt x="25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47"/>
            <p:cNvSpPr/>
            <p:nvPr/>
          </p:nvSpPr>
          <p:spPr>
            <a:xfrm>
              <a:off x="7219775" y="2939750"/>
              <a:ext cx="12900" cy="12150"/>
            </a:xfrm>
            <a:custGeom>
              <a:avLst/>
              <a:gdLst/>
              <a:ahLst/>
              <a:cxnLst/>
              <a:rect l="l" t="t" r="r" b="b"/>
              <a:pathLst>
                <a:path w="516" h="486" extrusionOk="0">
                  <a:moveTo>
                    <a:pt x="251" y="0"/>
                  </a:moveTo>
                  <a:cubicBezTo>
                    <a:pt x="244" y="0"/>
                    <a:pt x="237" y="1"/>
                    <a:pt x="229" y="1"/>
                  </a:cubicBezTo>
                  <a:cubicBezTo>
                    <a:pt x="92" y="24"/>
                    <a:pt x="0" y="139"/>
                    <a:pt x="12" y="276"/>
                  </a:cubicBezTo>
                  <a:cubicBezTo>
                    <a:pt x="33" y="390"/>
                    <a:pt x="138" y="486"/>
                    <a:pt x="251" y="486"/>
                  </a:cubicBezTo>
                  <a:cubicBezTo>
                    <a:pt x="263" y="486"/>
                    <a:pt x="275" y="485"/>
                    <a:pt x="287" y="482"/>
                  </a:cubicBezTo>
                  <a:cubicBezTo>
                    <a:pt x="424" y="471"/>
                    <a:pt x="516"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7"/>
            <p:cNvSpPr/>
            <p:nvPr/>
          </p:nvSpPr>
          <p:spPr>
            <a:xfrm>
              <a:off x="7365550" y="3125825"/>
              <a:ext cx="12900" cy="11950"/>
            </a:xfrm>
            <a:custGeom>
              <a:avLst/>
              <a:gdLst/>
              <a:ahLst/>
              <a:cxnLst/>
              <a:rect l="l" t="t" r="r" b="b"/>
              <a:pathLst>
                <a:path w="516" h="478" extrusionOk="0">
                  <a:moveTo>
                    <a:pt x="271" y="1"/>
                  </a:moveTo>
                  <a:cubicBezTo>
                    <a:pt x="257" y="1"/>
                    <a:pt x="243" y="2"/>
                    <a:pt x="229" y="4"/>
                  </a:cubicBezTo>
                  <a:cubicBezTo>
                    <a:pt x="92" y="16"/>
                    <a:pt x="0" y="130"/>
                    <a:pt x="23" y="268"/>
                  </a:cubicBezTo>
                  <a:cubicBezTo>
                    <a:pt x="33" y="391"/>
                    <a:pt x="136" y="477"/>
                    <a:pt x="248" y="477"/>
                  </a:cubicBezTo>
                  <a:cubicBezTo>
                    <a:pt x="260" y="477"/>
                    <a:pt x="273" y="476"/>
                    <a:pt x="286" y="474"/>
                  </a:cubicBezTo>
                  <a:cubicBezTo>
                    <a:pt x="424" y="462"/>
                    <a:pt x="516" y="348"/>
                    <a:pt x="504" y="210"/>
                  </a:cubicBezTo>
                  <a:cubicBezTo>
                    <a:pt x="484" y="87"/>
                    <a:pt x="389" y="1"/>
                    <a:pt x="27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47"/>
            <p:cNvSpPr/>
            <p:nvPr/>
          </p:nvSpPr>
          <p:spPr>
            <a:xfrm>
              <a:off x="7222350" y="3072050"/>
              <a:ext cx="12900" cy="12175"/>
            </a:xfrm>
            <a:custGeom>
              <a:avLst/>
              <a:gdLst/>
              <a:ahLst/>
              <a:cxnLst/>
              <a:rect l="l" t="t" r="r" b="b"/>
              <a:pathLst>
                <a:path w="516" h="487" extrusionOk="0">
                  <a:moveTo>
                    <a:pt x="251" y="1"/>
                  </a:moveTo>
                  <a:cubicBezTo>
                    <a:pt x="244" y="1"/>
                    <a:pt x="237" y="1"/>
                    <a:pt x="230" y="2"/>
                  </a:cubicBezTo>
                  <a:cubicBezTo>
                    <a:pt x="92" y="25"/>
                    <a:pt x="0" y="139"/>
                    <a:pt x="12" y="277"/>
                  </a:cubicBezTo>
                  <a:cubicBezTo>
                    <a:pt x="32" y="400"/>
                    <a:pt x="127" y="486"/>
                    <a:pt x="245" y="486"/>
                  </a:cubicBezTo>
                  <a:cubicBezTo>
                    <a:pt x="259" y="486"/>
                    <a:pt x="273" y="485"/>
                    <a:pt x="287" y="483"/>
                  </a:cubicBezTo>
                  <a:cubicBezTo>
                    <a:pt x="413" y="471"/>
                    <a:pt x="516" y="345"/>
                    <a:pt x="493" y="219"/>
                  </a:cubicBezTo>
                  <a:cubicBezTo>
                    <a:pt x="482" y="90"/>
                    <a:pt x="369"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47"/>
            <p:cNvSpPr/>
            <p:nvPr/>
          </p:nvSpPr>
          <p:spPr>
            <a:xfrm>
              <a:off x="7219775" y="2939750"/>
              <a:ext cx="12900" cy="12150"/>
            </a:xfrm>
            <a:custGeom>
              <a:avLst/>
              <a:gdLst/>
              <a:ahLst/>
              <a:cxnLst/>
              <a:rect l="l" t="t" r="r" b="b"/>
              <a:pathLst>
                <a:path w="516" h="486" extrusionOk="0">
                  <a:moveTo>
                    <a:pt x="251" y="0"/>
                  </a:moveTo>
                  <a:cubicBezTo>
                    <a:pt x="244" y="0"/>
                    <a:pt x="237" y="1"/>
                    <a:pt x="229" y="1"/>
                  </a:cubicBezTo>
                  <a:cubicBezTo>
                    <a:pt x="92" y="24"/>
                    <a:pt x="0" y="139"/>
                    <a:pt x="12" y="276"/>
                  </a:cubicBezTo>
                  <a:cubicBezTo>
                    <a:pt x="33" y="390"/>
                    <a:pt x="138" y="486"/>
                    <a:pt x="251" y="486"/>
                  </a:cubicBezTo>
                  <a:cubicBezTo>
                    <a:pt x="263" y="486"/>
                    <a:pt x="275" y="485"/>
                    <a:pt x="287" y="482"/>
                  </a:cubicBezTo>
                  <a:cubicBezTo>
                    <a:pt x="424" y="471"/>
                    <a:pt x="516"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47"/>
            <p:cNvSpPr/>
            <p:nvPr/>
          </p:nvSpPr>
          <p:spPr>
            <a:xfrm>
              <a:off x="5370900" y="3440625"/>
              <a:ext cx="12925" cy="12175"/>
            </a:xfrm>
            <a:custGeom>
              <a:avLst/>
              <a:gdLst/>
              <a:ahLst/>
              <a:cxnLst/>
              <a:rect l="l" t="t" r="r" b="b"/>
              <a:pathLst>
                <a:path w="517" h="487" extrusionOk="0">
                  <a:moveTo>
                    <a:pt x="251" y="0"/>
                  </a:moveTo>
                  <a:cubicBezTo>
                    <a:pt x="244" y="0"/>
                    <a:pt x="237" y="1"/>
                    <a:pt x="230" y="1"/>
                  </a:cubicBezTo>
                  <a:cubicBezTo>
                    <a:pt x="92" y="24"/>
                    <a:pt x="1" y="139"/>
                    <a:pt x="12" y="276"/>
                  </a:cubicBezTo>
                  <a:cubicBezTo>
                    <a:pt x="33" y="400"/>
                    <a:pt x="127" y="486"/>
                    <a:pt x="245" y="486"/>
                  </a:cubicBezTo>
                  <a:cubicBezTo>
                    <a:pt x="259" y="486"/>
                    <a:pt x="273" y="485"/>
                    <a:pt x="287" y="483"/>
                  </a:cubicBezTo>
                  <a:cubicBezTo>
                    <a:pt x="413" y="471"/>
                    <a:pt x="516" y="345"/>
                    <a:pt x="493" y="219"/>
                  </a:cubicBezTo>
                  <a:cubicBezTo>
                    <a:pt x="482"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47"/>
            <p:cNvSpPr/>
            <p:nvPr/>
          </p:nvSpPr>
          <p:spPr>
            <a:xfrm>
              <a:off x="5370900" y="3440625"/>
              <a:ext cx="12925" cy="12175"/>
            </a:xfrm>
            <a:custGeom>
              <a:avLst/>
              <a:gdLst/>
              <a:ahLst/>
              <a:cxnLst/>
              <a:rect l="l" t="t" r="r" b="b"/>
              <a:pathLst>
                <a:path w="517" h="487" extrusionOk="0">
                  <a:moveTo>
                    <a:pt x="251" y="0"/>
                  </a:moveTo>
                  <a:cubicBezTo>
                    <a:pt x="244" y="0"/>
                    <a:pt x="237" y="1"/>
                    <a:pt x="230" y="1"/>
                  </a:cubicBezTo>
                  <a:cubicBezTo>
                    <a:pt x="92" y="24"/>
                    <a:pt x="1" y="139"/>
                    <a:pt x="12" y="276"/>
                  </a:cubicBezTo>
                  <a:cubicBezTo>
                    <a:pt x="33" y="400"/>
                    <a:pt x="127" y="486"/>
                    <a:pt x="245" y="486"/>
                  </a:cubicBezTo>
                  <a:cubicBezTo>
                    <a:pt x="259" y="486"/>
                    <a:pt x="273" y="485"/>
                    <a:pt x="287" y="483"/>
                  </a:cubicBezTo>
                  <a:cubicBezTo>
                    <a:pt x="413" y="471"/>
                    <a:pt x="516" y="345"/>
                    <a:pt x="493" y="219"/>
                  </a:cubicBezTo>
                  <a:cubicBezTo>
                    <a:pt x="482"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47"/>
            <p:cNvSpPr/>
            <p:nvPr/>
          </p:nvSpPr>
          <p:spPr>
            <a:xfrm>
              <a:off x="5370900" y="3440625"/>
              <a:ext cx="12925" cy="12175"/>
            </a:xfrm>
            <a:custGeom>
              <a:avLst/>
              <a:gdLst/>
              <a:ahLst/>
              <a:cxnLst/>
              <a:rect l="l" t="t" r="r" b="b"/>
              <a:pathLst>
                <a:path w="517" h="487" extrusionOk="0">
                  <a:moveTo>
                    <a:pt x="251" y="0"/>
                  </a:moveTo>
                  <a:cubicBezTo>
                    <a:pt x="244" y="0"/>
                    <a:pt x="237" y="1"/>
                    <a:pt x="230" y="1"/>
                  </a:cubicBezTo>
                  <a:cubicBezTo>
                    <a:pt x="92" y="24"/>
                    <a:pt x="1" y="139"/>
                    <a:pt x="12" y="276"/>
                  </a:cubicBezTo>
                  <a:cubicBezTo>
                    <a:pt x="33" y="400"/>
                    <a:pt x="127" y="486"/>
                    <a:pt x="245" y="486"/>
                  </a:cubicBezTo>
                  <a:cubicBezTo>
                    <a:pt x="259" y="486"/>
                    <a:pt x="273" y="485"/>
                    <a:pt x="287" y="483"/>
                  </a:cubicBezTo>
                  <a:cubicBezTo>
                    <a:pt x="413" y="471"/>
                    <a:pt x="516" y="345"/>
                    <a:pt x="493" y="219"/>
                  </a:cubicBezTo>
                  <a:cubicBezTo>
                    <a:pt x="482"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7"/>
            <p:cNvSpPr/>
            <p:nvPr/>
          </p:nvSpPr>
          <p:spPr>
            <a:xfrm>
              <a:off x="5633525" y="3731300"/>
              <a:ext cx="12625" cy="12150"/>
            </a:xfrm>
            <a:custGeom>
              <a:avLst/>
              <a:gdLst/>
              <a:ahLst/>
              <a:cxnLst/>
              <a:rect l="l" t="t" r="r" b="b"/>
              <a:pathLst>
                <a:path w="505" h="486" extrusionOk="0">
                  <a:moveTo>
                    <a:pt x="241" y="1"/>
                  </a:moveTo>
                  <a:cubicBezTo>
                    <a:pt x="233" y="1"/>
                    <a:pt x="225" y="1"/>
                    <a:pt x="218" y="1"/>
                  </a:cubicBezTo>
                  <a:cubicBezTo>
                    <a:pt x="92" y="24"/>
                    <a:pt x="0" y="139"/>
                    <a:pt x="11" y="276"/>
                  </a:cubicBezTo>
                  <a:cubicBezTo>
                    <a:pt x="22" y="391"/>
                    <a:pt x="126" y="486"/>
                    <a:pt x="248" y="486"/>
                  </a:cubicBezTo>
                  <a:cubicBezTo>
                    <a:pt x="260" y="486"/>
                    <a:pt x="273" y="485"/>
                    <a:pt x="286" y="483"/>
                  </a:cubicBezTo>
                  <a:cubicBezTo>
                    <a:pt x="412" y="471"/>
                    <a:pt x="504" y="345"/>
                    <a:pt x="493" y="219"/>
                  </a:cubicBezTo>
                  <a:cubicBezTo>
                    <a:pt x="482" y="89"/>
                    <a:pt x="369" y="1"/>
                    <a:pt x="24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47"/>
            <p:cNvSpPr/>
            <p:nvPr/>
          </p:nvSpPr>
          <p:spPr>
            <a:xfrm>
              <a:off x="5703950" y="3748775"/>
              <a:ext cx="12625" cy="12100"/>
            </a:xfrm>
            <a:custGeom>
              <a:avLst/>
              <a:gdLst/>
              <a:ahLst/>
              <a:cxnLst/>
              <a:rect l="l" t="t" r="r" b="b"/>
              <a:pathLst>
                <a:path w="505" h="484" extrusionOk="0">
                  <a:moveTo>
                    <a:pt x="242" y="0"/>
                  </a:moveTo>
                  <a:cubicBezTo>
                    <a:pt x="234" y="0"/>
                    <a:pt x="226" y="1"/>
                    <a:pt x="219" y="1"/>
                  </a:cubicBezTo>
                  <a:cubicBezTo>
                    <a:pt x="93" y="13"/>
                    <a:pt x="1" y="139"/>
                    <a:pt x="12" y="265"/>
                  </a:cubicBezTo>
                  <a:cubicBezTo>
                    <a:pt x="34" y="394"/>
                    <a:pt x="137" y="483"/>
                    <a:pt x="264" y="483"/>
                  </a:cubicBezTo>
                  <a:cubicBezTo>
                    <a:pt x="272" y="483"/>
                    <a:pt x="280" y="483"/>
                    <a:pt x="287" y="482"/>
                  </a:cubicBezTo>
                  <a:cubicBezTo>
                    <a:pt x="413" y="459"/>
                    <a:pt x="505" y="345"/>
                    <a:pt x="494" y="207"/>
                  </a:cubicBezTo>
                  <a:cubicBezTo>
                    <a:pt x="483" y="89"/>
                    <a:pt x="370" y="0"/>
                    <a:pt x="24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47"/>
            <p:cNvSpPr/>
            <p:nvPr/>
          </p:nvSpPr>
          <p:spPr>
            <a:xfrm>
              <a:off x="5496625" y="3987325"/>
              <a:ext cx="12625" cy="12150"/>
            </a:xfrm>
            <a:custGeom>
              <a:avLst/>
              <a:gdLst/>
              <a:ahLst/>
              <a:cxnLst/>
              <a:rect l="l" t="t" r="r" b="b"/>
              <a:pathLst>
                <a:path w="505" h="486" extrusionOk="0">
                  <a:moveTo>
                    <a:pt x="241" y="0"/>
                  </a:moveTo>
                  <a:cubicBezTo>
                    <a:pt x="234" y="0"/>
                    <a:pt x="226" y="1"/>
                    <a:pt x="218" y="1"/>
                  </a:cubicBezTo>
                  <a:cubicBezTo>
                    <a:pt x="92" y="24"/>
                    <a:pt x="0" y="139"/>
                    <a:pt x="12" y="276"/>
                  </a:cubicBezTo>
                  <a:cubicBezTo>
                    <a:pt x="22" y="390"/>
                    <a:pt x="127" y="486"/>
                    <a:pt x="248" y="486"/>
                  </a:cubicBezTo>
                  <a:cubicBezTo>
                    <a:pt x="261" y="486"/>
                    <a:pt x="274" y="485"/>
                    <a:pt x="287" y="483"/>
                  </a:cubicBezTo>
                  <a:cubicBezTo>
                    <a:pt x="413" y="471"/>
                    <a:pt x="504" y="345"/>
                    <a:pt x="493" y="219"/>
                  </a:cubicBezTo>
                  <a:cubicBezTo>
                    <a:pt x="471" y="89"/>
                    <a:pt x="368" y="0"/>
                    <a:pt x="24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47"/>
            <p:cNvSpPr/>
            <p:nvPr/>
          </p:nvSpPr>
          <p:spPr>
            <a:xfrm>
              <a:off x="6885000" y="3400525"/>
              <a:ext cx="12900" cy="12100"/>
            </a:xfrm>
            <a:custGeom>
              <a:avLst/>
              <a:gdLst/>
              <a:ahLst/>
              <a:cxnLst/>
              <a:rect l="l" t="t" r="r" b="b"/>
              <a:pathLst>
                <a:path w="516" h="484" extrusionOk="0">
                  <a:moveTo>
                    <a:pt x="252" y="1"/>
                  </a:moveTo>
                  <a:cubicBezTo>
                    <a:pt x="245" y="1"/>
                    <a:pt x="237" y="1"/>
                    <a:pt x="229" y="2"/>
                  </a:cubicBezTo>
                  <a:cubicBezTo>
                    <a:pt x="103" y="13"/>
                    <a:pt x="0" y="139"/>
                    <a:pt x="23" y="277"/>
                  </a:cubicBezTo>
                  <a:cubicBezTo>
                    <a:pt x="34" y="396"/>
                    <a:pt x="147" y="484"/>
                    <a:pt x="265" y="484"/>
                  </a:cubicBezTo>
                  <a:cubicBezTo>
                    <a:pt x="272" y="484"/>
                    <a:pt x="279" y="483"/>
                    <a:pt x="287" y="483"/>
                  </a:cubicBezTo>
                  <a:cubicBezTo>
                    <a:pt x="424" y="471"/>
                    <a:pt x="516" y="345"/>
                    <a:pt x="504" y="208"/>
                  </a:cubicBezTo>
                  <a:cubicBezTo>
                    <a:pt x="483" y="89"/>
                    <a:pt x="379" y="1"/>
                    <a:pt x="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7"/>
            <p:cNvSpPr/>
            <p:nvPr/>
          </p:nvSpPr>
          <p:spPr>
            <a:xfrm>
              <a:off x="7039925" y="3325500"/>
              <a:ext cx="12900" cy="12100"/>
            </a:xfrm>
            <a:custGeom>
              <a:avLst/>
              <a:gdLst/>
              <a:ahLst/>
              <a:cxnLst/>
              <a:rect l="l" t="t" r="r" b="b"/>
              <a:pathLst>
                <a:path w="516" h="484" extrusionOk="0">
                  <a:moveTo>
                    <a:pt x="253" y="1"/>
                  </a:moveTo>
                  <a:cubicBezTo>
                    <a:pt x="245" y="1"/>
                    <a:pt x="237" y="1"/>
                    <a:pt x="230" y="1"/>
                  </a:cubicBezTo>
                  <a:cubicBezTo>
                    <a:pt x="92" y="24"/>
                    <a:pt x="1" y="139"/>
                    <a:pt x="23" y="276"/>
                  </a:cubicBezTo>
                  <a:cubicBezTo>
                    <a:pt x="34" y="395"/>
                    <a:pt x="147" y="484"/>
                    <a:pt x="266" y="484"/>
                  </a:cubicBezTo>
                  <a:cubicBezTo>
                    <a:pt x="273" y="484"/>
                    <a:pt x="280" y="483"/>
                    <a:pt x="287" y="483"/>
                  </a:cubicBezTo>
                  <a:cubicBezTo>
                    <a:pt x="424" y="471"/>
                    <a:pt x="516" y="345"/>
                    <a:pt x="505" y="219"/>
                  </a:cubicBezTo>
                  <a:cubicBezTo>
                    <a:pt x="483" y="89"/>
                    <a:pt x="380" y="1"/>
                    <a:pt x="2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47"/>
            <p:cNvSpPr/>
            <p:nvPr/>
          </p:nvSpPr>
          <p:spPr>
            <a:xfrm>
              <a:off x="6910200" y="3169125"/>
              <a:ext cx="12625" cy="12125"/>
            </a:xfrm>
            <a:custGeom>
              <a:avLst/>
              <a:gdLst/>
              <a:ahLst/>
              <a:cxnLst/>
              <a:rect l="l" t="t" r="r" b="b"/>
              <a:pathLst>
                <a:path w="505" h="485" extrusionOk="0">
                  <a:moveTo>
                    <a:pt x="251" y="1"/>
                  </a:moveTo>
                  <a:cubicBezTo>
                    <a:pt x="244" y="1"/>
                    <a:pt x="237" y="1"/>
                    <a:pt x="229" y="2"/>
                  </a:cubicBezTo>
                  <a:cubicBezTo>
                    <a:pt x="92" y="25"/>
                    <a:pt x="0" y="139"/>
                    <a:pt x="12" y="277"/>
                  </a:cubicBezTo>
                  <a:cubicBezTo>
                    <a:pt x="33" y="396"/>
                    <a:pt x="137" y="484"/>
                    <a:pt x="264" y="484"/>
                  </a:cubicBezTo>
                  <a:cubicBezTo>
                    <a:pt x="271" y="484"/>
                    <a:pt x="279" y="484"/>
                    <a:pt x="287" y="483"/>
                  </a:cubicBezTo>
                  <a:cubicBezTo>
                    <a:pt x="413" y="472"/>
                    <a:pt x="504" y="346"/>
                    <a:pt x="493" y="208"/>
                  </a:cubicBezTo>
                  <a:cubicBezTo>
                    <a:pt x="482" y="89"/>
                    <a:pt x="369"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47"/>
            <p:cNvSpPr/>
            <p:nvPr/>
          </p:nvSpPr>
          <p:spPr>
            <a:xfrm>
              <a:off x="6885000" y="3400525"/>
              <a:ext cx="12900" cy="12100"/>
            </a:xfrm>
            <a:custGeom>
              <a:avLst/>
              <a:gdLst/>
              <a:ahLst/>
              <a:cxnLst/>
              <a:rect l="l" t="t" r="r" b="b"/>
              <a:pathLst>
                <a:path w="516" h="484" extrusionOk="0">
                  <a:moveTo>
                    <a:pt x="252" y="1"/>
                  </a:moveTo>
                  <a:cubicBezTo>
                    <a:pt x="245" y="1"/>
                    <a:pt x="237" y="1"/>
                    <a:pt x="229" y="2"/>
                  </a:cubicBezTo>
                  <a:cubicBezTo>
                    <a:pt x="103" y="13"/>
                    <a:pt x="0" y="139"/>
                    <a:pt x="23" y="277"/>
                  </a:cubicBezTo>
                  <a:cubicBezTo>
                    <a:pt x="34" y="396"/>
                    <a:pt x="147" y="484"/>
                    <a:pt x="265" y="484"/>
                  </a:cubicBezTo>
                  <a:cubicBezTo>
                    <a:pt x="272" y="484"/>
                    <a:pt x="279" y="483"/>
                    <a:pt x="287" y="483"/>
                  </a:cubicBezTo>
                  <a:cubicBezTo>
                    <a:pt x="424" y="471"/>
                    <a:pt x="516" y="345"/>
                    <a:pt x="504" y="208"/>
                  </a:cubicBezTo>
                  <a:cubicBezTo>
                    <a:pt x="483" y="89"/>
                    <a:pt x="379" y="1"/>
                    <a:pt x="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7"/>
            <p:cNvSpPr/>
            <p:nvPr/>
          </p:nvSpPr>
          <p:spPr>
            <a:xfrm>
              <a:off x="7116100" y="3466625"/>
              <a:ext cx="12625" cy="12150"/>
            </a:xfrm>
            <a:custGeom>
              <a:avLst/>
              <a:gdLst/>
              <a:ahLst/>
              <a:cxnLst/>
              <a:rect l="l" t="t" r="r" b="b"/>
              <a:pathLst>
                <a:path w="505" h="486" extrusionOk="0">
                  <a:moveTo>
                    <a:pt x="257" y="1"/>
                  </a:moveTo>
                  <a:cubicBezTo>
                    <a:pt x="244" y="1"/>
                    <a:pt x="231" y="2"/>
                    <a:pt x="218" y="4"/>
                  </a:cubicBezTo>
                  <a:cubicBezTo>
                    <a:pt x="92" y="15"/>
                    <a:pt x="1" y="141"/>
                    <a:pt x="12" y="267"/>
                  </a:cubicBezTo>
                  <a:cubicBezTo>
                    <a:pt x="34" y="397"/>
                    <a:pt x="137" y="486"/>
                    <a:pt x="264" y="486"/>
                  </a:cubicBezTo>
                  <a:cubicBezTo>
                    <a:pt x="272" y="486"/>
                    <a:pt x="279" y="486"/>
                    <a:pt x="287" y="485"/>
                  </a:cubicBezTo>
                  <a:cubicBezTo>
                    <a:pt x="413" y="462"/>
                    <a:pt x="505" y="348"/>
                    <a:pt x="493" y="210"/>
                  </a:cubicBezTo>
                  <a:cubicBezTo>
                    <a:pt x="483" y="96"/>
                    <a:pt x="379" y="1"/>
                    <a:pt x="25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7"/>
            <p:cNvSpPr/>
            <p:nvPr/>
          </p:nvSpPr>
          <p:spPr>
            <a:xfrm>
              <a:off x="7036775" y="3611600"/>
              <a:ext cx="12625" cy="12150"/>
            </a:xfrm>
            <a:custGeom>
              <a:avLst/>
              <a:gdLst/>
              <a:ahLst/>
              <a:cxnLst/>
              <a:rect l="l" t="t" r="r" b="b"/>
              <a:pathLst>
                <a:path w="505" h="486" extrusionOk="0">
                  <a:moveTo>
                    <a:pt x="251" y="0"/>
                  </a:moveTo>
                  <a:cubicBezTo>
                    <a:pt x="244" y="0"/>
                    <a:pt x="237" y="1"/>
                    <a:pt x="230" y="1"/>
                  </a:cubicBezTo>
                  <a:cubicBezTo>
                    <a:pt x="92" y="24"/>
                    <a:pt x="0" y="139"/>
                    <a:pt x="12" y="276"/>
                  </a:cubicBezTo>
                  <a:cubicBezTo>
                    <a:pt x="33" y="390"/>
                    <a:pt x="129" y="486"/>
                    <a:pt x="249" y="486"/>
                  </a:cubicBezTo>
                  <a:cubicBezTo>
                    <a:pt x="261" y="486"/>
                    <a:pt x="274" y="485"/>
                    <a:pt x="287" y="482"/>
                  </a:cubicBezTo>
                  <a:cubicBezTo>
                    <a:pt x="413" y="471"/>
                    <a:pt x="505"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7"/>
            <p:cNvSpPr/>
            <p:nvPr/>
          </p:nvSpPr>
          <p:spPr>
            <a:xfrm>
              <a:off x="6749825" y="4084350"/>
              <a:ext cx="12900" cy="12150"/>
            </a:xfrm>
            <a:custGeom>
              <a:avLst/>
              <a:gdLst/>
              <a:ahLst/>
              <a:cxnLst/>
              <a:rect l="l" t="t" r="r" b="b"/>
              <a:pathLst>
                <a:path w="516" h="486" extrusionOk="0">
                  <a:moveTo>
                    <a:pt x="268" y="1"/>
                  </a:moveTo>
                  <a:cubicBezTo>
                    <a:pt x="255" y="1"/>
                    <a:pt x="242" y="2"/>
                    <a:pt x="229" y="4"/>
                  </a:cubicBezTo>
                  <a:cubicBezTo>
                    <a:pt x="103" y="15"/>
                    <a:pt x="0" y="141"/>
                    <a:pt x="23" y="267"/>
                  </a:cubicBezTo>
                  <a:cubicBezTo>
                    <a:pt x="34" y="397"/>
                    <a:pt x="147" y="486"/>
                    <a:pt x="265" y="486"/>
                  </a:cubicBezTo>
                  <a:cubicBezTo>
                    <a:pt x="273" y="486"/>
                    <a:pt x="280" y="486"/>
                    <a:pt x="287" y="485"/>
                  </a:cubicBezTo>
                  <a:cubicBezTo>
                    <a:pt x="424" y="462"/>
                    <a:pt x="516" y="347"/>
                    <a:pt x="504" y="210"/>
                  </a:cubicBezTo>
                  <a:cubicBezTo>
                    <a:pt x="484" y="96"/>
                    <a:pt x="388"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7"/>
            <p:cNvSpPr/>
            <p:nvPr/>
          </p:nvSpPr>
          <p:spPr>
            <a:xfrm>
              <a:off x="6899600" y="3776200"/>
              <a:ext cx="12625" cy="12175"/>
            </a:xfrm>
            <a:custGeom>
              <a:avLst/>
              <a:gdLst/>
              <a:ahLst/>
              <a:cxnLst/>
              <a:rect l="l" t="t" r="r" b="b"/>
              <a:pathLst>
                <a:path w="505" h="487" extrusionOk="0">
                  <a:moveTo>
                    <a:pt x="265" y="1"/>
                  </a:moveTo>
                  <a:cubicBezTo>
                    <a:pt x="253" y="1"/>
                    <a:pt x="241" y="2"/>
                    <a:pt x="230" y="4"/>
                  </a:cubicBezTo>
                  <a:cubicBezTo>
                    <a:pt x="92" y="15"/>
                    <a:pt x="0" y="141"/>
                    <a:pt x="12" y="267"/>
                  </a:cubicBezTo>
                  <a:cubicBezTo>
                    <a:pt x="34" y="397"/>
                    <a:pt x="137" y="486"/>
                    <a:pt x="264" y="486"/>
                  </a:cubicBezTo>
                  <a:cubicBezTo>
                    <a:pt x="271" y="486"/>
                    <a:pt x="279" y="486"/>
                    <a:pt x="287" y="485"/>
                  </a:cubicBezTo>
                  <a:cubicBezTo>
                    <a:pt x="413" y="462"/>
                    <a:pt x="504" y="348"/>
                    <a:pt x="493" y="210"/>
                  </a:cubicBezTo>
                  <a:cubicBezTo>
                    <a:pt x="483" y="96"/>
                    <a:pt x="378" y="1"/>
                    <a:pt x="26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7"/>
            <p:cNvSpPr/>
            <p:nvPr/>
          </p:nvSpPr>
          <p:spPr>
            <a:xfrm>
              <a:off x="6618375" y="3836625"/>
              <a:ext cx="12900" cy="12175"/>
            </a:xfrm>
            <a:custGeom>
              <a:avLst/>
              <a:gdLst/>
              <a:ahLst/>
              <a:cxnLst/>
              <a:rect l="l" t="t" r="r" b="b"/>
              <a:pathLst>
                <a:path w="516" h="487" extrusionOk="0">
                  <a:moveTo>
                    <a:pt x="271" y="0"/>
                  </a:moveTo>
                  <a:cubicBezTo>
                    <a:pt x="258" y="0"/>
                    <a:pt x="244" y="2"/>
                    <a:pt x="230" y="4"/>
                  </a:cubicBezTo>
                  <a:cubicBezTo>
                    <a:pt x="104" y="15"/>
                    <a:pt x="0" y="141"/>
                    <a:pt x="23" y="267"/>
                  </a:cubicBezTo>
                  <a:cubicBezTo>
                    <a:pt x="34" y="397"/>
                    <a:pt x="147" y="486"/>
                    <a:pt x="266" y="486"/>
                  </a:cubicBezTo>
                  <a:cubicBezTo>
                    <a:pt x="273" y="486"/>
                    <a:pt x="280" y="486"/>
                    <a:pt x="287" y="485"/>
                  </a:cubicBezTo>
                  <a:cubicBezTo>
                    <a:pt x="424" y="462"/>
                    <a:pt x="516" y="348"/>
                    <a:pt x="504" y="210"/>
                  </a:cubicBezTo>
                  <a:cubicBezTo>
                    <a:pt x="484" y="87"/>
                    <a:pt x="390" y="0"/>
                    <a:pt x="27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47"/>
            <p:cNvSpPr/>
            <p:nvPr/>
          </p:nvSpPr>
          <p:spPr>
            <a:xfrm>
              <a:off x="6494950" y="3911725"/>
              <a:ext cx="12900" cy="12100"/>
            </a:xfrm>
            <a:custGeom>
              <a:avLst/>
              <a:gdLst/>
              <a:ahLst/>
              <a:cxnLst/>
              <a:rect l="l" t="t" r="r" b="b"/>
              <a:pathLst>
                <a:path w="516" h="484" extrusionOk="0">
                  <a:moveTo>
                    <a:pt x="252" y="0"/>
                  </a:moveTo>
                  <a:cubicBezTo>
                    <a:pt x="245" y="0"/>
                    <a:pt x="237" y="1"/>
                    <a:pt x="229" y="1"/>
                  </a:cubicBezTo>
                  <a:cubicBezTo>
                    <a:pt x="92" y="24"/>
                    <a:pt x="0" y="139"/>
                    <a:pt x="23" y="276"/>
                  </a:cubicBezTo>
                  <a:cubicBezTo>
                    <a:pt x="34" y="395"/>
                    <a:pt x="137" y="483"/>
                    <a:pt x="264" y="483"/>
                  </a:cubicBezTo>
                  <a:cubicBezTo>
                    <a:pt x="271" y="483"/>
                    <a:pt x="279" y="483"/>
                    <a:pt x="287" y="482"/>
                  </a:cubicBezTo>
                  <a:cubicBezTo>
                    <a:pt x="424" y="471"/>
                    <a:pt x="516" y="345"/>
                    <a:pt x="504" y="219"/>
                  </a:cubicBezTo>
                  <a:cubicBezTo>
                    <a:pt x="483" y="89"/>
                    <a:pt x="379"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47"/>
            <p:cNvSpPr/>
            <p:nvPr/>
          </p:nvSpPr>
          <p:spPr>
            <a:xfrm>
              <a:off x="6423350" y="3850725"/>
              <a:ext cx="12900" cy="12150"/>
            </a:xfrm>
            <a:custGeom>
              <a:avLst/>
              <a:gdLst/>
              <a:ahLst/>
              <a:cxnLst/>
              <a:rect l="l" t="t" r="r" b="b"/>
              <a:pathLst>
                <a:path w="516" h="486" extrusionOk="0">
                  <a:moveTo>
                    <a:pt x="251" y="0"/>
                  </a:moveTo>
                  <a:cubicBezTo>
                    <a:pt x="244" y="0"/>
                    <a:pt x="237" y="1"/>
                    <a:pt x="230" y="1"/>
                  </a:cubicBezTo>
                  <a:cubicBezTo>
                    <a:pt x="92" y="24"/>
                    <a:pt x="0" y="139"/>
                    <a:pt x="12" y="276"/>
                  </a:cubicBezTo>
                  <a:cubicBezTo>
                    <a:pt x="33" y="390"/>
                    <a:pt x="129" y="486"/>
                    <a:pt x="249" y="486"/>
                  </a:cubicBezTo>
                  <a:cubicBezTo>
                    <a:pt x="261" y="486"/>
                    <a:pt x="274" y="485"/>
                    <a:pt x="287" y="482"/>
                  </a:cubicBezTo>
                  <a:cubicBezTo>
                    <a:pt x="413" y="471"/>
                    <a:pt x="516"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47"/>
            <p:cNvSpPr/>
            <p:nvPr/>
          </p:nvSpPr>
          <p:spPr>
            <a:xfrm>
              <a:off x="6618375" y="3836625"/>
              <a:ext cx="12900" cy="12175"/>
            </a:xfrm>
            <a:custGeom>
              <a:avLst/>
              <a:gdLst/>
              <a:ahLst/>
              <a:cxnLst/>
              <a:rect l="l" t="t" r="r" b="b"/>
              <a:pathLst>
                <a:path w="516" h="487" extrusionOk="0">
                  <a:moveTo>
                    <a:pt x="271" y="0"/>
                  </a:moveTo>
                  <a:cubicBezTo>
                    <a:pt x="258" y="0"/>
                    <a:pt x="244" y="2"/>
                    <a:pt x="230" y="4"/>
                  </a:cubicBezTo>
                  <a:cubicBezTo>
                    <a:pt x="104" y="15"/>
                    <a:pt x="0" y="141"/>
                    <a:pt x="23" y="267"/>
                  </a:cubicBezTo>
                  <a:cubicBezTo>
                    <a:pt x="34" y="397"/>
                    <a:pt x="147" y="486"/>
                    <a:pt x="266" y="486"/>
                  </a:cubicBezTo>
                  <a:cubicBezTo>
                    <a:pt x="273" y="486"/>
                    <a:pt x="280" y="486"/>
                    <a:pt x="287" y="485"/>
                  </a:cubicBezTo>
                  <a:cubicBezTo>
                    <a:pt x="424" y="462"/>
                    <a:pt x="516" y="348"/>
                    <a:pt x="504" y="210"/>
                  </a:cubicBezTo>
                  <a:cubicBezTo>
                    <a:pt x="484" y="87"/>
                    <a:pt x="390" y="0"/>
                    <a:pt x="27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47"/>
            <p:cNvSpPr/>
            <p:nvPr/>
          </p:nvSpPr>
          <p:spPr>
            <a:xfrm>
              <a:off x="6551075" y="3698375"/>
              <a:ext cx="12625" cy="12150"/>
            </a:xfrm>
            <a:custGeom>
              <a:avLst/>
              <a:gdLst/>
              <a:ahLst/>
              <a:cxnLst/>
              <a:rect l="l" t="t" r="r" b="b"/>
              <a:pathLst>
                <a:path w="505" h="486" extrusionOk="0">
                  <a:moveTo>
                    <a:pt x="241" y="0"/>
                  </a:moveTo>
                  <a:cubicBezTo>
                    <a:pt x="234" y="0"/>
                    <a:pt x="226" y="0"/>
                    <a:pt x="218" y="1"/>
                  </a:cubicBezTo>
                  <a:cubicBezTo>
                    <a:pt x="92" y="24"/>
                    <a:pt x="0" y="139"/>
                    <a:pt x="12" y="276"/>
                  </a:cubicBezTo>
                  <a:cubicBezTo>
                    <a:pt x="22" y="390"/>
                    <a:pt x="127" y="485"/>
                    <a:pt x="248" y="485"/>
                  </a:cubicBezTo>
                  <a:cubicBezTo>
                    <a:pt x="261" y="485"/>
                    <a:pt x="274" y="484"/>
                    <a:pt x="287" y="482"/>
                  </a:cubicBezTo>
                  <a:cubicBezTo>
                    <a:pt x="413" y="471"/>
                    <a:pt x="505" y="345"/>
                    <a:pt x="493" y="219"/>
                  </a:cubicBezTo>
                  <a:cubicBezTo>
                    <a:pt x="482" y="89"/>
                    <a:pt x="369" y="0"/>
                    <a:pt x="24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47"/>
            <p:cNvSpPr/>
            <p:nvPr/>
          </p:nvSpPr>
          <p:spPr>
            <a:xfrm>
              <a:off x="6423350" y="3850725"/>
              <a:ext cx="12900" cy="12150"/>
            </a:xfrm>
            <a:custGeom>
              <a:avLst/>
              <a:gdLst/>
              <a:ahLst/>
              <a:cxnLst/>
              <a:rect l="l" t="t" r="r" b="b"/>
              <a:pathLst>
                <a:path w="516" h="486" extrusionOk="0">
                  <a:moveTo>
                    <a:pt x="251" y="0"/>
                  </a:moveTo>
                  <a:cubicBezTo>
                    <a:pt x="244" y="0"/>
                    <a:pt x="237" y="1"/>
                    <a:pt x="230" y="1"/>
                  </a:cubicBezTo>
                  <a:cubicBezTo>
                    <a:pt x="92" y="24"/>
                    <a:pt x="0" y="139"/>
                    <a:pt x="12" y="276"/>
                  </a:cubicBezTo>
                  <a:cubicBezTo>
                    <a:pt x="33" y="390"/>
                    <a:pt x="129" y="486"/>
                    <a:pt x="249" y="486"/>
                  </a:cubicBezTo>
                  <a:cubicBezTo>
                    <a:pt x="261" y="486"/>
                    <a:pt x="274" y="485"/>
                    <a:pt x="287" y="482"/>
                  </a:cubicBezTo>
                  <a:cubicBezTo>
                    <a:pt x="413" y="471"/>
                    <a:pt x="516"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47"/>
            <p:cNvSpPr/>
            <p:nvPr/>
          </p:nvSpPr>
          <p:spPr>
            <a:xfrm>
              <a:off x="6618375" y="3836625"/>
              <a:ext cx="12900" cy="12175"/>
            </a:xfrm>
            <a:custGeom>
              <a:avLst/>
              <a:gdLst/>
              <a:ahLst/>
              <a:cxnLst/>
              <a:rect l="l" t="t" r="r" b="b"/>
              <a:pathLst>
                <a:path w="516" h="487" extrusionOk="0">
                  <a:moveTo>
                    <a:pt x="271" y="0"/>
                  </a:moveTo>
                  <a:cubicBezTo>
                    <a:pt x="258" y="0"/>
                    <a:pt x="244" y="2"/>
                    <a:pt x="230" y="4"/>
                  </a:cubicBezTo>
                  <a:cubicBezTo>
                    <a:pt x="104" y="15"/>
                    <a:pt x="0" y="141"/>
                    <a:pt x="23" y="267"/>
                  </a:cubicBezTo>
                  <a:cubicBezTo>
                    <a:pt x="34" y="397"/>
                    <a:pt x="147" y="486"/>
                    <a:pt x="266" y="486"/>
                  </a:cubicBezTo>
                  <a:cubicBezTo>
                    <a:pt x="273" y="486"/>
                    <a:pt x="280" y="486"/>
                    <a:pt x="287" y="485"/>
                  </a:cubicBezTo>
                  <a:cubicBezTo>
                    <a:pt x="424" y="462"/>
                    <a:pt x="516" y="348"/>
                    <a:pt x="504" y="210"/>
                  </a:cubicBezTo>
                  <a:cubicBezTo>
                    <a:pt x="484" y="87"/>
                    <a:pt x="390" y="0"/>
                    <a:pt x="27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47"/>
            <p:cNvSpPr/>
            <p:nvPr/>
          </p:nvSpPr>
          <p:spPr>
            <a:xfrm>
              <a:off x="6663325" y="3857025"/>
              <a:ext cx="12925" cy="12100"/>
            </a:xfrm>
            <a:custGeom>
              <a:avLst/>
              <a:gdLst/>
              <a:ahLst/>
              <a:cxnLst/>
              <a:rect l="l" t="t" r="r" b="b"/>
              <a:pathLst>
                <a:path w="517" h="484" extrusionOk="0">
                  <a:moveTo>
                    <a:pt x="251" y="0"/>
                  </a:moveTo>
                  <a:cubicBezTo>
                    <a:pt x="244" y="0"/>
                    <a:pt x="237" y="1"/>
                    <a:pt x="230" y="1"/>
                  </a:cubicBezTo>
                  <a:cubicBezTo>
                    <a:pt x="93" y="13"/>
                    <a:pt x="1" y="139"/>
                    <a:pt x="12" y="276"/>
                  </a:cubicBezTo>
                  <a:cubicBezTo>
                    <a:pt x="34" y="395"/>
                    <a:pt x="137" y="483"/>
                    <a:pt x="264" y="483"/>
                  </a:cubicBezTo>
                  <a:cubicBezTo>
                    <a:pt x="272" y="483"/>
                    <a:pt x="280" y="483"/>
                    <a:pt x="287" y="482"/>
                  </a:cubicBezTo>
                  <a:cubicBezTo>
                    <a:pt x="425" y="471"/>
                    <a:pt x="516" y="345"/>
                    <a:pt x="493" y="208"/>
                  </a:cubicBezTo>
                  <a:cubicBezTo>
                    <a:pt x="483"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7"/>
            <p:cNvSpPr/>
            <p:nvPr/>
          </p:nvSpPr>
          <p:spPr>
            <a:xfrm>
              <a:off x="6494950" y="3911725"/>
              <a:ext cx="12900" cy="12100"/>
            </a:xfrm>
            <a:custGeom>
              <a:avLst/>
              <a:gdLst/>
              <a:ahLst/>
              <a:cxnLst/>
              <a:rect l="l" t="t" r="r" b="b"/>
              <a:pathLst>
                <a:path w="516" h="484" extrusionOk="0">
                  <a:moveTo>
                    <a:pt x="252" y="0"/>
                  </a:moveTo>
                  <a:cubicBezTo>
                    <a:pt x="245" y="0"/>
                    <a:pt x="237" y="1"/>
                    <a:pt x="229" y="1"/>
                  </a:cubicBezTo>
                  <a:cubicBezTo>
                    <a:pt x="92" y="24"/>
                    <a:pt x="0" y="139"/>
                    <a:pt x="23" y="276"/>
                  </a:cubicBezTo>
                  <a:cubicBezTo>
                    <a:pt x="34" y="395"/>
                    <a:pt x="137" y="483"/>
                    <a:pt x="264" y="483"/>
                  </a:cubicBezTo>
                  <a:cubicBezTo>
                    <a:pt x="271" y="483"/>
                    <a:pt x="279" y="483"/>
                    <a:pt x="287" y="482"/>
                  </a:cubicBezTo>
                  <a:cubicBezTo>
                    <a:pt x="424" y="471"/>
                    <a:pt x="516" y="345"/>
                    <a:pt x="504" y="219"/>
                  </a:cubicBezTo>
                  <a:cubicBezTo>
                    <a:pt x="483" y="89"/>
                    <a:pt x="379"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7"/>
            <p:cNvSpPr/>
            <p:nvPr/>
          </p:nvSpPr>
          <p:spPr>
            <a:xfrm>
              <a:off x="6618375" y="3836625"/>
              <a:ext cx="12900" cy="12175"/>
            </a:xfrm>
            <a:custGeom>
              <a:avLst/>
              <a:gdLst/>
              <a:ahLst/>
              <a:cxnLst/>
              <a:rect l="l" t="t" r="r" b="b"/>
              <a:pathLst>
                <a:path w="516" h="487" extrusionOk="0">
                  <a:moveTo>
                    <a:pt x="271" y="0"/>
                  </a:moveTo>
                  <a:cubicBezTo>
                    <a:pt x="258" y="0"/>
                    <a:pt x="244" y="2"/>
                    <a:pt x="230" y="4"/>
                  </a:cubicBezTo>
                  <a:cubicBezTo>
                    <a:pt x="104" y="15"/>
                    <a:pt x="0" y="141"/>
                    <a:pt x="23" y="267"/>
                  </a:cubicBezTo>
                  <a:cubicBezTo>
                    <a:pt x="34" y="397"/>
                    <a:pt x="147" y="486"/>
                    <a:pt x="266" y="486"/>
                  </a:cubicBezTo>
                  <a:cubicBezTo>
                    <a:pt x="273" y="486"/>
                    <a:pt x="280" y="486"/>
                    <a:pt x="287" y="485"/>
                  </a:cubicBezTo>
                  <a:cubicBezTo>
                    <a:pt x="424" y="462"/>
                    <a:pt x="516" y="348"/>
                    <a:pt x="504" y="210"/>
                  </a:cubicBezTo>
                  <a:cubicBezTo>
                    <a:pt x="484" y="87"/>
                    <a:pt x="390" y="0"/>
                    <a:pt x="27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7"/>
            <p:cNvSpPr/>
            <p:nvPr/>
          </p:nvSpPr>
          <p:spPr>
            <a:xfrm>
              <a:off x="6649025" y="3627625"/>
              <a:ext cx="12625" cy="12175"/>
            </a:xfrm>
            <a:custGeom>
              <a:avLst/>
              <a:gdLst/>
              <a:ahLst/>
              <a:cxnLst/>
              <a:rect l="l" t="t" r="r" b="b"/>
              <a:pathLst>
                <a:path w="505" h="487" extrusionOk="0">
                  <a:moveTo>
                    <a:pt x="251" y="1"/>
                  </a:moveTo>
                  <a:cubicBezTo>
                    <a:pt x="243" y="1"/>
                    <a:pt x="236" y="1"/>
                    <a:pt x="229" y="2"/>
                  </a:cubicBezTo>
                  <a:cubicBezTo>
                    <a:pt x="92" y="25"/>
                    <a:pt x="0" y="139"/>
                    <a:pt x="12" y="277"/>
                  </a:cubicBezTo>
                  <a:cubicBezTo>
                    <a:pt x="32" y="391"/>
                    <a:pt x="128" y="486"/>
                    <a:pt x="248" y="486"/>
                  </a:cubicBezTo>
                  <a:cubicBezTo>
                    <a:pt x="261" y="486"/>
                    <a:pt x="274" y="485"/>
                    <a:pt x="287" y="483"/>
                  </a:cubicBezTo>
                  <a:cubicBezTo>
                    <a:pt x="413" y="471"/>
                    <a:pt x="504" y="345"/>
                    <a:pt x="493" y="219"/>
                  </a:cubicBezTo>
                  <a:cubicBezTo>
                    <a:pt x="482" y="90"/>
                    <a:pt x="369"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7"/>
            <p:cNvSpPr/>
            <p:nvPr/>
          </p:nvSpPr>
          <p:spPr>
            <a:xfrm>
              <a:off x="6663325" y="3857025"/>
              <a:ext cx="12925" cy="12100"/>
            </a:xfrm>
            <a:custGeom>
              <a:avLst/>
              <a:gdLst/>
              <a:ahLst/>
              <a:cxnLst/>
              <a:rect l="l" t="t" r="r" b="b"/>
              <a:pathLst>
                <a:path w="517" h="484" extrusionOk="0">
                  <a:moveTo>
                    <a:pt x="251" y="0"/>
                  </a:moveTo>
                  <a:cubicBezTo>
                    <a:pt x="244" y="0"/>
                    <a:pt x="237" y="1"/>
                    <a:pt x="230" y="1"/>
                  </a:cubicBezTo>
                  <a:cubicBezTo>
                    <a:pt x="93" y="13"/>
                    <a:pt x="1" y="139"/>
                    <a:pt x="12" y="276"/>
                  </a:cubicBezTo>
                  <a:cubicBezTo>
                    <a:pt x="34" y="395"/>
                    <a:pt x="137" y="483"/>
                    <a:pt x="264" y="483"/>
                  </a:cubicBezTo>
                  <a:cubicBezTo>
                    <a:pt x="272" y="483"/>
                    <a:pt x="280" y="483"/>
                    <a:pt x="287" y="482"/>
                  </a:cubicBezTo>
                  <a:cubicBezTo>
                    <a:pt x="425" y="471"/>
                    <a:pt x="516" y="345"/>
                    <a:pt x="493" y="208"/>
                  </a:cubicBezTo>
                  <a:cubicBezTo>
                    <a:pt x="483"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7"/>
            <p:cNvSpPr/>
            <p:nvPr/>
          </p:nvSpPr>
          <p:spPr>
            <a:xfrm>
              <a:off x="5712850" y="4246725"/>
              <a:ext cx="12900" cy="12150"/>
            </a:xfrm>
            <a:custGeom>
              <a:avLst/>
              <a:gdLst/>
              <a:ahLst/>
              <a:cxnLst/>
              <a:rect l="l" t="t" r="r" b="b"/>
              <a:pathLst>
                <a:path w="516" h="486" extrusionOk="0">
                  <a:moveTo>
                    <a:pt x="268" y="0"/>
                  </a:moveTo>
                  <a:cubicBezTo>
                    <a:pt x="255" y="0"/>
                    <a:pt x="242" y="1"/>
                    <a:pt x="229" y="4"/>
                  </a:cubicBezTo>
                  <a:cubicBezTo>
                    <a:pt x="92" y="15"/>
                    <a:pt x="0" y="141"/>
                    <a:pt x="12" y="267"/>
                  </a:cubicBezTo>
                  <a:cubicBezTo>
                    <a:pt x="33" y="397"/>
                    <a:pt x="136" y="486"/>
                    <a:pt x="263" y="486"/>
                  </a:cubicBezTo>
                  <a:cubicBezTo>
                    <a:pt x="271" y="486"/>
                    <a:pt x="279" y="486"/>
                    <a:pt x="286" y="485"/>
                  </a:cubicBezTo>
                  <a:cubicBezTo>
                    <a:pt x="424" y="462"/>
                    <a:pt x="516" y="348"/>
                    <a:pt x="493" y="210"/>
                  </a:cubicBezTo>
                  <a:cubicBezTo>
                    <a:pt x="482" y="87"/>
                    <a:pt x="380"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7"/>
            <p:cNvSpPr/>
            <p:nvPr/>
          </p:nvSpPr>
          <p:spPr>
            <a:xfrm>
              <a:off x="5800475" y="4427425"/>
              <a:ext cx="12900" cy="12175"/>
            </a:xfrm>
            <a:custGeom>
              <a:avLst/>
              <a:gdLst/>
              <a:ahLst/>
              <a:cxnLst/>
              <a:rect l="l" t="t" r="r" b="b"/>
              <a:pathLst>
                <a:path w="516" h="487" extrusionOk="0">
                  <a:moveTo>
                    <a:pt x="271" y="1"/>
                  </a:moveTo>
                  <a:cubicBezTo>
                    <a:pt x="258" y="1"/>
                    <a:pt x="244" y="2"/>
                    <a:pt x="229" y="4"/>
                  </a:cubicBezTo>
                  <a:cubicBezTo>
                    <a:pt x="103" y="16"/>
                    <a:pt x="0" y="142"/>
                    <a:pt x="23" y="268"/>
                  </a:cubicBezTo>
                  <a:cubicBezTo>
                    <a:pt x="34" y="397"/>
                    <a:pt x="147" y="486"/>
                    <a:pt x="265" y="486"/>
                  </a:cubicBezTo>
                  <a:cubicBezTo>
                    <a:pt x="273" y="486"/>
                    <a:pt x="280" y="486"/>
                    <a:pt x="287" y="485"/>
                  </a:cubicBezTo>
                  <a:cubicBezTo>
                    <a:pt x="424" y="462"/>
                    <a:pt x="516" y="348"/>
                    <a:pt x="504" y="210"/>
                  </a:cubicBezTo>
                  <a:cubicBezTo>
                    <a:pt x="484" y="87"/>
                    <a:pt x="390" y="1"/>
                    <a:pt x="27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7"/>
            <p:cNvSpPr/>
            <p:nvPr/>
          </p:nvSpPr>
          <p:spPr>
            <a:xfrm>
              <a:off x="5611450" y="4379375"/>
              <a:ext cx="12925" cy="12150"/>
            </a:xfrm>
            <a:custGeom>
              <a:avLst/>
              <a:gdLst/>
              <a:ahLst/>
              <a:cxnLst/>
              <a:rect l="l" t="t" r="r" b="b"/>
              <a:pathLst>
                <a:path w="517" h="486" extrusionOk="0">
                  <a:moveTo>
                    <a:pt x="251" y="1"/>
                  </a:moveTo>
                  <a:cubicBezTo>
                    <a:pt x="244" y="1"/>
                    <a:pt x="237" y="1"/>
                    <a:pt x="230" y="2"/>
                  </a:cubicBezTo>
                  <a:cubicBezTo>
                    <a:pt x="93" y="25"/>
                    <a:pt x="1" y="139"/>
                    <a:pt x="24" y="277"/>
                  </a:cubicBezTo>
                  <a:cubicBezTo>
                    <a:pt x="34" y="391"/>
                    <a:pt x="139" y="486"/>
                    <a:pt x="252" y="486"/>
                  </a:cubicBezTo>
                  <a:cubicBezTo>
                    <a:pt x="264" y="486"/>
                    <a:pt x="275" y="485"/>
                    <a:pt x="287" y="483"/>
                  </a:cubicBezTo>
                  <a:cubicBezTo>
                    <a:pt x="425" y="471"/>
                    <a:pt x="516" y="345"/>
                    <a:pt x="494" y="219"/>
                  </a:cubicBezTo>
                  <a:cubicBezTo>
                    <a:pt x="483" y="90"/>
                    <a:pt x="370"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7"/>
            <p:cNvSpPr/>
            <p:nvPr/>
          </p:nvSpPr>
          <p:spPr>
            <a:xfrm>
              <a:off x="5324225" y="3819800"/>
              <a:ext cx="12900" cy="12100"/>
            </a:xfrm>
            <a:custGeom>
              <a:avLst/>
              <a:gdLst/>
              <a:ahLst/>
              <a:cxnLst/>
              <a:rect l="l" t="t" r="r" b="b"/>
              <a:pathLst>
                <a:path w="516" h="484" extrusionOk="0">
                  <a:moveTo>
                    <a:pt x="251" y="0"/>
                  </a:moveTo>
                  <a:cubicBezTo>
                    <a:pt x="244" y="0"/>
                    <a:pt x="237" y="1"/>
                    <a:pt x="229" y="1"/>
                  </a:cubicBezTo>
                  <a:cubicBezTo>
                    <a:pt x="92" y="24"/>
                    <a:pt x="0" y="139"/>
                    <a:pt x="12" y="276"/>
                  </a:cubicBezTo>
                  <a:cubicBezTo>
                    <a:pt x="33" y="395"/>
                    <a:pt x="137" y="483"/>
                    <a:pt x="264" y="483"/>
                  </a:cubicBezTo>
                  <a:cubicBezTo>
                    <a:pt x="271" y="483"/>
                    <a:pt x="279" y="483"/>
                    <a:pt x="287" y="482"/>
                  </a:cubicBezTo>
                  <a:cubicBezTo>
                    <a:pt x="424" y="471"/>
                    <a:pt x="516" y="345"/>
                    <a:pt x="493" y="207"/>
                  </a:cubicBezTo>
                  <a:cubicBezTo>
                    <a:pt x="482" y="88"/>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7"/>
            <p:cNvSpPr/>
            <p:nvPr/>
          </p:nvSpPr>
          <p:spPr>
            <a:xfrm>
              <a:off x="5443650" y="3745000"/>
              <a:ext cx="12900" cy="12150"/>
            </a:xfrm>
            <a:custGeom>
              <a:avLst/>
              <a:gdLst/>
              <a:ahLst/>
              <a:cxnLst/>
              <a:rect l="l" t="t" r="r" b="b"/>
              <a:pathLst>
                <a:path w="516" h="486" extrusionOk="0">
                  <a:moveTo>
                    <a:pt x="265" y="0"/>
                  </a:moveTo>
                  <a:cubicBezTo>
                    <a:pt x="253" y="0"/>
                    <a:pt x="241" y="1"/>
                    <a:pt x="229" y="3"/>
                  </a:cubicBezTo>
                  <a:cubicBezTo>
                    <a:pt x="92" y="15"/>
                    <a:pt x="0" y="141"/>
                    <a:pt x="12" y="267"/>
                  </a:cubicBezTo>
                  <a:cubicBezTo>
                    <a:pt x="33" y="397"/>
                    <a:pt x="136" y="485"/>
                    <a:pt x="264" y="485"/>
                  </a:cubicBezTo>
                  <a:cubicBezTo>
                    <a:pt x="271" y="485"/>
                    <a:pt x="279" y="485"/>
                    <a:pt x="287" y="484"/>
                  </a:cubicBezTo>
                  <a:cubicBezTo>
                    <a:pt x="424" y="462"/>
                    <a:pt x="516" y="347"/>
                    <a:pt x="493" y="210"/>
                  </a:cubicBezTo>
                  <a:cubicBezTo>
                    <a:pt x="482" y="95"/>
                    <a:pt x="378" y="0"/>
                    <a:pt x="26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7"/>
            <p:cNvSpPr/>
            <p:nvPr/>
          </p:nvSpPr>
          <p:spPr>
            <a:xfrm>
              <a:off x="5253475" y="3699800"/>
              <a:ext cx="12925" cy="12150"/>
            </a:xfrm>
            <a:custGeom>
              <a:avLst/>
              <a:gdLst/>
              <a:ahLst/>
              <a:cxnLst/>
              <a:rect l="l" t="t" r="r" b="b"/>
              <a:pathLst>
                <a:path w="517" h="486" extrusionOk="0">
                  <a:moveTo>
                    <a:pt x="253" y="0"/>
                  </a:moveTo>
                  <a:cubicBezTo>
                    <a:pt x="245" y="0"/>
                    <a:pt x="238" y="1"/>
                    <a:pt x="230" y="1"/>
                  </a:cubicBezTo>
                  <a:cubicBezTo>
                    <a:pt x="93" y="24"/>
                    <a:pt x="1" y="139"/>
                    <a:pt x="24" y="276"/>
                  </a:cubicBezTo>
                  <a:cubicBezTo>
                    <a:pt x="34" y="390"/>
                    <a:pt x="139" y="486"/>
                    <a:pt x="252" y="486"/>
                  </a:cubicBezTo>
                  <a:cubicBezTo>
                    <a:pt x="263" y="486"/>
                    <a:pt x="275" y="485"/>
                    <a:pt x="287" y="483"/>
                  </a:cubicBezTo>
                  <a:cubicBezTo>
                    <a:pt x="425" y="471"/>
                    <a:pt x="516" y="345"/>
                    <a:pt x="505" y="219"/>
                  </a:cubicBezTo>
                  <a:cubicBezTo>
                    <a:pt x="483" y="89"/>
                    <a:pt x="380" y="0"/>
                    <a:pt x="25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7"/>
            <p:cNvSpPr/>
            <p:nvPr/>
          </p:nvSpPr>
          <p:spPr>
            <a:xfrm>
              <a:off x="5239750" y="4100950"/>
              <a:ext cx="12625" cy="11950"/>
            </a:xfrm>
            <a:custGeom>
              <a:avLst/>
              <a:gdLst/>
              <a:ahLst/>
              <a:cxnLst/>
              <a:rect l="l" t="t" r="r" b="b"/>
              <a:pathLst>
                <a:path w="505" h="478" extrusionOk="0">
                  <a:moveTo>
                    <a:pt x="268" y="1"/>
                  </a:moveTo>
                  <a:cubicBezTo>
                    <a:pt x="255" y="1"/>
                    <a:pt x="242" y="2"/>
                    <a:pt x="229" y="4"/>
                  </a:cubicBezTo>
                  <a:cubicBezTo>
                    <a:pt x="92" y="16"/>
                    <a:pt x="0" y="130"/>
                    <a:pt x="12" y="268"/>
                  </a:cubicBezTo>
                  <a:cubicBezTo>
                    <a:pt x="32" y="391"/>
                    <a:pt x="126" y="477"/>
                    <a:pt x="245" y="477"/>
                  </a:cubicBezTo>
                  <a:cubicBezTo>
                    <a:pt x="258" y="477"/>
                    <a:pt x="272" y="476"/>
                    <a:pt x="286" y="474"/>
                  </a:cubicBezTo>
                  <a:cubicBezTo>
                    <a:pt x="412" y="462"/>
                    <a:pt x="504" y="348"/>
                    <a:pt x="493" y="210"/>
                  </a:cubicBezTo>
                  <a:cubicBezTo>
                    <a:pt x="482" y="87"/>
                    <a:pt x="380"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7"/>
            <p:cNvSpPr/>
            <p:nvPr/>
          </p:nvSpPr>
          <p:spPr>
            <a:xfrm>
              <a:off x="5982025" y="3631300"/>
              <a:ext cx="12925" cy="12150"/>
            </a:xfrm>
            <a:custGeom>
              <a:avLst/>
              <a:gdLst/>
              <a:ahLst/>
              <a:cxnLst/>
              <a:rect l="l" t="t" r="r" b="b"/>
              <a:pathLst>
                <a:path w="517" h="486" extrusionOk="0">
                  <a:moveTo>
                    <a:pt x="268" y="0"/>
                  </a:moveTo>
                  <a:cubicBezTo>
                    <a:pt x="256" y="0"/>
                    <a:pt x="243" y="1"/>
                    <a:pt x="230" y="4"/>
                  </a:cubicBezTo>
                  <a:cubicBezTo>
                    <a:pt x="104" y="15"/>
                    <a:pt x="1" y="141"/>
                    <a:pt x="24" y="267"/>
                  </a:cubicBezTo>
                  <a:cubicBezTo>
                    <a:pt x="35" y="397"/>
                    <a:pt x="147" y="486"/>
                    <a:pt x="266" y="486"/>
                  </a:cubicBezTo>
                  <a:cubicBezTo>
                    <a:pt x="273" y="486"/>
                    <a:pt x="280" y="485"/>
                    <a:pt x="287" y="485"/>
                  </a:cubicBezTo>
                  <a:cubicBezTo>
                    <a:pt x="425" y="462"/>
                    <a:pt x="516" y="347"/>
                    <a:pt x="505" y="210"/>
                  </a:cubicBezTo>
                  <a:cubicBezTo>
                    <a:pt x="484" y="96"/>
                    <a:pt x="388"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7"/>
            <p:cNvSpPr/>
            <p:nvPr/>
          </p:nvSpPr>
          <p:spPr>
            <a:xfrm>
              <a:off x="5828825" y="3629575"/>
              <a:ext cx="12900" cy="12150"/>
            </a:xfrm>
            <a:custGeom>
              <a:avLst/>
              <a:gdLst/>
              <a:ahLst/>
              <a:cxnLst/>
              <a:rect l="l" t="t" r="r" b="b"/>
              <a:pathLst>
                <a:path w="516" h="486" extrusionOk="0">
                  <a:moveTo>
                    <a:pt x="268" y="0"/>
                  </a:moveTo>
                  <a:cubicBezTo>
                    <a:pt x="256" y="0"/>
                    <a:pt x="243" y="2"/>
                    <a:pt x="230" y="4"/>
                  </a:cubicBezTo>
                  <a:cubicBezTo>
                    <a:pt x="92" y="15"/>
                    <a:pt x="0" y="141"/>
                    <a:pt x="12" y="267"/>
                  </a:cubicBezTo>
                  <a:cubicBezTo>
                    <a:pt x="34" y="397"/>
                    <a:pt x="137" y="486"/>
                    <a:pt x="264" y="486"/>
                  </a:cubicBezTo>
                  <a:cubicBezTo>
                    <a:pt x="271" y="486"/>
                    <a:pt x="279" y="486"/>
                    <a:pt x="287" y="485"/>
                  </a:cubicBezTo>
                  <a:cubicBezTo>
                    <a:pt x="413" y="462"/>
                    <a:pt x="516" y="348"/>
                    <a:pt x="493" y="210"/>
                  </a:cubicBezTo>
                  <a:cubicBezTo>
                    <a:pt x="483" y="87"/>
                    <a:pt x="380"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7"/>
            <p:cNvSpPr/>
            <p:nvPr/>
          </p:nvSpPr>
          <p:spPr>
            <a:xfrm>
              <a:off x="5982025" y="3631300"/>
              <a:ext cx="12925" cy="12150"/>
            </a:xfrm>
            <a:custGeom>
              <a:avLst/>
              <a:gdLst/>
              <a:ahLst/>
              <a:cxnLst/>
              <a:rect l="l" t="t" r="r" b="b"/>
              <a:pathLst>
                <a:path w="517" h="486" extrusionOk="0">
                  <a:moveTo>
                    <a:pt x="268" y="0"/>
                  </a:moveTo>
                  <a:cubicBezTo>
                    <a:pt x="256" y="0"/>
                    <a:pt x="243" y="1"/>
                    <a:pt x="230" y="4"/>
                  </a:cubicBezTo>
                  <a:cubicBezTo>
                    <a:pt x="104" y="15"/>
                    <a:pt x="1" y="141"/>
                    <a:pt x="24" y="267"/>
                  </a:cubicBezTo>
                  <a:cubicBezTo>
                    <a:pt x="35" y="397"/>
                    <a:pt x="147" y="486"/>
                    <a:pt x="266" y="486"/>
                  </a:cubicBezTo>
                  <a:cubicBezTo>
                    <a:pt x="273" y="486"/>
                    <a:pt x="280" y="485"/>
                    <a:pt x="287" y="485"/>
                  </a:cubicBezTo>
                  <a:cubicBezTo>
                    <a:pt x="425" y="462"/>
                    <a:pt x="516" y="347"/>
                    <a:pt x="505" y="210"/>
                  </a:cubicBezTo>
                  <a:cubicBezTo>
                    <a:pt x="484" y="96"/>
                    <a:pt x="388"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7"/>
            <p:cNvSpPr/>
            <p:nvPr/>
          </p:nvSpPr>
          <p:spPr>
            <a:xfrm>
              <a:off x="6074550" y="4195750"/>
              <a:ext cx="12625" cy="11925"/>
            </a:xfrm>
            <a:custGeom>
              <a:avLst/>
              <a:gdLst/>
              <a:ahLst/>
              <a:cxnLst/>
              <a:rect l="l" t="t" r="r" b="b"/>
              <a:pathLst>
                <a:path w="505" h="477" extrusionOk="0">
                  <a:moveTo>
                    <a:pt x="259" y="0"/>
                  </a:moveTo>
                  <a:cubicBezTo>
                    <a:pt x="246" y="0"/>
                    <a:pt x="232" y="1"/>
                    <a:pt x="218" y="4"/>
                  </a:cubicBezTo>
                  <a:cubicBezTo>
                    <a:pt x="92" y="15"/>
                    <a:pt x="0" y="141"/>
                    <a:pt x="11" y="267"/>
                  </a:cubicBezTo>
                  <a:cubicBezTo>
                    <a:pt x="22" y="391"/>
                    <a:pt x="124" y="477"/>
                    <a:pt x="244" y="477"/>
                  </a:cubicBezTo>
                  <a:cubicBezTo>
                    <a:pt x="258" y="477"/>
                    <a:pt x="272" y="476"/>
                    <a:pt x="286" y="473"/>
                  </a:cubicBezTo>
                  <a:cubicBezTo>
                    <a:pt x="412" y="462"/>
                    <a:pt x="504" y="336"/>
                    <a:pt x="493" y="210"/>
                  </a:cubicBezTo>
                  <a:cubicBezTo>
                    <a:pt x="472" y="87"/>
                    <a:pt x="378" y="0"/>
                    <a:pt x="25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7"/>
            <p:cNvSpPr/>
            <p:nvPr/>
          </p:nvSpPr>
          <p:spPr>
            <a:xfrm>
              <a:off x="6045325" y="3991325"/>
              <a:ext cx="12925" cy="12175"/>
            </a:xfrm>
            <a:custGeom>
              <a:avLst/>
              <a:gdLst/>
              <a:ahLst/>
              <a:cxnLst/>
              <a:rect l="l" t="t" r="r" b="b"/>
              <a:pathLst>
                <a:path w="517" h="487" extrusionOk="0">
                  <a:moveTo>
                    <a:pt x="251" y="1"/>
                  </a:moveTo>
                  <a:cubicBezTo>
                    <a:pt x="244" y="1"/>
                    <a:pt x="237" y="1"/>
                    <a:pt x="230" y="2"/>
                  </a:cubicBezTo>
                  <a:cubicBezTo>
                    <a:pt x="92" y="25"/>
                    <a:pt x="1" y="139"/>
                    <a:pt x="12" y="277"/>
                  </a:cubicBezTo>
                  <a:cubicBezTo>
                    <a:pt x="33" y="391"/>
                    <a:pt x="129" y="486"/>
                    <a:pt x="249" y="486"/>
                  </a:cubicBezTo>
                  <a:cubicBezTo>
                    <a:pt x="261" y="486"/>
                    <a:pt x="274" y="485"/>
                    <a:pt x="287" y="483"/>
                  </a:cubicBezTo>
                  <a:cubicBezTo>
                    <a:pt x="413" y="471"/>
                    <a:pt x="516" y="345"/>
                    <a:pt x="493" y="219"/>
                  </a:cubicBezTo>
                  <a:cubicBezTo>
                    <a:pt x="482" y="90"/>
                    <a:pt x="370"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7"/>
            <p:cNvSpPr/>
            <p:nvPr/>
          </p:nvSpPr>
          <p:spPr>
            <a:xfrm>
              <a:off x="5816225" y="4275125"/>
              <a:ext cx="12625" cy="12100"/>
            </a:xfrm>
            <a:custGeom>
              <a:avLst/>
              <a:gdLst/>
              <a:ahLst/>
              <a:cxnLst/>
              <a:rect l="l" t="t" r="r" b="b"/>
              <a:pathLst>
                <a:path w="505" h="484" extrusionOk="0">
                  <a:moveTo>
                    <a:pt x="241" y="1"/>
                  </a:moveTo>
                  <a:cubicBezTo>
                    <a:pt x="234" y="1"/>
                    <a:pt x="226" y="1"/>
                    <a:pt x="218" y="2"/>
                  </a:cubicBezTo>
                  <a:cubicBezTo>
                    <a:pt x="92" y="13"/>
                    <a:pt x="0" y="139"/>
                    <a:pt x="12" y="265"/>
                  </a:cubicBezTo>
                  <a:cubicBezTo>
                    <a:pt x="23" y="395"/>
                    <a:pt x="135" y="484"/>
                    <a:pt x="264" y="484"/>
                  </a:cubicBezTo>
                  <a:cubicBezTo>
                    <a:pt x="271" y="484"/>
                    <a:pt x="279" y="484"/>
                    <a:pt x="287" y="483"/>
                  </a:cubicBezTo>
                  <a:cubicBezTo>
                    <a:pt x="413" y="460"/>
                    <a:pt x="504" y="346"/>
                    <a:pt x="493" y="208"/>
                  </a:cubicBezTo>
                  <a:cubicBezTo>
                    <a:pt x="482" y="89"/>
                    <a:pt x="369" y="1"/>
                    <a:pt x="24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7"/>
            <p:cNvSpPr/>
            <p:nvPr/>
          </p:nvSpPr>
          <p:spPr>
            <a:xfrm>
              <a:off x="6278450" y="4533100"/>
              <a:ext cx="12625" cy="12175"/>
            </a:xfrm>
            <a:custGeom>
              <a:avLst/>
              <a:gdLst/>
              <a:ahLst/>
              <a:cxnLst/>
              <a:rect l="l" t="t" r="r" b="b"/>
              <a:pathLst>
                <a:path w="505" h="487" extrusionOk="0">
                  <a:moveTo>
                    <a:pt x="260" y="1"/>
                  </a:moveTo>
                  <a:cubicBezTo>
                    <a:pt x="246" y="1"/>
                    <a:pt x="232" y="2"/>
                    <a:pt x="218" y="4"/>
                  </a:cubicBezTo>
                  <a:cubicBezTo>
                    <a:pt x="92" y="16"/>
                    <a:pt x="0" y="142"/>
                    <a:pt x="12" y="268"/>
                  </a:cubicBezTo>
                  <a:cubicBezTo>
                    <a:pt x="33" y="397"/>
                    <a:pt x="136" y="486"/>
                    <a:pt x="263" y="486"/>
                  </a:cubicBezTo>
                  <a:cubicBezTo>
                    <a:pt x="271" y="486"/>
                    <a:pt x="279" y="486"/>
                    <a:pt x="286" y="485"/>
                  </a:cubicBezTo>
                  <a:cubicBezTo>
                    <a:pt x="413" y="462"/>
                    <a:pt x="504" y="348"/>
                    <a:pt x="493" y="210"/>
                  </a:cubicBezTo>
                  <a:cubicBezTo>
                    <a:pt x="472" y="87"/>
                    <a:pt x="378" y="1"/>
                    <a:pt x="26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7"/>
            <p:cNvSpPr/>
            <p:nvPr/>
          </p:nvSpPr>
          <p:spPr>
            <a:xfrm>
              <a:off x="6494075" y="4318025"/>
              <a:ext cx="12925" cy="12175"/>
            </a:xfrm>
            <a:custGeom>
              <a:avLst/>
              <a:gdLst/>
              <a:ahLst/>
              <a:cxnLst/>
              <a:rect l="l" t="t" r="r" b="b"/>
              <a:pathLst>
                <a:path w="517" h="487" extrusionOk="0">
                  <a:moveTo>
                    <a:pt x="269" y="1"/>
                  </a:moveTo>
                  <a:cubicBezTo>
                    <a:pt x="256" y="1"/>
                    <a:pt x="243" y="2"/>
                    <a:pt x="230" y="4"/>
                  </a:cubicBezTo>
                  <a:cubicBezTo>
                    <a:pt x="93" y="16"/>
                    <a:pt x="1" y="142"/>
                    <a:pt x="12" y="268"/>
                  </a:cubicBezTo>
                  <a:cubicBezTo>
                    <a:pt x="34" y="397"/>
                    <a:pt x="137" y="486"/>
                    <a:pt x="264" y="486"/>
                  </a:cubicBezTo>
                  <a:cubicBezTo>
                    <a:pt x="272" y="486"/>
                    <a:pt x="280" y="486"/>
                    <a:pt x="287" y="485"/>
                  </a:cubicBezTo>
                  <a:cubicBezTo>
                    <a:pt x="425" y="462"/>
                    <a:pt x="516" y="348"/>
                    <a:pt x="493" y="210"/>
                  </a:cubicBezTo>
                  <a:cubicBezTo>
                    <a:pt x="483" y="87"/>
                    <a:pt x="381" y="1"/>
                    <a:pt x="26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7"/>
            <p:cNvSpPr/>
            <p:nvPr/>
          </p:nvSpPr>
          <p:spPr>
            <a:xfrm>
              <a:off x="6260100" y="4282300"/>
              <a:ext cx="12625" cy="12150"/>
            </a:xfrm>
            <a:custGeom>
              <a:avLst/>
              <a:gdLst/>
              <a:ahLst/>
              <a:cxnLst/>
              <a:rect l="l" t="t" r="r" b="b"/>
              <a:pathLst>
                <a:path w="505" h="486" extrusionOk="0">
                  <a:moveTo>
                    <a:pt x="251" y="0"/>
                  </a:moveTo>
                  <a:cubicBezTo>
                    <a:pt x="244" y="0"/>
                    <a:pt x="237" y="1"/>
                    <a:pt x="230" y="1"/>
                  </a:cubicBezTo>
                  <a:cubicBezTo>
                    <a:pt x="93" y="24"/>
                    <a:pt x="1" y="139"/>
                    <a:pt x="12" y="276"/>
                  </a:cubicBezTo>
                  <a:cubicBezTo>
                    <a:pt x="33" y="390"/>
                    <a:pt x="129" y="486"/>
                    <a:pt x="249" y="486"/>
                  </a:cubicBezTo>
                  <a:cubicBezTo>
                    <a:pt x="262" y="486"/>
                    <a:pt x="274" y="485"/>
                    <a:pt x="287" y="482"/>
                  </a:cubicBezTo>
                  <a:cubicBezTo>
                    <a:pt x="413" y="471"/>
                    <a:pt x="505" y="345"/>
                    <a:pt x="494" y="219"/>
                  </a:cubicBezTo>
                  <a:cubicBezTo>
                    <a:pt x="483"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7"/>
            <p:cNvSpPr/>
            <p:nvPr/>
          </p:nvSpPr>
          <p:spPr>
            <a:xfrm>
              <a:off x="7242675" y="3306250"/>
              <a:ext cx="12925" cy="12175"/>
            </a:xfrm>
            <a:custGeom>
              <a:avLst/>
              <a:gdLst/>
              <a:ahLst/>
              <a:cxnLst/>
              <a:rect l="l" t="t" r="r" b="b"/>
              <a:pathLst>
                <a:path w="517" h="487" extrusionOk="0">
                  <a:moveTo>
                    <a:pt x="272" y="0"/>
                  </a:moveTo>
                  <a:cubicBezTo>
                    <a:pt x="258" y="0"/>
                    <a:pt x="244" y="2"/>
                    <a:pt x="230" y="4"/>
                  </a:cubicBezTo>
                  <a:cubicBezTo>
                    <a:pt x="92" y="15"/>
                    <a:pt x="1" y="141"/>
                    <a:pt x="24" y="267"/>
                  </a:cubicBezTo>
                  <a:cubicBezTo>
                    <a:pt x="35" y="397"/>
                    <a:pt x="147" y="486"/>
                    <a:pt x="266" y="486"/>
                  </a:cubicBezTo>
                  <a:cubicBezTo>
                    <a:pt x="273" y="486"/>
                    <a:pt x="280" y="486"/>
                    <a:pt x="287" y="485"/>
                  </a:cubicBezTo>
                  <a:cubicBezTo>
                    <a:pt x="425" y="462"/>
                    <a:pt x="516" y="348"/>
                    <a:pt x="505" y="210"/>
                  </a:cubicBezTo>
                  <a:cubicBezTo>
                    <a:pt x="484" y="87"/>
                    <a:pt x="390" y="0"/>
                    <a:pt x="27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7"/>
            <p:cNvSpPr/>
            <p:nvPr/>
          </p:nvSpPr>
          <p:spPr>
            <a:xfrm>
              <a:off x="5821950" y="3786225"/>
              <a:ext cx="12900" cy="12150"/>
            </a:xfrm>
            <a:custGeom>
              <a:avLst/>
              <a:gdLst/>
              <a:ahLst/>
              <a:cxnLst/>
              <a:rect l="l" t="t" r="r" b="b"/>
              <a:pathLst>
                <a:path w="516" h="486" extrusionOk="0">
                  <a:moveTo>
                    <a:pt x="268" y="1"/>
                  </a:moveTo>
                  <a:cubicBezTo>
                    <a:pt x="255" y="1"/>
                    <a:pt x="243" y="2"/>
                    <a:pt x="230" y="4"/>
                  </a:cubicBezTo>
                  <a:cubicBezTo>
                    <a:pt x="92" y="15"/>
                    <a:pt x="1" y="141"/>
                    <a:pt x="12" y="267"/>
                  </a:cubicBezTo>
                  <a:cubicBezTo>
                    <a:pt x="34" y="397"/>
                    <a:pt x="137" y="486"/>
                    <a:pt x="264" y="486"/>
                  </a:cubicBezTo>
                  <a:cubicBezTo>
                    <a:pt x="271" y="486"/>
                    <a:pt x="279" y="486"/>
                    <a:pt x="287" y="485"/>
                  </a:cubicBezTo>
                  <a:cubicBezTo>
                    <a:pt x="424" y="462"/>
                    <a:pt x="516" y="348"/>
                    <a:pt x="493" y="210"/>
                  </a:cubicBezTo>
                  <a:cubicBezTo>
                    <a:pt x="483" y="96"/>
                    <a:pt x="388"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7"/>
            <p:cNvSpPr/>
            <p:nvPr/>
          </p:nvSpPr>
          <p:spPr>
            <a:xfrm>
              <a:off x="5750925" y="3685475"/>
              <a:ext cx="12625" cy="12150"/>
            </a:xfrm>
            <a:custGeom>
              <a:avLst/>
              <a:gdLst/>
              <a:ahLst/>
              <a:cxnLst/>
              <a:rect l="l" t="t" r="r" b="b"/>
              <a:pathLst>
                <a:path w="505" h="486" extrusionOk="0">
                  <a:moveTo>
                    <a:pt x="251" y="1"/>
                  </a:moveTo>
                  <a:cubicBezTo>
                    <a:pt x="244" y="1"/>
                    <a:pt x="237" y="1"/>
                    <a:pt x="230" y="2"/>
                  </a:cubicBezTo>
                  <a:cubicBezTo>
                    <a:pt x="92" y="25"/>
                    <a:pt x="1" y="139"/>
                    <a:pt x="12" y="277"/>
                  </a:cubicBezTo>
                  <a:cubicBezTo>
                    <a:pt x="33" y="391"/>
                    <a:pt x="129" y="486"/>
                    <a:pt x="249" y="486"/>
                  </a:cubicBezTo>
                  <a:cubicBezTo>
                    <a:pt x="261" y="486"/>
                    <a:pt x="274" y="485"/>
                    <a:pt x="287" y="483"/>
                  </a:cubicBezTo>
                  <a:cubicBezTo>
                    <a:pt x="413" y="471"/>
                    <a:pt x="505" y="345"/>
                    <a:pt x="493" y="219"/>
                  </a:cubicBezTo>
                  <a:cubicBezTo>
                    <a:pt x="482" y="90"/>
                    <a:pt x="370"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7"/>
            <p:cNvSpPr/>
            <p:nvPr/>
          </p:nvSpPr>
          <p:spPr>
            <a:xfrm>
              <a:off x="5703950" y="3748775"/>
              <a:ext cx="12625" cy="12100"/>
            </a:xfrm>
            <a:custGeom>
              <a:avLst/>
              <a:gdLst/>
              <a:ahLst/>
              <a:cxnLst/>
              <a:rect l="l" t="t" r="r" b="b"/>
              <a:pathLst>
                <a:path w="505" h="484" extrusionOk="0">
                  <a:moveTo>
                    <a:pt x="242" y="0"/>
                  </a:moveTo>
                  <a:cubicBezTo>
                    <a:pt x="234" y="0"/>
                    <a:pt x="226" y="1"/>
                    <a:pt x="219" y="1"/>
                  </a:cubicBezTo>
                  <a:cubicBezTo>
                    <a:pt x="93" y="13"/>
                    <a:pt x="1" y="139"/>
                    <a:pt x="12" y="265"/>
                  </a:cubicBezTo>
                  <a:cubicBezTo>
                    <a:pt x="34" y="394"/>
                    <a:pt x="137" y="483"/>
                    <a:pt x="264" y="483"/>
                  </a:cubicBezTo>
                  <a:cubicBezTo>
                    <a:pt x="272" y="483"/>
                    <a:pt x="280" y="483"/>
                    <a:pt x="287" y="482"/>
                  </a:cubicBezTo>
                  <a:cubicBezTo>
                    <a:pt x="413" y="459"/>
                    <a:pt x="505" y="345"/>
                    <a:pt x="494" y="207"/>
                  </a:cubicBezTo>
                  <a:cubicBezTo>
                    <a:pt x="483" y="89"/>
                    <a:pt x="370" y="0"/>
                    <a:pt x="24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7"/>
            <p:cNvSpPr/>
            <p:nvPr/>
          </p:nvSpPr>
          <p:spPr>
            <a:xfrm>
              <a:off x="5821950" y="3786225"/>
              <a:ext cx="12900" cy="12150"/>
            </a:xfrm>
            <a:custGeom>
              <a:avLst/>
              <a:gdLst/>
              <a:ahLst/>
              <a:cxnLst/>
              <a:rect l="l" t="t" r="r" b="b"/>
              <a:pathLst>
                <a:path w="516" h="486" extrusionOk="0">
                  <a:moveTo>
                    <a:pt x="268" y="1"/>
                  </a:moveTo>
                  <a:cubicBezTo>
                    <a:pt x="255" y="1"/>
                    <a:pt x="243" y="2"/>
                    <a:pt x="230" y="4"/>
                  </a:cubicBezTo>
                  <a:cubicBezTo>
                    <a:pt x="92" y="15"/>
                    <a:pt x="1" y="141"/>
                    <a:pt x="12" y="267"/>
                  </a:cubicBezTo>
                  <a:cubicBezTo>
                    <a:pt x="34" y="397"/>
                    <a:pt x="137" y="486"/>
                    <a:pt x="264" y="486"/>
                  </a:cubicBezTo>
                  <a:cubicBezTo>
                    <a:pt x="271" y="486"/>
                    <a:pt x="279" y="486"/>
                    <a:pt x="287" y="485"/>
                  </a:cubicBezTo>
                  <a:cubicBezTo>
                    <a:pt x="424" y="462"/>
                    <a:pt x="516" y="348"/>
                    <a:pt x="493" y="210"/>
                  </a:cubicBezTo>
                  <a:cubicBezTo>
                    <a:pt x="483" y="96"/>
                    <a:pt x="388"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7"/>
            <p:cNvSpPr/>
            <p:nvPr/>
          </p:nvSpPr>
          <p:spPr>
            <a:xfrm>
              <a:off x="5828825" y="3629575"/>
              <a:ext cx="12900" cy="12150"/>
            </a:xfrm>
            <a:custGeom>
              <a:avLst/>
              <a:gdLst/>
              <a:ahLst/>
              <a:cxnLst/>
              <a:rect l="l" t="t" r="r" b="b"/>
              <a:pathLst>
                <a:path w="516" h="486" extrusionOk="0">
                  <a:moveTo>
                    <a:pt x="268" y="0"/>
                  </a:moveTo>
                  <a:cubicBezTo>
                    <a:pt x="256" y="0"/>
                    <a:pt x="243" y="2"/>
                    <a:pt x="230" y="4"/>
                  </a:cubicBezTo>
                  <a:cubicBezTo>
                    <a:pt x="92" y="15"/>
                    <a:pt x="0" y="141"/>
                    <a:pt x="12" y="267"/>
                  </a:cubicBezTo>
                  <a:cubicBezTo>
                    <a:pt x="34" y="397"/>
                    <a:pt x="137" y="486"/>
                    <a:pt x="264" y="486"/>
                  </a:cubicBezTo>
                  <a:cubicBezTo>
                    <a:pt x="271" y="486"/>
                    <a:pt x="279" y="486"/>
                    <a:pt x="287" y="485"/>
                  </a:cubicBezTo>
                  <a:cubicBezTo>
                    <a:pt x="413" y="462"/>
                    <a:pt x="516" y="348"/>
                    <a:pt x="493" y="210"/>
                  </a:cubicBezTo>
                  <a:cubicBezTo>
                    <a:pt x="483" y="87"/>
                    <a:pt x="380"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7"/>
            <p:cNvSpPr/>
            <p:nvPr/>
          </p:nvSpPr>
          <p:spPr>
            <a:xfrm>
              <a:off x="5750925" y="3685475"/>
              <a:ext cx="12625" cy="12150"/>
            </a:xfrm>
            <a:custGeom>
              <a:avLst/>
              <a:gdLst/>
              <a:ahLst/>
              <a:cxnLst/>
              <a:rect l="l" t="t" r="r" b="b"/>
              <a:pathLst>
                <a:path w="505" h="486" extrusionOk="0">
                  <a:moveTo>
                    <a:pt x="251" y="1"/>
                  </a:moveTo>
                  <a:cubicBezTo>
                    <a:pt x="244" y="1"/>
                    <a:pt x="237" y="1"/>
                    <a:pt x="230" y="2"/>
                  </a:cubicBezTo>
                  <a:cubicBezTo>
                    <a:pt x="92" y="25"/>
                    <a:pt x="1" y="139"/>
                    <a:pt x="12" y="277"/>
                  </a:cubicBezTo>
                  <a:cubicBezTo>
                    <a:pt x="33" y="391"/>
                    <a:pt x="129" y="486"/>
                    <a:pt x="249" y="486"/>
                  </a:cubicBezTo>
                  <a:cubicBezTo>
                    <a:pt x="261" y="486"/>
                    <a:pt x="274" y="485"/>
                    <a:pt x="287" y="483"/>
                  </a:cubicBezTo>
                  <a:cubicBezTo>
                    <a:pt x="413" y="471"/>
                    <a:pt x="505" y="345"/>
                    <a:pt x="493" y="219"/>
                  </a:cubicBezTo>
                  <a:cubicBezTo>
                    <a:pt x="482" y="90"/>
                    <a:pt x="370"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7"/>
            <p:cNvSpPr/>
            <p:nvPr/>
          </p:nvSpPr>
          <p:spPr>
            <a:xfrm>
              <a:off x="5821950" y="3786225"/>
              <a:ext cx="12900" cy="12150"/>
            </a:xfrm>
            <a:custGeom>
              <a:avLst/>
              <a:gdLst/>
              <a:ahLst/>
              <a:cxnLst/>
              <a:rect l="l" t="t" r="r" b="b"/>
              <a:pathLst>
                <a:path w="516" h="486" extrusionOk="0">
                  <a:moveTo>
                    <a:pt x="268" y="1"/>
                  </a:moveTo>
                  <a:cubicBezTo>
                    <a:pt x="255" y="1"/>
                    <a:pt x="243" y="2"/>
                    <a:pt x="230" y="4"/>
                  </a:cubicBezTo>
                  <a:cubicBezTo>
                    <a:pt x="92" y="15"/>
                    <a:pt x="1" y="141"/>
                    <a:pt x="12" y="267"/>
                  </a:cubicBezTo>
                  <a:cubicBezTo>
                    <a:pt x="34" y="397"/>
                    <a:pt x="137" y="486"/>
                    <a:pt x="264" y="486"/>
                  </a:cubicBezTo>
                  <a:cubicBezTo>
                    <a:pt x="271" y="486"/>
                    <a:pt x="279" y="486"/>
                    <a:pt x="287" y="485"/>
                  </a:cubicBezTo>
                  <a:cubicBezTo>
                    <a:pt x="424" y="462"/>
                    <a:pt x="516" y="348"/>
                    <a:pt x="493" y="210"/>
                  </a:cubicBezTo>
                  <a:cubicBezTo>
                    <a:pt x="483" y="96"/>
                    <a:pt x="388"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7"/>
            <p:cNvSpPr/>
            <p:nvPr/>
          </p:nvSpPr>
          <p:spPr>
            <a:xfrm>
              <a:off x="5982025" y="3631300"/>
              <a:ext cx="12925" cy="12150"/>
            </a:xfrm>
            <a:custGeom>
              <a:avLst/>
              <a:gdLst/>
              <a:ahLst/>
              <a:cxnLst/>
              <a:rect l="l" t="t" r="r" b="b"/>
              <a:pathLst>
                <a:path w="517" h="486" extrusionOk="0">
                  <a:moveTo>
                    <a:pt x="268" y="0"/>
                  </a:moveTo>
                  <a:cubicBezTo>
                    <a:pt x="256" y="0"/>
                    <a:pt x="243" y="1"/>
                    <a:pt x="230" y="4"/>
                  </a:cubicBezTo>
                  <a:cubicBezTo>
                    <a:pt x="104" y="15"/>
                    <a:pt x="1" y="141"/>
                    <a:pt x="24" y="267"/>
                  </a:cubicBezTo>
                  <a:cubicBezTo>
                    <a:pt x="35" y="397"/>
                    <a:pt x="147" y="486"/>
                    <a:pt x="266" y="486"/>
                  </a:cubicBezTo>
                  <a:cubicBezTo>
                    <a:pt x="273" y="486"/>
                    <a:pt x="280" y="485"/>
                    <a:pt x="287" y="485"/>
                  </a:cubicBezTo>
                  <a:cubicBezTo>
                    <a:pt x="425" y="462"/>
                    <a:pt x="516" y="347"/>
                    <a:pt x="505" y="210"/>
                  </a:cubicBezTo>
                  <a:cubicBezTo>
                    <a:pt x="484" y="96"/>
                    <a:pt x="388"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7"/>
            <p:cNvSpPr/>
            <p:nvPr/>
          </p:nvSpPr>
          <p:spPr>
            <a:xfrm>
              <a:off x="5828825" y="3629575"/>
              <a:ext cx="12900" cy="12150"/>
            </a:xfrm>
            <a:custGeom>
              <a:avLst/>
              <a:gdLst/>
              <a:ahLst/>
              <a:cxnLst/>
              <a:rect l="l" t="t" r="r" b="b"/>
              <a:pathLst>
                <a:path w="516" h="486" extrusionOk="0">
                  <a:moveTo>
                    <a:pt x="268" y="0"/>
                  </a:moveTo>
                  <a:cubicBezTo>
                    <a:pt x="256" y="0"/>
                    <a:pt x="243" y="2"/>
                    <a:pt x="230" y="4"/>
                  </a:cubicBezTo>
                  <a:cubicBezTo>
                    <a:pt x="92" y="15"/>
                    <a:pt x="0" y="141"/>
                    <a:pt x="12" y="267"/>
                  </a:cubicBezTo>
                  <a:cubicBezTo>
                    <a:pt x="34" y="397"/>
                    <a:pt x="137" y="486"/>
                    <a:pt x="264" y="486"/>
                  </a:cubicBezTo>
                  <a:cubicBezTo>
                    <a:pt x="271" y="486"/>
                    <a:pt x="279" y="486"/>
                    <a:pt x="287" y="485"/>
                  </a:cubicBezTo>
                  <a:cubicBezTo>
                    <a:pt x="413" y="462"/>
                    <a:pt x="516" y="348"/>
                    <a:pt x="493" y="210"/>
                  </a:cubicBezTo>
                  <a:cubicBezTo>
                    <a:pt x="483" y="87"/>
                    <a:pt x="380"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7"/>
            <p:cNvSpPr/>
            <p:nvPr/>
          </p:nvSpPr>
          <p:spPr>
            <a:xfrm>
              <a:off x="5821950" y="3786225"/>
              <a:ext cx="12900" cy="12150"/>
            </a:xfrm>
            <a:custGeom>
              <a:avLst/>
              <a:gdLst/>
              <a:ahLst/>
              <a:cxnLst/>
              <a:rect l="l" t="t" r="r" b="b"/>
              <a:pathLst>
                <a:path w="516" h="486" extrusionOk="0">
                  <a:moveTo>
                    <a:pt x="268" y="1"/>
                  </a:moveTo>
                  <a:cubicBezTo>
                    <a:pt x="255" y="1"/>
                    <a:pt x="243" y="2"/>
                    <a:pt x="230" y="4"/>
                  </a:cubicBezTo>
                  <a:cubicBezTo>
                    <a:pt x="92" y="15"/>
                    <a:pt x="1" y="141"/>
                    <a:pt x="12" y="267"/>
                  </a:cubicBezTo>
                  <a:cubicBezTo>
                    <a:pt x="34" y="397"/>
                    <a:pt x="137" y="486"/>
                    <a:pt x="264" y="486"/>
                  </a:cubicBezTo>
                  <a:cubicBezTo>
                    <a:pt x="271" y="486"/>
                    <a:pt x="279" y="486"/>
                    <a:pt x="287" y="485"/>
                  </a:cubicBezTo>
                  <a:cubicBezTo>
                    <a:pt x="424" y="462"/>
                    <a:pt x="516" y="348"/>
                    <a:pt x="493" y="210"/>
                  </a:cubicBezTo>
                  <a:cubicBezTo>
                    <a:pt x="483" y="96"/>
                    <a:pt x="388"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7"/>
            <p:cNvSpPr/>
            <p:nvPr/>
          </p:nvSpPr>
          <p:spPr>
            <a:xfrm>
              <a:off x="6125525" y="3921450"/>
              <a:ext cx="12900" cy="12100"/>
            </a:xfrm>
            <a:custGeom>
              <a:avLst/>
              <a:gdLst/>
              <a:ahLst/>
              <a:cxnLst/>
              <a:rect l="l" t="t" r="r" b="b"/>
              <a:pathLst>
                <a:path w="516" h="484" extrusionOk="0">
                  <a:moveTo>
                    <a:pt x="252" y="1"/>
                  </a:moveTo>
                  <a:cubicBezTo>
                    <a:pt x="245" y="1"/>
                    <a:pt x="237" y="1"/>
                    <a:pt x="229" y="2"/>
                  </a:cubicBezTo>
                  <a:cubicBezTo>
                    <a:pt x="103" y="13"/>
                    <a:pt x="0" y="139"/>
                    <a:pt x="23" y="265"/>
                  </a:cubicBezTo>
                  <a:cubicBezTo>
                    <a:pt x="34" y="395"/>
                    <a:pt x="147" y="484"/>
                    <a:pt x="265" y="484"/>
                  </a:cubicBezTo>
                  <a:cubicBezTo>
                    <a:pt x="272" y="484"/>
                    <a:pt x="279" y="484"/>
                    <a:pt x="286" y="483"/>
                  </a:cubicBezTo>
                  <a:cubicBezTo>
                    <a:pt x="424" y="460"/>
                    <a:pt x="516" y="345"/>
                    <a:pt x="504" y="208"/>
                  </a:cubicBezTo>
                  <a:cubicBezTo>
                    <a:pt x="482" y="89"/>
                    <a:pt x="379" y="1"/>
                    <a:pt x="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7"/>
            <p:cNvSpPr/>
            <p:nvPr/>
          </p:nvSpPr>
          <p:spPr>
            <a:xfrm>
              <a:off x="6045325" y="3991325"/>
              <a:ext cx="12925" cy="12175"/>
            </a:xfrm>
            <a:custGeom>
              <a:avLst/>
              <a:gdLst/>
              <a:ahLst/>
              <a:cxnLst/>
              <a:rect l="l" t="t" r="r" b="b"/>
              <a:pathLst>
                <a:path w="517" h="487" extrusionOk="0">
                  <a:moveTo>
                    <a:pt x="251" y="1"/>
                  </a:moveTo>
                  <a:cubicBezTo>
                    <a:pt x="244" y="1"/>
                    <a:pt x="237" y="1"/>
                    <a:pt x="230" y="2"/>
                  </a:cubicBezTo>
                  <a:cubicBezTo>
                    <a:pt x="92" y="25"/>
                    <a:pt x="1" y="139"/>
                    <a:pt x="12" y="277"/>
                  </a:cubicBezTo>
                  <a:cubicBezTo>
                    <a:pt x="33" y="391"/>
                    <a:pt x="129" y="486"/>
                    <a:pt x="249" y="486"/>
                  </a:cubicBezTo>
                  <a:cubicBezTo>
                    <a:pt x="261" y="486"/>
                    <a:pt x="274" y="485"/>
                    <a:pt x="287" y="483"/>
                  </a:cubicBezTo>
                  <a:cubicBezTo>
                    <a:pt x="413" y="471"/>
                    <a:pt x="516" y="345"/>
                    <a:pt x="493" y="219"/>
                  </a:cubicBezTo>
                  <a:cubicBezTo>
                    <a:pt x="482" y="90"/>
                    <a:pt x="370" y="1"/>
                    <a:pt x="25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7"/>
            <p:cNvSpPr/>
            <p:nvPr/>
          </p:nvSpPr>
          <p:spPr>
            <a:xfrm>
              <a:off x="5509500" y="4282575"/>
              <a:ext cx="12625" cy="12100"/>
            </a:xfrm>
            <a:custGeom>
              <a:avLst/>
              <a:gdLst/>
              <a:ahLst/>
              <a:cxnLst/>
              <a:rect l="l" t="t" r="r" b="b"/>
              <a:pathLst>
                <a:path w="505" h="484" extrusionOk="0">
                  <a:moveTo>
                    <a:pt x="242" y="1"/>
                  </a:moveTo>
                  <a:cubicBezTo>
                    <a:pt x="234" y="1"/>
                    <a:pt x="226" y="1"/>
                    <a:pt x="219" y="2"/>
                  </a:cubicBezTo>
                  <a:cubicBezTo>
                    <a:pt x="93" y="13"/>
                    <a:pt x="1" y="139"/>
                    <a:pt x="12" y="277"/>
                  </a:cubicBezTo>
                  <a:cubicBezTo>
                    <a:pt x="23" y="396"/>
                    <a:pt x="136" y="484"/>
                    <a:pt x="254" y="484"/>
                  </a:cubicBezTo>
                  <a:cubicBezTo>
                    <a:pt x="262" y="484"/>
                    <a:pt x="269" y="484"/>
                    <a:pt x="276" y="483"/>
                  </a:cubicBezTo>
                  <a:cubicBezTo>
                    <a:pt x="413" y="460"/>
                    <a:pt x="505" y="345"/>
                    <a:pt x="493" y="208"/>
                  </a:cubicBezTo>
                  <a:cubicBezTo>
                    <a:pt x="472" y="89"/>
                    <a:pt x="369" y="1"/>
                    <a:pt x="24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7"/>
            <p:cNvSpPr/>
            <p:nvPr/>
          </p:nvSpPr>
          <p:spPr>
            <a:xfrm>
              <a:off x="5263225" y="4114425"/>
              <a:ext cx="12900" cy="12150"/>
            </a:xfrm>
            <a:custGeom>
              <a:avLst/>
              <a:gdLst/>
              <a:ahLst/>
              <a:cxnLst/>
              <a:rect l="l" t="t" r="r" b="b"/>
              <a:pathLst>
                <a:path w="516" h="486" extrusionOk="0">
                  <a:moveTo>
                    <a:pt x="265" y="0"/>
                  </a:moveTo>
                  <a:cubicBezTo>
                    <a:pt x="253" y="0"/>
                    <a:pt x="241" y="1"/>
                    <a:pt x="230" y="4"/>
                  </a:cubicBezTo>
                  <a:cubicBezTo>
                    <a:pt x="92" y="15"/>
                    <a:pt x="0" y="141"/>
                    <a:pt x="12" y="267"/>
                  </a:cubicBezTo>
                  <a:cubicBezTo>
                    <a:pt x="34" y="397"/>
                    <a:pt x="137" y="486"/>
                    <a:pt x="264" y="486"/>
                  </a:cubicBezTo>
                  <a:cubicBezTo>
                    <a:pt x="271" y="486"/>
                    <a:pt x="279" y="485"/>
                    <a:pt x="287" y="485"/>
                  </a:cubicBezTo>
                  <a:cubicBezTo>
                    <a:pt x="413" y="462"/>
                    <a:pt x="516" y="347"/>
                    <a:pt x="493" y="210"/>
                  </a:cubicBezTo>
                  <a:cubicBezTo>
                    <a:pt x="483" y="96"/>
                    <a:pt x="378" y="0"/>
                    <a:pt x="26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7"/>
            <p:cNvSpPr/>
            <p:nvPr/>
          </p:nvSpPr>
          <p:spPr>
            <a:xfrm>
              <a:off x="5263225" y="4114425"/>
              <a:ext cx="12900" cy="12150"/>
            </a:xfrm>
            <a:custGeom>
              <a:avLst/>
              <a:gdLst/>
              <a:ahLst/>
              <a:cxnLst/>
              <a:rect l="l" t="t" r="r" b="b"/>
              <a:pathLst>
                <a:path w="516" h="486" extrusionOk="0">
                  <a:moveTo>
                    <a:pt x="265" y="0"/>
                  </a:moveTo>
                  <a:cubicBezTo>
                    <a:pt x="253" y="0"/>
                    <a:pt x="241" y="1"/>
                    <a:pt x="230" y="4"/>
                  </a:cubicBezTo>
                  <a:cubicBezTo>
                    <a:pt x="92" y="15"/>
                    <a:pt x="0" y="141"/>
                    <a:pt x="12" y="267"/>
                  </a:cubicBezTo>
                  <a:cubicBezTo>
                    <a:pt x="34" y="397"/>
                    <a:pt x="137" y="486"/>
                    <a:pt x="264" y="486"/>
                  </a:cubicBezTo>
                  <a:cubicBezTo>
                    <a:pt x="271" y="486"/>
                    <a:pt x="279" y="485"/>
                    <a:pt x="287" y="485"/>
                  </a:cubicBezTo>
                  <a:cubicBezTo>
                    <a:pt x="413" y="462"/>
                    <a:pt x="516" y="347"/>
                    <a:pt x="493" y="210"/>
                  </a:cubicBezTo>
                  <a:cubicBezTo>
                    <a:pt x="483" y="96"/>
                    <a:pt x="378" y="0"/>
                    <a:pt x="26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7"/>
            <p:cNvSpPr/>
            <p:nvPr/>
          </p:nvSpPr>
          <p:spPr>
            <a:xfrm>
              <a:off x="5335675" y="3856675"/>
              <a:ext cx="12625" cy="12150"/>
            </a:xfrm>
            <a:custGeom>
              <a:avLst/>
              <a:gdLst/>
              <a:ahLst/>
              <a:cxnLst/>
              <a:rect l="l" t="t" r="r" b="b"/>
              <a:pathLst>
                <a:path w="505" h="486" extrusionOk="0">
                  <a:moveTo>
                    <a:pt x="265" y="1"/>
                  </a:moveTo>
                  <a:cubicBezTo>
                    <a:pt x="254" y="1"/>
                    <a:pt x="242" y="2"/>
                    <a:pt x="230" y="4"/>
                  </a:cubicBezTo>
                  <a:cubicBezTo>
                    <a:pt x="92" y="15"/>
                    <a:pt x="1" y="141"/>
                    <a:pt x="12" y="267"/>
                  </a:cubicBezTo>
                  <a:cubicBezTo>
                    <a:pt x="34" y="397"/>
                    <a:pt x="137" y="486"/>
                    <a:pt x="264" y="486"/>
                  </a:cubicBezTo>
                  <a:cubicBezTo>
                    <a:pt x="272" y="486"/>
                    <a:pt x="279" y="486"/>
                    <a:pt x="287" y="485"/>
                  </a:cubicBezTo>
                  <a:cubicBezTo>
                    <a:pt x="413" y="462"/>
                    <a:pt x="505" y="348"/>
                    <a:pt x="493" y="210"/>
                  </a:cubicBezTo>
                  <a:cubicBezTo>
                    <a:pt x="483" y="96"/>
                    <a:pt x="379" y="1"/>
                    <a:pt x="26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7"/>
            <p:cNvSpPr/>
            <p:nvPr/>
          </p:nvSpPr>
          <p:spPr>
            <a:xfrm>
              <a:off x="5239750" y="4100950"/>
              <a:ext cx="12625" cy="11950"/>
            </a:xfrm>
            <a:custGeom>
              <a:avLst/>
              <a:gdLst/>
              <a:ahLst/>
              <a:cxnLst/>
              <a:rect l="l" t="t" r="r" b="b"/>
              <a:pathLst>
                <a:path w="505" h="478" extrusionOk="0">
                  <a:moveTo>
                    <a:pt x="268" y="1"/>
                  </a:moveTo>
                  <a:cubicBezTo>
                    <a:pt x="255" y="1"/>
                    <a:pt x="242" y="2"/>
                    <a:pt x="229" y="4"/>
                  </a:cubicBezTo>
                  <a:cubicBezTo>
                    <a:pt x="92" y="16"/>
                    <a:pt x="0" y="130"/>
                    <a:pt x="12" y="268"/>
                  </a:cubicBezTo>
                  <a:cubicBezTo>
                    <a:pt x="32" y="391"/>
                    <a:pt x="126" y="477"/>
                    <a:pt x="245" y="477"/>
                  </a:cubicBezTo>
                  <a:cubicBezTo>
                    <a:pt x="258" y="477"/>
                    <a:pt x="272" y="476"/>
                    <a:pt x="286" y="474"/>
                  </a:cubicBezTo>
                  <a:cubicBezTo>
                    <a:pt x="412" y="462"/>
                    <a:pt x="504" y="348"/>
                    <a:pt x="493" y="210"/>
                  </a:cubicBezTo>
                  <a:cubicBezTo>
                    <a:pt x="482" y="87"/>
                    <a:pt x="380"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7"/>
            <p:cNvSpPr/>
            <p:nvPr/>
          </p:nvSpPr>
          <p:spPr>
            <a:xfrm>
              <a:off x="5263225" y="4114425"/>
              <a:ext cx="12900" cy="12150"/>
            </a:xfrm>
            <a:custGeom>
              <a:avLst/>
              <a:gdLst/>
              <a:ahLst/>
              <a:cxnLst/>
              <a:rect l="l" t="t" r="r" b="b"/>
              <a:pathLst>
                <a:path w="516" h="486" extrusionOk="0">
                  <a:moveTo>
                    <a:pt x="265" y="0"/>
                  </a:moveTo>
                  <a:cubicBezTo>
                    <a:pt x="253" y="0"/>
                    <a:pt x="241" y="1"/>
                    <a:pt x="230" y="4"/>
                  </a:cubicBezTo>
                  <a:cubicBezTo>
                    <a:pt x="92" y="15"/>
                    <a:pt x="0" y="141"/>
                    <a:pt x="12" y="267"/>
                  </a:cubicBezTo>
                  <a:cubicBezTo>
                    <a:pt x="34" y="397"/>
                    <a:pt x="137" y="486"/>
                    <a:pt x="264" y="486"/>
                  </a:cubicBezTo>
                  <a:cubicBezTo>
                    <a:pt x="271" y="486"/>
                    <a:pt x="279" y="485"/>
                    <a:pt x="287" y="485"/>
                  </a:cubicBezTo>
                  <a:cubicBezTo>
                    <a:pt x="413" y="462"/>
                    <a:pt x="516" y="347"/>
                    <a:pt x="493" y="210"/>
                  </a:cubicBezTo>
                  <a:cubicBezTo>
                    <a:pt x="483" y="96"/>
                    <a:pt x="378" y="0"/>
                    <a:pt x="26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7"/>
            <p:cNvSpPr/>
            <p:nvPr/>
          </p:nvSpPr>
          <p:spPr>
            <a:xfrm>
              <a:off x="5509500" y="4282575"/>
              <a:ext cx="12625" cy="12100"/>
            </a:xfrm>
            <a:custGeom>
              <a:avLst/>
              <a:gdLst/>
              <a:ahLst/>
              <a:cxnLst/>
              <a:rect l="l" t="t" r="r" b="b"/>
              <a:pathLst>
                <a:path w="505" h="484" extrusionOk="0">
                  <a:moveTo>
                    <a:pt x="242" y="1"/>
                  </a:moveTo>
                  <a:cubicBezTo>
                    <a:pt x="234" y="1"/>
                    <a:pt x="226" y="1"/>
                    <a:pt x="219" y="2"/>
                  </a:cubicBezTo>
                  <a:cubicBezTo>
                    <a:pt x="93" y="13"/>
                    <a:pt x="1" y="139"/>
                    <a:pt x="12" y="277"/>
                  </a:cubicBezTo>
                  <a:cubicBezTo>
                    <a:pt x="23" y="396"/>
                    <a:pt x="136" y="484"/>
                    <a:pt x="254" y="484"/>
                  </a:cubicBezTo>
                  <a:cubicBezTo>
                    <a:pt x="262" y="484"/>
                    <a:pt x="269" y="484"/>
                    <a:pt x="276" y="483"/>
                  </a:cubicBezTo>
                  <a:cubicBezTo>
                    <a:pt x="413" y="460"/>
                    <a:pt x="505" y="345"/>
                    <a:pt x="493" y="208"/>
                  </a:cubicBezTo>
                  <a:cubicBezTo>
                    <a:pt x="472" y="89"/>
                    <a:pt x="369" y="1"/>
                    <a:pt x="24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7"/>
            <p:cNvSpPr/>
            <p:nvPr/>
          </p:nvSpPr>
          <p:spPr>
            <a:xfrm>
              <a:off x="5553325" y="4195175"/>
              <a:ext cx="12925" cy="12150"/>
            </a:xfrm>
            <a:custGeom>
              <a:avLst/>
              <a:gdLst/>
              <a:ahLst/>
              <a:cxnLst/>
              <a:rect l="l" t="t" r="r" b="b"/>
              <a:pathLst>
                <a:path w="517" h="486" extrusionOk="0">
                  <a:moveTo>
                    <a:pt x="271" y="0"/>
                  </a:moveTo>
                  <a:cubicBezTo>
                    <a:pt x="258" y="0"/>
                    <a:pt x="244" y="2"/>
                    <a:pt x="230" y="4"/>
                  </a:cubicBezTo>
                  <a:cubicBezTo>
                    <a:pt x="92" y="15"/>
                    <a:pt x="1" y="141"/>
                    <a:pt x="23" y="267"/>
                  </a:cubicBezTo>
                  <a:cubicBezTo>
                    <a:pt x="34" y="397"/>
                    <a:pt x="147" y="486"/>
                    <a:pt x="266" y="486"/>
                  </a:cubicBezTo>
                  <a:cubicBezTo>
                    <a:pt x="273" y="486"/>
                    <a:pt x="280" y="486"/>
                    <a:pt x="287" y="485"/>
                  </a:cubicBezTo>
                  <a:cubicBezTo>
                    <a:pt x="424" y="462"/>
                    <a:pt x="516" y="348"/>
                    <a:pt x="505" y="210"/>
                  </a:cubicBezTo>
                  <a:cubicBezTo>
                    <a:pt x="484" y="87"/>
                    <a:pt x="390" y="0"/>
                    <a:pt x="27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7"/>
            <p:cNvSpPr/>
            <p:nvPr/>
          </p:nvSpPr>
          <p:spPr>
            <a:xfrm>
              <a:off x="5712850" y="4246725"/>
              <a:ext cx="12900" cy="12150"/>
            </a:xfrm>
            <a:custGeom>
              <a:avLst/>
              <a:gdLst/>
              <a:ahLst/>
              <a:cxnLst/>
              <a:rect l="l" t="t" r="r" b="b"/>
              <a:pathLst>
                <a:path w="516" h="486" extrusionOk="0">
                  <a:moveTo>
                    <a:pt x="268" y="0"/>
                  </a:moveTo>
                  <a:cubicBezTo>
                    <a:pt x="255" y="0"/>
                    <a:pt x="242" y="1"/>
                    <a:pt x="229" y="4"/>
                  </a:cubicBezTo>
                  <a:cubicBezTo>
                    <a:pt x="92" y="15"/>
                    <a:pt x="0" y="141"/>
                    <a:pt x="12" y="267"/>
                  </a:cubicBezTo>
                  <a:cubicBezTo>
                    <a:pt x="33" y="397"/>
                    <a:pt x="136" y="486"/>
                    <a:pt x="263" y="486"/>
                  </a:cubicBezTo>
                  <a:cubicBezTo>
                    <a:pt x="271" y="486"/>
                    <a:pt x="279" y="486"/>
                    <a:pt x="286" y="485"/>
                  </a:cubicBezTo>
                  <a:cubicBezTo>
                    <a:pt x="424" y="462"/>
                    <a:pt x="516" y="348"/>
                    <a:pt x="493" y="210"/>
                  </a:cubicBezTo>
                  <a:cubicBezTo>
                    <a:pt x="482" y="87"/>
                    <a:pt x="380"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7"/>
            <p:cNvSpPr/>
            <p:nvPr/>
          </p:nvSpPr>
          <p:spPr>
            <a:xfrm>
              <a:off x="5624050" y="4101600"/>
              <a:ext cx="12625" cy="12150"/>
            </a:xfrm>
            <a:custGeom>
              <a:avLst/>
              <a:gdLst/>
              <a:ahLst/>
              <a:cxnLst/>
              <a:rect l="l" t="t" r="r" b="b"/>
              <a:pathLst>
                <a:path w="505" h="486" extrusionOk="0">
                  <a:moveTo>
                    <a:pt x="251" y="0"/>
                  </a:moveTo>
                  <a:cubicBezTo>
                    <a:pt x="244" y="0"/>
                    <a:pt x="237" y="0"/>
                    <a:pt x="230" y="1"/>
                  </a:cubicBezTo>
                  <a:cubicBezTo>
                    <a:pt x="93" y="24"/>
                    <a:pt x="1" y="139"/>
                    <a:pt x="12" y="276"/>
                  </a:cubicBezTo>
                  <a:cubicBezTo>
                    <a:pt x="33" y="399"/>
                    <a:pt x="127" y="486"/>
                    <a:pt x="246" y="486"/>
                  </a:cubicBezTo>
                  <a:cubicBezTo>
                    <a:pt x="259" y="486"/>
                    <a:pt x="273" y="485"/>
                    <a:pt x="287" y="482"/>
                  </a:cubicBezTo>
                  <a:cubicBezTo>
                    <a:pt x="413" y="471"/>
                    <a:pt x="505" y="345"/>
                    <a:pt x="494" y="219"/>
                  </a:cubicBezTo>
                  <a:cubicBezTo>
                    <a:pt x="483"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7"/>
            <p:cNvSpPr/>
            <p:nvPr/>
          </p:nvSpPr>
          <p:spPr>
            <a:xfrm>
              <a:off x="5540450" y="3586900"/>
              <a:ext cx="12900" cy="12175"/>
            </a:xfrm>
            <a:custGeom>
              <a:avLst/>
              <a:gdLst/>
              <a:ahLst/>
              <a:cxnLst/>
              <a:rect l="l" t="t" r="r" b="b"/>
              <a:pathLst>
                <a:path w="516" h="487" extrusionOk="0">
                  <a:moveTo>
                    <a:pt x="271" y="1"/>
                  </a:moveTo>
                  <a:cubicBezTo>
                    <a:pt x="257" y="1"/>
                    <a:pt x="243" y="2"/>
                    <a:pt x="229" y="4"/>
                  </a:cubicBezTo>
                  <a:cubicBezTo>
                    <a:pt x="103" y="16"/>
                    <a:pt x="0" y="142"/>
                    <a:pt x="23" y="268"/>
                  </a:cubicBezTo>
                  <a:cubicBezTo>
                    <a:pt x="34" y="397"/>
                    <a:pt x="147" y="486"/>
                    <a:pt x="265" y="486"/>
                  </a:cubicBezTo>
                  <a:cubicBezTo>
                    <a:pt x="272" y="486"/>
                    <a:pt x="279" y="486"/>
                    <a:pt x="286" y="485"/>
                  </a:cubicBezTo>
                  <a:cubicBezTo>
                    <a:pt x="424" y="462"/>
                    <a:pt x="516" y="348"/>
                    <a:pt x="504" y="210"/>
                  </a:cubicBezTo>
                  <a:cubicBezTo>
                    <a:pt x="484" y="87"/>
                    <a:pt x="389" y="1"/>
                    <a:pt x="27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7"/>
            <p:cNvSpPr/>
            <p:nvPr/>
          </p:nvSpPr>
          <p:spPr>
            <a:xfrm>
              <a:off x="5633525" y="3731300"/>
              <a:ext cx="12625" cy="12150"/>
            </a:xfrm>
            <a:custGeom>
              <a:avLst/>
              <a:gdLst/>
              <a:ahLst/>
              <a:cxnLst/>
              <a:rect l="l" t="t" r="r" b="b"/>
              <a:pathLst>
                <a:path w="505" h="486" extrusionOk="0">
                  <a:moveTo>
                    <a:pt x="241" y="1"/>
                  </a:moveTo>
                  <a:cubicBezTo>
                    <a:pt x="233" y="1"/>
                    <a:pt x="225" y="1"/>
                    <a:pt x="218" y="1"/>
                  </a:cubicBezTo>
                  <a:cubicBezTo>
                    <a:pt x="92" y="24"/>
                    <a:pt x="0" y="139"/>
                    <a:pt x="11" y="276"/>
                  </a:cubicBezTo>
                  <a:cubicBezTo>
                    <a:pt x="22" y="391"/>
                    <a:pt x="126" y="486"/>
                    <a:pt x="248" y="486"/>
                  </a:cubicBezTo>
                  <a:cubicBezTo>
                    <a:pt x="260" y="486"/>
                    <a:pt x="273" y="485"/>
                    <a:pt x="286" y="483"/>
                  </a:cubicBezTo>
                  <a:cubicBezTo>
                    <a:pt x="412" y="471"/>
                    <a:pt x="504" y="345"/>
                    <a:pt x="493" y="219"/>
                  </a:cubicBezTo>
                  <a:cubicBezTo>
                    <a:pt x="482" y="89"/>
                    <a:pt x="369" y="1"/>
                    <a:pt x="24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7"/>
            <p:cNvSpPr/>
            <p:nvPr/>
          </p:nvSpPr>
          <p:spPr>
            <a:xfrm>
              <a:off x="5443650" y="3745000"/>
              <a:ext cx="12900" cy="12150"/>
            </a:xfrm>
            <a:custGeom>
              <a:avLst/>
              <a:gdLst/>
              <a:ahLst/>
              <a:cxnLst/>
              <a:rect l="l" t="t" r="r" b="b"/>
              <a:pathLst>
                <a:path w="516" h="486" extrusionOk="0">
                  <a:moveTo>
                    <a:pt x="265" y="0"/>
                  </a:moveTo>
                  <a:cubicBezTo>
                    <a:pt x="253" y="0"/>
                    <a:pt x="241" y="1"/>
                    <a:pt x="229" y="3"/>
                  </a:cubicBezTo>
                  <a:cubicBezTo>
                    <a:pt x="92" y="15"/>
                    <a:pt x="0" y="141"/>
                    <a:pt x="12" y="267"/>
                  </a:cubicBezTo>
                  <a:cubicBezTo>
                    <a:pt x="33" y="397"/>
                    <a:pt x="136" y="485"/>
                    <a:pt x="264" y="485"/>
                  </a:cubicBezTo>
                  <a:cubicBezTo>
                    <a:pt x="271" y="485"/>
                    <a:pt x="279" y="485"/>
                    <a:pt x="287" y="484"/>
                  </a:cubicBezTo>
                  <a:cubicBezTo>
                    <a:pt x="424" y="462"/>
                    <a:pt x="516" y="347"/>
                    <a:pt x="493" y="210"/>
                  </a:cubicBezTo>
                  <a:cubicBezTo>
                    <a:pt x="482" y="95"/>
                    <a:pt x="378" y="0"/>
                    <a:pt x="26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7"/>
            <p:cNvSpPr/>
            <p:nvPr/>
          </p:nvSpPr>
          <p:spPr>
            <a:xfrm>
              <a:off x="5540450" y="3586900"/>
              <a:ext cx="12900" cy="12175"/>
            </a:xfrm>
            <a:custGeom>
              <a:avLst/>
              <a:gdLst/>
              <a:ahLst/>
              <a:cxnLst/>
              <a:rect l="l" t="t" r="r" b="b"/>
              <a:pathLst>
                <a:path w="516" h="487" extrusionOk="0">
                  <a:moveTo>
                    <a:pt x="271" y="1"/>
                  </a:moveTo>
                  <a:cubicBezTo>
                    <a:pt x="257" y="1"/>
                    <a:pt x="243" y="2"/>
                    <a:pt x="229" y="4"/>
                  </a:cubicBezTo>
                  <a:cubicBezTo>
                    <a:pt x="103" y="16"/>
                    <a:pt x="0" y="142"/>
                    <a:pt x="23" y="268"/>
                  </a:cubicBezTo>
                  <a:cubicBezTo>
                    <a:pt x="34" y="397"/>
                    <a:pt x="147" y="486"/>
                    <a:pt x="265" y="486"/>
                  </a:cubicBezTo>
                  <a:cubicBezTo>
                    <a:pt x="272" y="486"/>
                    <a:pt x="279" y="486"/>
                    <a:pt x="286" y="485"/>
                  </a:cubicBezTo>
                  <a:cubicBezTo>
                    <a:pt x="424" y="462"/>
                    <a:pt x="516" y="348"/>
                    <a:pt x="504" y="210"/>
                  </a:cubicBezTo>
                  <a:cubicBezTo>
                    <a:pt x="484" y="87"/>
                    <a:pt x="389" y="1"/>
                    <a:pt x="27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7"/>
            <p:cNvSpPr/>
            <p:nvPr/>
          </p:nvSpPr>
          <p:spPr>
            <a:xfrm>
              <a:off x="5752350" y="3540500"/>
              <a:ext cx="12625" cy="12175"/>
            </a:xfrm>
            <a:custGeom>
              <a:avLst/>
              <a:gdLst/>
              <a:ahLst/>
              <a:cxnLst/>
              <a:rect l="l" t="t" r="r" b="b"/>
              <a:pathLst>
                <a:path w="505" h="487" extrusionOk="0">
                  <a:moveTo>
                    <a:pt x="260" y="1"/>
                  </a:moveTo>
                  <a:cubicBezTo>
                    <a:pt x="247" y="1"/>
                    <a:pt x="233" y="2"/>
                    <a:pt x="219" y="4"/>
                  </a:cubicBezTo>
                  <a:cubicBezTo>
                    <a:pt x="93" y="16"/>
                    <a:pt x="1" y="142"/>
                    <a:pt x="12" y="268"/>
                  </a:cubicBezTo>
                  <a:cubicBezTo>
                    <a:pt x="23" y="397"/>
                    <a:pt x="136" y="486"/>
                    <a:pt x="264" y="486"/>
                  </a:cubicBezTo>
                  <a:cubicBezTo>
                    <a:pt x="272" y="486"/>
                    <a:pt x="280" y="486"/>
                    <a:pt x="287" y="485"/>
                  </a:cubicBezTo>
                  <a:cubicBezTo>
                    <a:pt x="413" y="463"/>
                    <a:pt x="505" y="337"/>
                    <a:pt x="493" y="211"/>
                  </a:cubicBezTo>
                  <a:cubicBezTo>
                    <a:pt x="473" y="87"/>
                    <a:pt x="379" y="1"/>
                    <a:pt x="26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7"/>
            <p:cNvSpPr/>
            <p:nvPr/>
          </p:nvSpPr>
          <p:spPr>
            <a:xfrm>
              <a:off x="5751225" y="3531050"/>
              <a:ext cx="12625" cy="12175"/>
            </a:xfrm>
            <a:custGeom>
              <a:avLst/>
              <a:gdLst/>
              <a:ahLst/>
              <a:cxnLst/>
              <a:rect l="l" t="t" r="r" b="b"/>
              <a:pathLst>
                <a:path w="505" h="487" extrusionOk="0">
                  <a:moveTo>
                    <a:pt x="259" y="1"/>
                  </a:moveTo>
                  <a:cubicBezTo>
                    <a:pt x="246" y="1"/>
                    <a:pt x="232" y="2"/>
                    <a:pt x="218" y="4"/>
                  </a:cubicBezTo>
                  <a:cubicBezTo>
                    <a:pt x="92" y="16"/>
                    <a:pt x="0" y="142"/>
                    <a:pt x="12" y="268"/>
                  </a:cubicBezTo>
                  <a:cubicBezTo>
                    <a:pt x="22" y="397"/>
                    <a:pt x="135" y="486"/>
                    <a:pt x="263" y="486"/>
                  </a:cubicBezTo>
                  <a:cubicBezTo>
                    <a:pt x="271" y="486"/>
                    <a:pt x="279" y="486"/>
                    <a:pt x="286" y="485"/>
                  </a:cubicBezTo>
                  <a:cubicBezTo>
                    <a:pt x="412" y="463"/>
                    <a:pt x="504" y="348"/>
                    <a:pt x="493" y="210"/>
                  </a:cubicBezTo>
                  <a:cubicBezTo>
                    <a:pt x="472" y="87"/>
                    <a:pt x="378" y="1"/>
                    <a:pt x="25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7"/>
            <p:cNvSpPr/>
            <p:nvPr/>
          </p:nvSpPr>
          <p:spPr>
            <a:xfrm>
              <a:off x="6152725" y="4511400"/>
              <a:ext cx="12900" cy="12150"/>
            </a:xfrm>
            <a:custGeom>
              <a:avLst/>
              <a:gdLst/>
              <a:ahLst/>
              <a:cxnLst/>
              <a:rect l="l" t="t" r="r" b="b"/>
              <a:pathLst>
                <a:path w="516" h="486" extrusionOk="0">
                  <a:moveTo>
                    <a:pt x="251" y="0"/>
                  </a:moveTo>
                  <a:cubicBezTo>
                    <a:pt x="244" y="0"/>
                    <a:pt x="236" y="1"/>
                    <a:pt x="229" y="1"/>
                  </a:cubicBezTo>
                  <a:cubicBezTo>
                    <a:pt x="92" y="24"/>
                    <a:pt x="0" y="139"/>
                    <a:pt x="12" y="276"/>
                  </a:cubicBezTo>
                  <a:cubicBezTo>
                    <a:pt x="32" y="390"/>
                    <a:pt x="128" y="486"/>
                    <a:pt x="248" y="486"/>
                  </a:cubicBezTo>
                  <a:cubicBezTo>
                    <a:pt x="261" y="486"/>
                    <a:pt x="274" y="485"/>
                    <a:pt x="287" y="483"/>
                  </a:cubicBezTo>
                  <a:cubicBezTo>
                    <a:pt x="413" y="471"/>
                    <a:pt x="516"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7"/>
            <p:cNvSpPr/>
            <p:nvPr/>
          </p:nvSpPr>
          <p:spPr>
            <a:xfrm>
              <a:off x="6016400" y="4481625"/>
              <a:ext cx="12925" cy="12150"/>
            </a:xfrm>
            <a:custGeom>
              <a:avLst/>
              <a:gdLst/>
              <a:ahLst/>
              <a:cxnLst/>
              <a:rect l="l" t="t" r="r" b="b"/>
              <a:pathLst>
                <a:path w="517" h="486" extrusionOk="0">
                  <a:moveTo>
                    <a:pt x="251" y="0"/>
                  </a:moveTo>
                  <a:cubicBezTo>
                    <a:pt x="244" y="0"/>
                    <a:pt x="237" y="0"/>
                    <a:pt x="230" y="1"/>
                  </a:cubicBezTo>
                  <a:cubicBezTo>
                    <a:pt x="92" y="24"/>
                    <a:pt x="1" y="139"/>
                    <a:pt x="12" y="276"/>
                  </a:cubicBezTo>
                  <a:cubicBezTo>
                    <a:pt x="33" y="399"/>
                    <a:pt x="127" y="486"/>
                    <a:pt x="245" y="486"/>
                  </a:cubicBezTo>
                  <a:cubicBezTo>
                    <a:pt x="259" y="486"/>
                    <a:pt x="273" y="485"/>
                    <a:pt x="287" y="482"/>
                  </a:cubicBezTo>
                  <a:cubicBezTo>
                    <a:pt x="424" y="471"/>
                    <a:pt x="516" y="345"/>
                    <a:pt x="493" y="219"/>
                  </a:cubicBezTo>
                  <a:cubicBezTo>
                    <a:pt x="482" y="89"/>
                    <a:pt x="370"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7"/>
            <p:cNvSpPr/>
            <p:nvPr/>
          </p:nvSpPr>
          <p:spPr>
            <a:xfrm>
              <a:off x="7119550" y="3404775"/>
              <a:ext cx="12625" cy="12150"/>
            </a:xfrm>
            <a:custGeom>
              <a:avLst/>
              <a:gdLst/>
              <a:ahLst/>
              <a:cxnLst/>
              <a:rect l="l" t="t" r="r" b="b"/>
              <a:pathLst>
                <a:path w="505" h="486" extrusionOk="0">
                  <a:moveTo>
                    <a:pt x="260" y="0"/>
                  </a:moveTo>
                  <a:cubicBezTo>
                    <a:pt x="246" y="0"/>
                    <a:pt x="232" y="1"/>
                    <a:pt x="218" y="4"/>
                  </a:cubicBezTo>
                  <a:cubicBezTo>
                    <a:pt x="92" y="15"/>
                    <a:pt x="0" y="141"/>
                    <a:pt x="12" y="267"/>
                  </a:cubicBezTo>
                  <a:cubicBezTo>
                    <a:pt x="22" y="397"/>
                    <a:pt x="135" y="486"/>
                    <a:pt x="263" y="486"/>
                  </a:cubicBezTo>
                  <a:cubicBezTo>
                    <a:pt x="271" y="486"/>
                    <a:pt x="279" y="485"/>
                    <a:pt x="286" y="485"/>
                  </a:cubicBezTo>
                  <a:cubicBezTo>
                    <a:pt x="412" y="462"/>
                    <a:pt x="504" y="347"/>
                    <a:pt x="493" y="210"/>
                  </a:cubicBezTo>
                  <a:cubicBezTo>
                    <a:pt x="482" y="86"/>
                    <a:pt x="380" y="0"/>
                    <a:pt x="26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7"/>
            <p:cNvSpPr/>
            <p:nvPr/>
          </p:nvSpPr>
          <p:spPr>
            <a:xfrm>
              <a:off x="7242675" y="3306250"/>
              <a:ext cx="12925" cy="12175"/>
            </a:xfrm>
            <a:custGeom>
              <a:avLst/>
              <a:gdLst/>
              <a:ahLst/>
              <a:cxnLst/>
              <a:rect l="l" t="t" r="r" b="b"/>
              <a:pathLst>
                <a:path w="517" h="487" extrusionOk="0">
                  <a:moveTo>
                    <a:pt x="272" y="0"/>
                  </a:moveTo>
                  <a:cubicBezTo>
                    <a:pt x="258" y="0"/>
                    <a:pt x="244" y="2"/>
                    <a:pt x="230" y="4"/>
                  </a:cubicBezTo>
                  <a:cubicBezTo>
                    <a:pt x="92" y="15"/>
                    <a:pt x="1" y="141"/>
                    <a:pt x="24" y="267"/>
                  </a:cubicBezTo>
                  <a:cubicBezTo>
                    <a:pt x="35" y="397"/>
                    <a:pt x="147" y="486"/>
                    <a:pt x="266" y="486"/>
                  </a:cubicBezTo>
                  <a:cubicBezTo>
                    <a:pt x="273" y="486"/>
                    <a:pt x="280" y="486"/>
                    <a:pt x="287" y="485"/>
                  </a:cubicBezTo>
                  <a:cubicBezTo>
                    <a:pt x="425" y="462"/>
                    <a:pt x="516" y="348"/>
                    <a:pt x="505" y="210"/>
                  </a:cubicBezTo>
                  <a:cubicBezTo>
                    <a:pt x="484" y="87"/>
                    <a:pt x="390" y="0"/>
                    <a:pt x="27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7"/>
            <p:cNvSpPr/>
            <p:nvPr/>
          </p:nvSpPr>
          <p:spPr>
            <a:xfrm>
              <a:off x="7039925" y="3325500"/>
              <a:ext cx="12900" cy="12100"/>
            </a:xfrm>
            <a:custGeom>
              <a:avLst/>
              <a:gdLst/>
              <a:ahLst/>
              <a:cxnLst/>
              <a:rect l="l" t="t" r="r" b="b"/>
              <a:pathLst>
                <a:path w="516" h="484" extrusionOk="0">
                  <a:moveTo>
                    <a:pt x="253" y="1"/>
                  </a:moveTo>
                  <a:cubicBezTo>
                    <a:pt x="245" y="1"/>
                    <a:pt x="237" y="1"/>
                    <a:pt x="230" y="1"/>
                  </a:cubicBezTo>
                  <a:cubicBezTo>
                    <a:pt x="92" y="24"/>
                    <a:pt x="1" y="139"/>
                    <a:pt x="23" y="276"/>
                  </a:cubicBezTo>
                  <a:cubicBezTo>
                    <a:pt x="34" y="395"/>
                    <a:pt x="147" y="484"/>
                    <a:pt x="266" y="484"/>
                  </a:cubicBezTo>
                  <a:cubicBezTo>
                    <a:pt x="273" y="484"/>
                    <a:pt x="280" y="483"/>
                    <a:pt x="287" y="483"/>
                  </a:cubicBezTo>
                  <a:cubicBezTo>
                    <a:pt x="424" y="471"/>
                    <a:pt x="516" y="345"/>
                    <a:pt x="505" y="219"/>
                  </a:cubicBezTo>
                  <a:cubicBezTo>
                    <a:pt x="483" y="89"/>
                    <a:pt x="380" y="1"/>
                    <a:pt x="2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7"/>
            <p:cNvSpPr/>
            <p:nvPr/>
          </p:nvSpPr>
          <p:spPr>
            <a:xfrm>
              <a:off x="7119550" y="3404775"/>
              <a:ext cx="12625" cy="12150"/>
            </a:xfrm>
            <a:custGeom>
              <a:avLst/>
              <a:gdLst/>
              <a:ahLst/>
              <a:cxnLst/>
              <a:rect l="l" t="t" r="r" b="b"/>
              <a:pathLst>
                <a:path w="505" h="486" extrusionOk="0">
                  <a:moveTo>
                    <a:pt x="260" y="0"/>
                  </a:moveTo>
                  <a:cubicBezTo>
                    <a:pt x="246" y="0"/>
                    <a:pt x="232" y="1"/>
                    <a:pt x="218" y="4"/>
                  </a:cubicBezTo>
                  <a:cubicBezTo>
                    <a:pt x="92" y="15"/>
                    <a:pt x="0" y="141"/>
                    <a:pt x="12" y="267"/>
                  </a:cubicBezTo>
                  <a:cubicBezTo>
                    <a:pt x="22" y="397"/>
                    <a:pt x="135" y="486"/>
                    <a:pt x="263" y="486"/>
                  </a:cubicBezTo>
                  <a:cubicBezTo>
                    <a:pt x="271" y="486"/>
                    <a:pt x="279" y="485"/>
                    <a:pt x="286" y="485"/>
                  </a:cubicBezTo>
                  <a:cubicBezTo>
                    <a:pt x="412" y="462"/>
                    <a:pt x="504" y="347"/>
                    <a:pt x="493" y="210"/>
                  </a:cubicBezTo>
                  <a:cubicBezTo>
                    <a:pt x="482" y="86"/>
                    <a:pt x="380" y="0"/>
                    <a:pt x="26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7"/>
            <p:cNvSpPr/>
            <p:nvPr/>
          </p:nvSpPr>
          <p:spPr>
            <a:xfrm>
              <a:off x="7242675" y="3306250"/>
              <a:ext cx="12925" cy="12175"/>
            </a:xfrm>
            <a:custGeom>
              <a:avLst/>
              <a:gdLst/>
              <a:ahLst/>
              <a:cxnLst/>
              <a:rect l="l" t="t" r="r" b="b"/>
              <a:pathLst>
                <a:path w="517" h="487" extrusionOk="0">
                  <a:moveTo>
                    <a:pt x="272" y="0"/>
                  </a:moveTo>
                  <a:cubicBezTo>
                    <a:pt x="258" y="0"/>
                    <a:pt x="244" y="2"/>
                    <a:pt x="230" y="4"/>
                  </a:cubicBezTo>
                  <a:cubicBezTo>
                    <a:pt x="92" y="15"/>
                    <a:pt x="1" y="141"/>
                    <a:pt x="24" y="267"/>
                  </a:cubicBezTo>
                  <a:cubicBezTo>
                    <a:pt x="35" y="397"/>
                    <a:pt x="147" y="486"/>
                    <a:pt x="266" y="486"/>
                  </a:cubicBezTo>
                  <a:cubicBezTo>
                    <a:pt x="273" y="486"/>
                    <a:pt x="280" y="486"/>
                    <a:pt x="287" y="485"/>
                  </a:cubicBezTo>
                  <a:cubicBezTo>
                    <a:pt x="425" y="462"/>
                    <a:pt x="516" y="348"/>
                    <a:pt x="505" y="210"/>
                  </a:cubicBezTo>
                  <a:cubicBezTo>
                    <a:pt x="484" y="87"/>
                    <a:pt x="390" y="0"/>
                    <a:pt x="27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7"/>
            <p:cNvSpPr/>
            <p:nvPr/>
          </p:nvSpPr>
          <p:spPr>
            <a:xfrm>
              <a:off x="7385283" y="3438625"/>
              <a:ext cx="12625" cy="12150"/>
            </a:xfrm>
            <a:custGeom>
              <a:avLst/>
              <a:gdLst/>
              <a:ahLst/>
              <a:cxnLst/>
              <a:rect l="l" t="t" r="r" b="b"/>
              <a:pathLst>
                <a:path w="505" h="486" extrusionOk="0">
                  <a:moveTo>
                    <a:pt x="251" y="0"/>
                  </a:moveTo>
                  <a:cubicBezTo>
                    <a:pt x="244" y="0"/>
                    <a:pt x="237" y="1"/>
                    <a:pt x="229" y="1"/>
                  </a:cubicBezTo>
                  <a:cubicBezTo>
                    <a:pt x="92" y="24"/>
                    <a:pt x="0" y="139"/>
                    <a:pt x="12" y="276"/>
                  </a:cubicBezTo>
                  <a:cubicBezTo>
                    <a:pt x="22" y="390"/>
                    <a:pt x="126" y="486"/>
                    <a:pt x="248" y="486"/>
                  </a:cubicBezTo>
                  <a:cubicBezTo>
                    <a:pt x="261" y="486"/>
                    <a:pt x="274" y="485"/>
                    <a:pt x="287" y="482"/>
                  </a:cubicBezTo>
                  <a:cubicBezTo>
                    <a:pt x="413" y="471"/>
                    <a:pt x="504"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7"/>
            <p:cNvSpPr/>
            <p:nvPr/>
          </p:nvSpPr>
          <p:spPr>
            <a:xfrm>
              <a:off x="5159850" y="4017675"/>
              <a:ext cx="12625" cy="12100"/>
            </a:xfrm>
            <a:custGeom>
              <a:avLst/>
              <a:gdLst/>
              <a:ahLst/>
              <a:cxnLst/>
              <a:rect l="l" t="t" r="r" b="b"/>
              <a:pathLst>
                <a:path w="505" h="484" extrusionOk="0">
                  <a:moveTo>
                    <a:pt x="241" y="1"/>
                  </a:moveTo>
                  <a:cubicBezTo>
                    <a:pt x="233" y="1"/>
                    <a:pt x="226" y="1"/>
                    <a:pt x="218" y="2"/>
                  </a:cubicBezTo>
                  <a:cubicBezTo>
                    <a:pt x="92" y="13"/>
                    <a:pt x="0" y="139"/>
                    <a:pt x="12" y="277"/>
                  </a:cubicBezTo>
                  <a:cubicBezTo>
                    <a:pt x="33" y="395"/>
                    <a:pt x="136" y="484"/>
                    <a:pt x="263" y="484"/>
                  </a:cubicBezTo>
                  <a:cubicBezTo>
                    <a:pt x="271" y="484"/>
                    <a:pt x="279" y="483"/>
                    <a:pt x="286" y="483"/>
                  </a:cubicBezTo>
                  <a:cubicBezTo>
                    <a:pt x="412" y="460"/>
                    <a:pt x="504" y="345"/>
                    <a:pt x="493" y="208"/>
                  </a:cubicBezTo>
                  <a:cubicBezTo>
                    <a:pt x="482" y="89"/>
                    <a:pt x="369" y="1"/>
                    <a:pt x="24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7"/>
            <p:cNvSpPr/>
            <p:nvPr/>
          </p:nvSpPr>
          <p:spPr>
            <a:xfrm>
              <a:off x="5159850" y="4017675"/>
              <a:ext cx="12625" cy="12100"/>
            </a:xfrm>
            <a:custGeom>
              <a:avLst/>
              <a:gdLst/>
              <a:ahLst/>
              <a:cxnLst/>
              <a:rect l="l" t="t" r="r" b="b"/>
              <a:pathLst>
                <a:path w="505" h="484" extrusionOk="0">
                  <a:moveTo>
                    <a:pt x="241" y="1"/>
                  </a:moveTo>
                  <a:cubicBezTo>
                    <a:pt x="233" y="1"/>
                    <a:pt x="226" y="1"/>
                    <a:pt x="218" y="2"/>
                  </a:cubicBezTo>
                  <a:cubicBezTo>
                    <a:pt x="92" y="13"/>
                    <a:pt x="0" y="139"/>
                    <a:pt x="12" y="277"/>
                  </a:cubicBezTo>
                  <a:cubicBezTo>
                    <a:pt x="33" y="395"/>
                    <a:pt x="136" y="484"/>
                    <a:pt x="263" y="484"/>
                  </a:cubicBezTo>
                  <a:cubicBezTo>
                    <a:pt x="271" y="484"/>
                    <a:pt x="279" y="483"/>
                    <a:pt x="286" y="483"/>
                  </a:cubicBezTo>
                  <a:cubicBezTo>
                    <a:pt x="412" y="460"/>
                    <a:pt x="504" y="345"/>
                    <a:pt x="493" y="208"/>
                  </a:cubicBezTo>
                  <a:cubicBezTo>
                    <a:pt x="482" y="89"/>
                    <a:pt x="369" y="1"/>
                    <a:pt x="24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7"/>
            <p:cNvSpPr/>
            <p:nvPr/>
          </p:nvSpPr>
          <p:spPr>
            <a:xfrm>
              <a:off x="5239750" y="4100950"/>
              <a:ext cx="12625" cy="11950"/>
            </a:xfrm>
            <a:custGeom>
              <a:avLst/>
              <a:gdLst/>
              <a:ahLst/>
              <a:cxnLst/>
              <a:rect l="l" t="t" r="r" b="b"/>
              <a:pathLst>
                <a:path w="505" h="478" extrusionOk="0">
                  <a:moveTo>
                    <a:pt x="268" y="1"/>
                  </a:moveTo>
                  <a:cubicBezTo>
                    <a:pt x="255" y="1"/>
                    <a:pt x="242" y="2"/>
                    <a:pt x="229" y="4"/>
                  </a:cubicBezTo>
                  <a:cubicBezTo>
                    <a:pt x="92" y="16"/>
                    <a:pt x="0" y="130"/>
                    <a:pt x="12" y="268"/>
                  </a:cubicBezTo>
                  <a:cubicBezTo>
                    <a:pt x="32" y="391"/>
                    <a:pt x="126" y="477"/>
                    <a:pt x="245" y="477"/>
                  </a:cubicBezTo>
                  <a:cubicBezTo>
                    <a:pt x="258" y="477"/>
                    <a:pt x="272" y="476"/>
                    <a:pt x="286" y="474"/>
                  </a:cubicBezTo>
                  <a:cubicBezTo>
                    <a:pt x="412" y="462"/>
                    <a:pt x="504" y="348"/>
                    <a:pt x="493" y="210"/>
                  </a:cubicBezTo>
                  <a:cubicBezTo>
                    <a:pt x="482" y="87"/>
                    <a:pt x="380" y="1"/>
                    <a:pt x="2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7"/>
            <p:cNvSpPr/>
            <p:nvPr/>
          </p:nvSpPr>
          <p:spPr>
            <a:xfrm>
              <a:off x="6356625" y="3663950"/>
              <a:ext cx="12625" cy="12150"/>
            </a:xfrm>
            <a:custGeom>
              <a:avLst/>
              <a:gdLst/>
              <a:ahLst/>
              <a:cxnLst/>
              <a:rect l="l" t="t" r="r" b="b"/>
              <a:pathLst>
                <a:path w="505" h="486" extrusionOk="0">
                  <a:moveTo>
                    <a:pt x="260" y="0"/>
                  </a:moveTo>
                  <a:cubicBezTo>
                    <a:pt x="246" y="0"/>
                    <a:pt x="232" y="1"/>
                    <a:pt x="218" y="4"/>
                  </a:cubicBezTo>
                  <a:cubicBezTo>
                    <a:pt x="92" y="15"/>
                    <a:pt x="0" y="141"/>
                    <a:pt x="12" y="267"/>
                  </a:cubicBezTo>
                  <a:cubicBezTo>
                    <a:pt x="23" y="397"/>
                    <a:pt x="135" y="486"/>
                    <a:pt x="254" y="486"/>
                  </a:cubicBezTo>
                  <a:cubicBezTo>
                    <a:pt x="261" y="486"/>
                    <a:pt x="268" y="485"/>
                    <a:pt x="275" y="485"/>
                  </a:cubicBezTo>
                  <a:cubicBezTo>
                    <a:pt x="413" y="462"/>
                    <a:pt x="504" y="347"/>
                    <a:pt x="493" y="210"/>
                  </a:cubicBezTo>
                  <a:cubicBezTo>
                    <a:pt x="472" y="86"/>
                    <a:pt x="378" y="0"/>
                    <a:pt x="26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7"/>
            <p:cNvSpPr/>
            <p:nvPr/>
          </p:nvSpPr>
          <p:spPr>
            <a:xfrm>
              <a:off x="6106325" y="3251325"/>
              <a:ext cx="12925" cy="12175"/>
            </a:xfrm>
            <a:custGeom>
              <a:avLst/>
              <a:gdLst/>
              <a:ahLst/>
              <a:cxnLst/>
              <a:rect l="l" t="t" r="r" b="b"/>
              <a:pathLst>
                <a:path w="517" h="487" extrusionOk="0">
                  <a:moveTo>
                    <a:pt x="253" y="1"/>
                  </a:moveTo>
                  <a:cubicBezTo>
                    <a:pt x="245" y="1"/>
                    <a:pt x="237" y="1"/>
                    <a:pt x="230" y="2"/>
                  </a:cubicBezTo>
                  <a:cubicBezTo>
                    <a:pt x="92" y="24"/>
                    <a:pt x="1" y="139"/>
                    <a:pt x="23" y="276"/>
                  </a:cubicBezTo>
                  <a:cubicBezTo>
                    <a:pt x="34" y="400"/>
                    <a:pt x="136" y="486"/>
                    <a:pt x="248" y="486"/>
                  </a:cubicBezTo>
                  <a:cubicBezTo>
                    <a:pt x="261" y="486"/>
                    <a:pt x="274" y="485"/>
                    <a:pt x="287" y="483"/>
                  </a:cubicBezTo>
                  <a:cubicBezTo>
                    <a:pt x="424" y="471"/>
                    <a:pt x="516" y="345"/>
                    <a:pt x="505" y="219"/>
                  </a:cubicBezTo>
                  <a:cubicBezTo>
                    <a:pt x="483" y="90"/>
                    <a:pt x="380" y="1"/>
                    <a:pt x="2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7"/>
            <p:cNvSpPr/>
            <p:nvPr/>
          </p:nvSpPr>
          <p:spPr>
            <a:xfrm>
              <a:off x="6298475" y="3424875"/>
              <a:ext cx="12925" cy="12100"/>
            </a:xfrm>
            <a:custGeom>
              <a:avLst/>
              <a:gdLst/>
              <a:ahLst/>
              <a:cxnLst/>
              <a:rect l="l" t="t" r="r" b="b"/>
              <a:pathLst>
                <a:path w="517" h="484" extrusionOk="0">
                  <a:moveTo>
                    <a:pt x="253" y="0"/>
                  </a:moveTo>
                  <a:cubicBezTo>
                    <a:pt x="246" y="0"/>
                    <a:pt x="238" y="1"/>
                    <a:pt x="230" y="1"/>
                  </a:cubicBezTo>
                  <a:cubicBezTo>
                    <a:pt x="93" y="13"/>
                    <a:pt x="1" y="139"/>
                    <a:pt x="24" y="265"/>
                  </a:cubicBezTo>
                  <a:cubicBezTo>
                    <a:pt x="35" y="395"/>
                    <a:pt x="137" y="484"/>
                    <a:pt x="264" y="484"/>
                  </a:cubicBezTo>
                  <a:cubicBezTo>
                    <a:pt x="272" y="484"/>
                    <a:pt x="280" y="483"/>
                    <a:pt x="287" y="483"/>
                  </a:cubicBezTo>
                  <a:cubicBezTo>
                    <a:pt x="425" y="460"/>
                    <a:pt x="516" y="345"/>
                    <a:pt x="494" y="208"/>
                  </a:cubicBezTo>
                  <a:cubicBezTo>
                    <a:pt x="483" y="89"/>
                    <a:pt x="380" y="0"/>
                    <a:pt x="25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7"/>
            <p:cNvSpPr/>
            <p:nvPr/>
          </p:nvSpPr>
          <p:spPr>
            <a:xfrm>
              <a:off x="6283025" y="3577175"/>
              <a:ext cx="12625" cy="12150"/>
            </a:xfrm>
            <a:custGeom>
              <a:avLst/>
              <a:gdLst/>
              <a:ahLst/>
              <a:cxnLst/>
              <a:rect l="l" t="t" r="r" b="b"/>
              <a:pathLst>
                <a:path w="505" h="486" extrusionOk="0">
                  <a:moveTo>
                    <a:pt x="268" y="0"/>
                  </a:moveTo>
                  <a:cubicBezTo>
                    <a:pt x="256" y="0"/>
                    <a:pt x="243" y="1"/>
                    <a:pt x="230" y="4"/>
                  </a:cubicBezTo>
                  <a:cubicBezTo>
                    <a:pt x="92" y="15"/>
                    <a:pt x="0" y="141"/>
                    <a:pt x="12" y="267"/>
                  </a:cubicBezTo>
                  <a:cubicBezTo>
                    <a:pt x="33" y="397"/>
                    <a:pt x="137" y="486"/>
                    <a:pt x="264" y="486"/>
                  </a:cubicBezTo>
                  <a:cubicBezTo>
                    <a:pt x="271" y="486"/>
                    <a:pt x="279" y="485"/>
                    <a:pt x="287" y="485"/>
                  </a:cubicBezTo>
                  <a:cubicBezTo>
                    <a:pt x="413" y="462"/>
                    <a:pt x="504" y="347"/>
                    <a:pt x="493" y="210"/>
                  </a:cubicBezTo>
                  <a:cubicBezTo>
                    <a:pt x="483" y="87"/>
                    <a:pt x="380"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7"/>
            <p:cNvSpPr/>
            <p:nvPr/>
          </p:nvSpPr>
          <p:spPr>
            <a:xfrm>
              <a:off x="6195400" y="3396450"/>
              <a:ext cx="12625" cy="12175"/>
            </a:xfrm>
            <a:custGeom>
              <a:avLst/>
              <a:gdLst/>
              <a:ahLst/>
              <a:cxnLst/>
              <a:rect l="l" t="t" r="r" b="b"/>
              <a:pathLst>
                <a:path w="505" h="487" extrusionOk="0">
                  <a:moveTo>
                    <a:pt x="260" y="1"/>
                  </a:moveTo>
                  <a:cubicBezTo>
                    <a:pt x="246" y="1"/>
                    <a:pt x="232" y="2"/>
                    <a:pt x="218" y="4"/>
                  </a:cubicBezTo>
                  <a:cubicBezTo>
                    <a:pt x="92" y="16"/>
                    <a:pt x="0" y="142"/>
                    <a:pt x="12" y="268"/>
                  </a:cubicBezTo>
                  <a:cubicBezTo>
                    <a:pt x="22" y="398"/>
                    <a:pt x="135" y="486"/>
                    <a:pt x="254" y="486"/>
                  </a:cubicBezTo>
                  <a:cubicBezTo>
                    <a:pt x="261" y="486"/>
                    <a:pt x="268" y="486"/>
                    <a:pt x="275" y="485"/>
                  </a:cubicBezTo>
                  <a:cubicBezTo>
                    <a:pt x="412" y="463"/>
                    <a:pt x="504" y="348"/>
                    <a:pt x="493" y="211"/>
                  </a:cubicBezTo>
                  <a:cubicBezTo>
                    <a:pt x="472" y="87"/>
                    <a:pt x="378" y="1"/>
                    <a:pt x="26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7"/>
            <p:cNvSpPr/>
            <p:nvPr/>
          </p:nvSpPr>
          <p:spPr>
            <a:xfrm>
              <a:off x="6283025" y="3577175"/>
              <a:ext cx="12625" cy="12150"/>
            </a:xfrm>
            <a:custGeom>
              <a:avLst/>
              <a:gdLst/>
              <a:ahLst/>
              <a:cxnLst/>
              <a:rect l="l" t="t" r="r" b="b"/>
              <a:pathLst>
                <a:path w="505" h="486" extrusionOk="0">
                  <a:moveTo>
                    <a:pt x="268" y="0"/>
                  </a:moveTo>
                  <a:cubicBezTo>
                    <a:pt x="256" y="0"/>
                    <a:pt x="243" y="1"/>
                    <a:pt x="230" y="4"/>
                  </a:cubicBezTo>
                  <a:cubicBezTo>
                    <a:pt x="92" y="15"/>
                    <a:pt x="0" y="141"/>
                    <a:pt x="12" y="267"/>
                  </a:cubicBezTo>
                  <a:cubicBezTo>
                    <a:pt x="33" y="397"/>
                    <a:pt x="137" y="486"/>
                    <a:pt x="264" y="486"/>
                  </a:cubicBezTo>
                  <a:cubicBezTo>
                    <a:pt x="271" y="486"/>
                    <a:pt x="279" y="485"/>
                    <a:pt x="287" y="485"/>
                  </a:cubicBezTo>
                  <a:cubicBezTo>
                    <a:pt x="413" y="462"/>
                    <a:pt x="504" y="347"/>
                    <a:pt x="493" y="210"/>
                  </a:cubicBezTo>
                  <a:cubicBezTo>
                    <a:pt x="483" y="87"/>
                    <a:pt x="380" y="0"/>
                    <a:pt x="26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7"/>
            <p:cNvSpPr/>
            <p:nvPr/>
          </p:nvSpPr>
          <p:spPr>
            <a:xfrm>
              <a:off x="6094000" y="3529125"/>
              <a:ext cx="12625" cy="12150"/>
            </a:xfrm>
            <a:custGeom>
              <a:avLst/>
              <a:gdLst/>
              <a:ahLst/>
              <a:cxnLst/>
              <a:rect l="l" t="t" r="r" b="b"/>
              <a:pathLst>
                <a:path w="505" h="486" extrusionOk="0">
                  <a:moveTo>
                    <a:pt x="242" y="0"/>
                  </a:moveTo>
                  <a:cubicBezTo>
                    <a:pt x="234" y="0"/>
                    <a:pt x="226" y="0"/>
                    <a:pt x="219" y="1"/>
                  </a:cubicBezTo>
                  <a:cubicBezTo>
                    <a:pt x="93" y="24"/>
                    <a:pt x="1" y="139"/>
                    <a:pt x="12" y="276"/>
                  </a:cubicBezTo>
                  <a:cubicBezTo>
                    <a:pt x="23" y="390"/>
                    <a:pt x="127" y="485"/>
                    <a:pt x="249" y="485"/>
                  </a:cubicBezTo>
                  <a:cubicBezTo>
                    <a:pt x="261" y="485"/>
                    <a:pt x="274" y="484"/>
                    <a:pt x="287" y="482"/>
                  </a:cubicBezTo>
                  <a:cubicBezTo>
                    <a:pt x="413" y="471"/>
                    <a:pt x="505" y="345"/>
                    <a:pt x="494" y="219"/>
                  </a:cubicBezTo>
                  <a:cubicBezTo>
                    <a:pt x="483" y="89"/>
                    <a:pt x="370" y="0"/>
                    <a:pt x="24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7"/>
            <p:cNvSpPr/>
            <p:nvPr/>
          </p:nvSpPr>
          <p:spPr>
            <a:xfrm>
              <a:off x="5722000" y="3250475"/>
              <a:ext cx="12925" cy="12150"/>
            </a:xfrm>
            <a:custGeom>
              <a:avLst/>
              <a:gdLst/>
              <a:ahLst/>
              <a:cxnLst/>
              <a:rect l="l" t="t" r="r" b="b"/>
              <a:pathLst>
                <a:path w="517" h="486" extrusionOk="0">
                  <a:moveTo>
                    <a:pt x="253" y="0"/>
                  </a:moveTo>
                  <a:cubicBezTo>
                    <a:pt x="245" y="0"/>
                    <a:pt x="238" y="1"/>
                    <a:pt x="230" y="1"/>
                  </a:cubicBezTo>
                  <a:cubicBezTo>
                    <a:pt x="104" y="24"/>
                    <a:pt x="1" y="139"/>
                    <a:pt x="24" y="276"/>
                  </a:cubicBezTo>
                  <a:cubicBezTo>
                    <a:pt x="34" y="390"/>
                    <a:pt x="138" y="486"/>
                    <a:pt x="251" y="486"/>
                  </a:cubicBezTo>
                  <a:cubicBezTo>
                    <a:pt x="263" y="486"/>
                    <a:pt x="275" y="484"/>
                    <a:pt x="287" y="482"/>
                  </a:cubicBezTo>
                  <a:cubicBezTo>
                    <a:pt x="425" y="471"/>
                    <a:pt x="516" y="345"/>
                    <a:pt x="505" y="219"/>
                  </a:cubicBezTo>
                  <a:cubicBezTo>
                    <a:pt x="483" y="89"/>
                    <a:pt x="380" y="0"/>
                    <a:pt x="25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7"/>
            <p:cNvSpPr/>
            <p:nvPr/>
          </p:nvSpPr>
          <p:spPr>
            <a:xfrm>
              <a:off x="6298475" y="3424875"/>
              <a:ext cx="12925" cy="12100"/>
            </a:xfrm>
            <a:custGeom>
              <a:avLst/>
              <a:gdLst/>
              <a:ahLst/>
              <a:cxnLst/>
              <a:rect l="l" t="t" r="r" b="b"/>
              <a:pathLst>
                <a:path w="517" h="484" extrusionOk="0">
                  <a:moveTo>
                    <a:pt x="253" y="0"/>
                  </a:moveTo>
                  <a:cubicBezTo>
                    <a:pt x="246" y="0"/>
                    <a:pt x="238" y="1"/>
                    <a:pt x="230" y="1"/>
                  </a:cubicBezTo>
                  <a:cubicBezTo>
                    <a:pt x="93" y="13"/>
                    <a:pt x="1" y="139"/>
                    <a:pt x="24" y="265"/>
                  </a:cubicBezTo>
                  <a:cubicBezTo>
                    <a:pt x="35" y="395"/>
                    <a:pt x="137" y="484"/>
                    <a:pt x="264" y="484"/>
                  </a:cubicBezTo>
                  <a:cubicBezTo>
                    <a:pt x="272" y="484"/>
                    <a:pt x="280" y="483"/>
                    <a:pt x="287" y="483"/>
                  </a:cubicBezTo>
                  <a:cubicBezTo>
                    <a:pt x="425" y="460"/>
                    <a:pt x="516" y="345"/>
                    <a:pt x="494" y="208"/>
                  </a:cubicBezTo>
                  <a:cubicBezTo>
                    <a:pt x="483" y="89"/>
                    <a:pt x="380" y="0"/>
                    <a:pt x="25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7"/>
            <p:cNvSpPr/>
            <p:nvPr/>
          </p:nvSpPr>
          <p:spPr>
            <a:xfrm>
              <a:off x="5991775" y="3432275"/>
              <a:ext cx="12900" cy="12150"/>
            </a:xfrm>
            <a:custGeom>
              <a:avLst/>
              <a:gdLst/>
              <a:ahLst/>
              <a:cxnLst/>
              <a:rect l="l" t="t" r="r" b="b"/>
              <a:pathLst>
                <a:path w="516" h="486" extrusionOk="0">
                  <a:moveTo>
                    <a:pt x="265" y="0"/>
                  </a:moveTo>
                  <a:cubicBezTo>
                    <a:pt x="253" y="0"/>
                    <a:pt x="241" y="1"/>
                    <a:pt x="230" y="3"/>
                  </a:cubicBezTo>
                  <a:cubicBezTo>
                    <a:pt x="92" y="15"/>
                    <a:pt x="0" y="141"/>
                    <a:pt x="12" y="267"/>
                  </a:cubicBezTo>
                  <a:cubicBezTo>
                    <a:pt x="34" y="396"/>
                    <a:pt x="137" y="485"/>
                    <a:pt x="264" y="485"/>
                  </a:cubicBezTo>
                  <a:cubicBezTo>
                    <a:pt x="271" y="485"/>
                    <a:pt x="279" y="485"/>
                    <a:pt x="287" y="484"/>
                  </a:cubicBezTo>
                  <a:cubicBezTo>
                    <a:pt x="413" y="461"/>
                    <a:pt x="516" y="347"/>
                    <a:pt x="493" y="209"/>
                  </a:cubicBezTo>
                  <a:cubicBezTo>
                    <a:pt x="483" y="95"/>
                    <a:pt x="378" y="0"/>
                    <a:pt x="26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7"/>
            <p:cNvSpPr/>
            <p:nvPr/>
          </p:nvSpPr>
          <p:spPr>
            <a:xfrm>
              <a:off x="5745775" y="3264150"/>
              <a:ext cx="12625" cy="12175"/>
            </a:xfrm>
            <a:custGeom>
              <a:avLst/>
              <a:gdLst/>
              <a:ahLst/>
              <a:cxnLst/>
              <a:rect l="l" t="t" r="r" b="b"/>
              <a:pathLst>
                <a:path w="505" h="487" extrusionOk="0">
                  <a:moveTo>
                    <a:pt x="256" y="1"/>
                  </a:moveTo>
                  <a:cubicBezTo>
                    <a:pt x="244" y="1"/>
                    <a:pt x="231" y="2"/>
                    <a:pt x="218" y="4"/>
                  </a:cubicBezTo>
                  <a:cubicBezTo>
                    <a:pt x="92" y="16"/>
                    <a:pt x="0" y="142"/>
                    <a:pt x="12" y="268"/>
                  </a:cubicBezTo>
                  <a:cubicBezTo>
                    <a:pt x="23" y="397"/>
                    <a:pt x="136" y="486"/>
                    <a:pt x="254" y="486"/>
                  </a:cubicBezTo>
                  <a:cubicBezTo>
                    <a:pt x="261" y="486"/>
                    <a:pt x="268" y="486"/>
                    <a:pt x="275" y="485"/>
                  </a:cubicBezTo>
                  <a:cubicBezTo>
                    <a:pt x="413" y="462"/>
                    <a:pt x="504" y="348"/>
                    <a:pt x="493" y="210"/>
                  </a:cubicBezTo>
                  <a:cubicBezTo>
                    <a:pt x="472" y="96"/>
                    <a:pt x="376" y="1"/>
                    <a:pt x="256"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7"/>
            <p:cNvSpPr/>
            <p:nvPr/>
          </p:nvSpPr>
          <p:spPr>
            <a:xfrm>
              <a:off x="5745775" y="3264150"/>
              <a:ext cx="12625" cy="12175"/>
            </a:xfrm>
            <a:custGeom>
              <a:avLst/>
              <a:gdLst/>
              <a:ahLst/>
              <a:cxnLst/>
              <a:rect l="l" t="t" r="r" b="b"/>
              <a:pathLst>
                <a:path w="505" h="487" extrusionOk="0">
                  <a:moveTo>
                    <a:pt x="256" y="1"/>
                  </a:moveTo>
                  <a:cubicBezTo>
                    <a:pt x="244" y="1"/>
                    <a:pt x="231" y="2"/>
                    <a:pt x="218" y="4"/>
                  </a:cubicBezTo>
                  <a:cubicBezTo>
                    <a:pt x="92" y="16"/>
                    <a:pt x="0" y="142"/>
                    <a:pt x="12" y="268"/>
                  </a:cubicBezTo>
                  <a:cubicBezTo>
                    <a:pt x="23" y="397"/>
                    <a:pt x="136" y="486"/>
                    <a:pt x="254" y="486"/>
                  </a:cubicBezTo>
                  <a:cubicBezTo>
                    <a:pt x="261" y="486"/>
                    <a:pt x="268" y="486"/>
                    <a:pt x="275" y="485"/>
                  </a:cubicBezTo>
                  <a:cubicBezTo>
                    <a:pt x="413" y="462"/>
                    <a:pt x="504" y="348"/>
                    <a:pt x="493" y="210"/>
                  </a:cubicBezTo>
                  <a:cubicBezTo>
                    <a:pt x="472" y="96"/>
                    <a:pt x="376" y="1"/>
                    <a:pt x="256"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7"/>
            <p:cNvSpPr/>
            <p:nvPr/>
          </p:nvSpPr>
          <p:spPr>
            <a:xfrm>
              <a:off x="5722000" y="3250475"/>
              <a:ext cx="12925" cy="12150"/>
            </a:xfrm>
            <a:custGeom>
              <a:avLst/>
              <a:gdLst/>
              <a:ahLst/>
              <a:cxnLst/>
              <a:rect l="l" t="t" r="r" b="b"/>
              <a:pathLst>
                <a:path w="517" h="486" extrusionOk="0">
                  <a:moveTo>
                    <a:pt x="253" y="0"/>
                  </a:moveTo>
                  <a:cubicBezTo>
                    <a:pt x="245" y="0"/>
                    <a:pt x="238" y="1"/>
                    <a:pt x="230" y="1"/>
                  </a:cubicBezTo>
                  <a:cubicBezTo>
                    <a:pt x="104" y="24"/>
                    <a:pt x="1" y="139"/>
                    <a:pt x="24" y="276"/>
                  </a:cubicBezTo>
                  <a:cubicBezTo>
                    <a:pt x="34" y="390"/>
                    <a:pt x="138" y="486"/>
                    <a:pt x="251" y="486"/>
                  </a:cubicBezTo>
                  <a:cubicBezTo>
                    <a:pt x="263" y="486"/>
                    <a:pt x="275" y="484"/>
                    <a:pt x="287" y="482"/>
                  </a:cubicBezTo>
                  <a:cubicBezTo>
                    <a:pt x="425" y="471"/>
                    <a:pt x="516" y="345"/>
                    <a:pt x="505" y="219"/>
                  </a:cubicBezTo>
                  <a:cubicBezTo>
                    <a:pt x="483" y="89"/>
                    <a:pt x="380" y="0"/>
                    <a:pt x="25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7"/>
            <p:cNvSpPr/>
            <p:nvPr/>
          </p:nvSpPr>
          <p:spPr>
            <a:xfrm>
              <a:off x="5745775" y="3264150"/>
              <a:ext cx="12625" cy="12175"/>
            </a:xfrm>
            <a:custGeom>
              <a:avLst/>
              <a:gdLst/>
              <a:ahLst/>
              <a:cxnLst/>
              <a:rect l="l" t="t" r="r" b="b"/>
              <a:pathLst>
                <a:path w="505" h="487" extrusionOk="0">
                  <a:moveTo>
                    <a:pt x="256" y="1"/>
                  </a:moveTo>
                  <a:cubicBezTo>
                    <a:pt x="244" y="1"/>
                    <a:pt x="231" y="2"/>
                    <a:pt x="218" y="4"/>
                  </a:cubicBezTo>
                  <a:cubicBezTo>
                    <a:pt x="92" y="16"/>
                    <a:pt x="0" y="142"/>
                    <a:pt x="12" y="268"/>
                  </a:cubicBezTo>
                  <a:cubicBezTo>
                    <a:pt x="23" y="397"/>
                    <a:pt x="136" y="486"/>
                    <a:pt x="254" y="486"/>
                  </a:cubicBezTo>
                  <a:cubicBezTo>
                    <a:pt x="261" y="486"/>
                    <a:pt x="268" y="486"/>
                    <a:pt x="275" y="485"/>
                  </a:cubicBezTo>
                  <a:cubicBezTo>
                    <a:pt x="413" y="462"/>
                    <a:pt x="504" y="348"/>
                    <a:pt x="493" y="210"/>
                  </a:cubicBezTo>
                  <a:cubicBezTo>
                    <a:pt x="472" y="96"/>
                    <a:pt x="376" y="1"/>
                    <a:pt x="256"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7"/>
            <p:cNvSpPr/>
            <p:nvPr/>
          </p:nvSpPr>
          <p:spPr>
            <a:xfrm>
              <a:off x="5991775" y="3432275"/>
              <a:ext cx="12900" cy="12150"/>
            </a:xfrm>
            <a:custGeom>
              <a:avLst/>
              <a:gdLst/>
              <a:ahLst/>
              <a:cxnLst/>
              <a:rect l="l" t="t" r="r" b="b"/>
              <a:pathLst>
                <a:path w="516" h="486" extrusionOk="0">
                  <a:moveTo>
                    <a:pt x="265" y="0"/>
                  </a:moveTo>
                  <a:cubicBezTo>
                    <a:pt x="253" y="0"/>
                    <a:pt x="241" y="1"/>
                    <a:pt x="230" y="3"/>
                  </a:cubicBezTo>
                  <a:cubicBezTo>
                    <a:pt x="92" y="15"/>
                    <a:pt x="0" y="141"/>
                    <a:pt x="12" y="267"/>
                  </a:cubicBezTo>
                  <a:cubicBezTo>
                    <a:pt x="34" y="396"/>
                    <a:pt x="137" y="485"/>
                    <a:pt x="264" y="485"/>
                  </a:cubicBezTo>
                  <a:cubicBezTo>
                    <a:pt x="271" y="485"/>
                    <a:pt x="279" y="485"/>
                    <a:pt x="287" y="484"/>
                  </a:cubicBezTo>
                  <a:cubicBezTo>
                    <a:pt x="413" y="461"/>
                    <a:pt x="516" y="347"/>
                    <a:pt x="493" y="209"/>
                  </a:cubicBezTo>
                  <a:cubicBezTo>
                    <a:pt x="483" y="95"/>
                    <a:pt x="378" y="0"/>
                    <a:pt x="26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7"/>
            <p:cNvSpPr/>
            <p:nvPr/>
          </p:nvSpPr>
          <p:spPr>
            <a:xfrm>
              <a:off x="6035875" y="3344900"/>
              <a:ext cx="12625" cy="12175"/>
            </a:xfrm>
            <a:custGeom>
              <a:avLst/>
              <a:gdLst/>
              <a:ahLst/>
              <a:cxnLst/>
              <a:rect l="l" t="t" r="r" b="b"/>
              <a:pathLst>
                <a:path w="505" h="487" extrusionOk="0">
                  <a:moveTo>
                    <a:pt x="269" y="1"/>
                  </a:moveTo>
                  <a:cubicBezTo>
                    <a:pt x="256" y="1"/>
                    <a:pt x="243" y="2"/>
                    <a:pt x="230" y="4"/>
                  </a:cubicBezTo>
                  <a:cubicBezTo>
                    <a:pt x="92" y="16"/>
                    <a:pt x="1" y="142"/>
                    <a:pt x="12" y="268"/>
                  </a:cubicBezTo>
                  <a:cubicBezTo>
                    <a:pt x="34" y="398"/>
                    <a:pt x="137" y="487"/>
                    <a:pt x="264" y="487"/>
                  </a:cubicBezTo>
                  <a:cubicBezTo>
                    <a:pt x="271" y="487"/>
                    <a:pt x="279" y="486"/>
                    <a:pt x="287" y="486"/>
                  </a:cubicBezTo>
                  <a:cubicBezTo>
                    <a:pt x="413" y="463"/>
                    <a:pt x="505" y="348"/>
                    <a:pt x="493" y="211"/>
                  </a:cubicBezTo>
                  <a:cubicBezTo>
                    <a:pt x="483" y="87"/>
                    <a:pt x="380" y="1"/>
                    <a:pt x="26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7"/>
            <p:cNvSpPr/>
            <p:nvPr/>
          </p:nvSpPr>
          <p:spPr>
            <a:xfrm>
              <a:off x="6195400" y="3396450"/>
              <a:ext cx="12625" cy="12175"/>
            </a:xfrm>
            <a:custGeom>
              <a:avLst/>
              <a:gdLst/>
              <a:ahLst/>
              <a:cxnLst/>
              <a:rect l="l" t="t" r="r" b="b"/>
              <a:pathLst>
                <a:path w="505" h="487" extrusionOk="0">
                  <a:moveTo>
                    <a:pt x="260" y="1"/>
                  </a:moveTo>
                  <a:cubicBezTo>
                    <a:pt x="246" y="1"/>
                    <a:pt x="232" y="2"/>
                    <a:pt x="218" y="4"/>
                  </a:cubicBezTo>
                  <a:cubicBezTo>
                    <a:pt x="92" y="16"/>
                    <a:pt x="0" y="142"/>
                    <a:pt x="12" y="268"/>
                  </a:cubicBezTo>
                  <a:cubicBezTo>
                    <a:pt x="22" y="398"/>
                    <a:pt x="135" y="486"/>
                    <a:pt x="254" y="486"/>
                  </a:cubicBezTo>
                  <a:cubicBezTo>
                    <a:pt x="261" y="486"/>
                    <a:pt x="268" y="486"/>
                    <a:pt x="275" y="485"/>
                  </a:cubicBezTo>
                  <a:cubicBezTo>
                    <a:pt x="412" y="463"/>
                    <a:pt x="504" y="348"/>
                    <a:pt x="493" y="211"/>
                  </a:cubicBezTo>
                  <a:cubicBezTo>
                    <a:pt x="472" y="87"/>
                    <a:pt x="378" y="1"/>
                    <a:pt x="26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7"/>
            <p:cNvSpPr/>
            <p:nvPr/>
          </p:nvSpPr>
          <p:spPr>
            <a:xfrm>
              <a:off x="6106325" y="3251325"/>
              <a:ext cx="12925" cy="12175"/>
            </a:xfrm>
            <a:custGeom>
              <a:avLst/>
              <a:gdLst/>
              <a:ahLst/>
              <a:cxnLst/>
              <a:rect l="l" t="t" r="r" b="b"/>
              <a:pathLst>
                <a:path w="517" h="487" extrusionOk="0">
                  <a:moveTo>
                    <a:pt x="253" y="1"/>
                  </a:moveTo>
                  <a:cubicBezTo>
                    <a:pt x="245" y="1"/>
                    <a:pt x="237" y="1"/>
                    <a:pt x="230" y="2"/>
                  </a:cubicBezTo>
                  <a:cubicBezTo>
                    <a:pt x="92" y="24"/>
                    <a:pt x="1" y="139"/>
                    <a:pt x="23" y="276"/>
                  </a:cubicBezTo>
                  <a:cubicBezTo>
                    <a:pt x="34" y="400"/>
                    <a:pt x="136" y="486"/>
                    <a:pt x="248" y="486"/>
                  </a:cubicBezTo>
                  <a:cubicBezTo>
                    <a:pt x="261" y="486"/>
                    <a:pt x="274" y="485"/>
                    <a:pt x="287" y="483"/>
                  </a:cubicBezTo>
                  <a:cubicBezTo>
                    <a:pt x="424" y="471"/>
                    <a:pt x="516" y="345"/>
                    <a:pt x="505" y="219"/>
                  </a:cubicBezTo>
                  <a:cubicBezTo>
                    <a:pt x="483" y="90"/>
                    <a:pt x="380" y="1"/>
                    <a:pt x="2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7"/>
            <p:cNvSpPr/>
            <p:nvPr/>
          </p:nvSpPr>
          <p:spPr>
            <a:xfrm>
              <a:off x="5722000" y="3250475"/>
              <a:ext cx="12925" cy="12150"/>
            </a:xfrm>
            <a:custGeom>
              <a:avLst/>
              <a:gdLst/>
              <a:ahLst/>
              <a:cxnLst/>
              <a:rect l="l" t="t" r="r" b="b"/>
              <a:pathLst>
                <a:path w="517" h="486" extrusionOk="0">
                  <a:moveTo>
                    <a:pt x="253" y="0"/>
                  </a:moveTo>
                  <a:cubicBezTo>
                    <a:pt x="245" y="0"/>
                    <a:pt x="238" y="1"/>
                    <a:pt x="230" y="1"/>
                  </a:cubicBezTo>
                  <a:cubicBezTo>
                    <a:pt x="104" y="24"/>
                    <a:pt x="1" y="139"/>
                    <a:pt x="24" y="276"/>
                  </a:cubicBezTo>
                  <a:cubicBezTo>
                    <a:pt x="34" y="390"/>
                    <a:pt x="138" y="486"/>
                    <a:pt x="251" y="486"/>
                  </a:cubicBezTo>
                  <a:cubicBezTo>
                    <a:pt x="263" y="486"/>
                    <a:pt x="275" y="484"/>
                    <a:pt x="287" y="482"/>
                  </a:cubicBezTo>
                  <a:cubicBezTo>
                    <a:pt x="425" y="471"/>
                    <a:pt x="516" y="345"/>
                    <a:pt x="505" y="219"/>
                  </a:cubicBezTo>
                  <a:cubicBezTo>
                    <a:pt x="483" y="89"/>
                    <a:pt x="380" y="0"/>
                    <a:pt x="25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7"/>
            <p:cNvSpPr/>
            <p:nvPr/>
          </p:nvSpPr>
          <p:spPr>
            <a:xfrm>
              <a:off x="6449700" y="3898200"/>
              <a:ext cx="12625" cy="12150"/>
            </a:xfrm>
            <a:custGeom>
              <a:avLst/>
              <a:gdLst/>
              <a:ahLst/>
              <a:cxnLst/>
              <a:rect l="l" t="t" r="r" b="b"/>
              <a:pathLst>
                <a:path w="505" h="486" extrusionOk="0">
                  <a:moveTo>
                    <a:pt x="257" y="1"/>
                  </a:moveTo>
                  <a:cubicBezTo>
                    <a:pt x="244" y="1"/>
                    <a:pt x="231" y="2"/>
                    <a:pt x="218" y="4"/>
                  </a:cubicBezTo>
                  <a:cubicBezTo>
                    <a:pt x="92" y="15"/>
                    <a:pt x="0" y="141"/>
                    <a:pt x="12" y="267"/>
                  </a:cubicBezTo>
                  <a:cubicBezTo>
                    <a:pt x="23" y="397"/>
                    <a:pt x="135" y="486"/>
                    <a:pt x="264" y="486"/>
                  </a:cubicBezTo>
                  <a:cubicBezTo>
                    <a:pt x="271" y="486"/>
                    <a:pt x="279" y="486"/>
                    <a:pt x="287" y="485"/>
                  </a:cubicBezTo>
                  <a:cubicBezTo>
                    <a:pt x="413" y="462"/>
                    <a:pt x="504" y="348"/>
                    <a:pt x="493" y="210"/>
                  </a:cubicBezTo>
                  <a:cubicBezTo>
                    <a:pt x="483" y="96"/>
                    <a:pt x="378" y="1"/>
                    <a:pt x="25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7"/>
            <p:cNvSpPr/>
            <p:nvPr/>
          </p:nvSpPr>
          <p:spPr>
            <a:xfrm>
              <a:off x="6494950" y="3911725"/>
              <a:ext cx="12900" cy="12100"/>
            </a:xfrm>
            <a:custGeom>
              <a:avLst/>
              <a:gdLst/>
              <a:ahLst/>
              <a:cxnLst/>
              <a:rect l="l" t="t" r="r" b="b"/>
              <a:pathLst>
                <a:path w="516" h="484" extrusionOk="0">
                  <a:moveTo>
                    <a:pt x="252" y="0"/>
                  </a:moveTo>
                  <a:cubicBezTo>
                    <a:pt x="245" y="0"/>
                    <a:pt x="237" y="1"/>
                    <a:pt x="229" y="1"/>
                  </a:cubicBezTo>
                  <a:cubicBezTo>
                    <a:pt x="92" y="24"/>
                    <a:pt x="0" y="139"/>
                    <a:pt x="23" y="276"/>
                  </a:cubicBezTo>
                  <a:cubicBezTo>
                    <a:pt x="34" y="395"/>
                    <a:pt x="137" y="483"/>
                    <a:pt x="264" y="483"/>
                  </a:cubicBezTo>
                  <a:cubicBezTo>
                    <a:pt x="271" y="483"/>
                    <a:pt x="279" y="483"/>
                    <a:pt x="287" y="482"/>
                  </a:cubicBezTo>
                  <a:cubicBezTo>
                    <a:pt x="424" y="471"/>
                    <a:pt x="516" y="345"/>
                    <a:pt x="504" y="219"/>
                  </a:cubicBezTo>
                  <a:cubicBezTo>
                    <a:pt x="483" y="89"/>
                    <a:pt x="379" y="0"/>
                    <a:pt x="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7"/>
            <p:cNvSpPr/>
            <p:nvPr/>
          </p:nvSpPr>
          <p:spPr>
            <a:xfrm>
              <a:off x="6423350" y="3850725"/>
              <a:ext cx="12900" cy="12150"/>
            </a:xfrm>
            <a:custGeom>
              <a:avLst/>
              <a:gdLst/>
              <a:ahLst/>
              <a:cxnLst/>
              <a:rect l="l" t="t" r="r" b="b"/>
              <a:pathLst>
                <a:path w="516" h="486" extrusionOk="0">
                  <a:moveTo>
                    <a:pt x="251" y="0"/>
                  </a:moveTo>
                  <a:cubicBezTo>
                    <a:pt x="244" y="0"/>
                    <a:pt x="237" y="1"/>
                    <a:pt x="230" y="1"/>
                  </a:cubicBezTo>
                  <a:cubicBezTo>
                    <a:pt x="92" y="24"/>
                    <a:pt x="0" y="139"/>
                    <a:pt x="12" y="276"/>
                  </a:cubicBezTo>
                  <a:cubicBezTo>
                    <a:pt x="33" y="390"/>
                    <a:pt x="129" y="486"/>
                    <a:pt x="249" y="486"/>
                  </a:cubicBezTo>
                  <a:cubicBezTo>
                    <a:pt x="261" y="486"/>
                    <a:pt x="274" y="485"/>
                    <a:pt x="287" y="482"/>
                  </a:cubicBezTo>
                  <a:cubicBezTo>
                    <a:pt x="413" y="471"/>
                    <a:pt x="516"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7"/>
            <p:cNvSpPr/>
            <p:nvPr/>
          </p:nvSpPr>
          <p:spPr>
            <a:xfrm>
              <a:off x="6449700" y="3898200"/>
              <a:ext cx="12625" cy="12150"/>
            </a:xfrm>
            <a:custGeom>
              <a:avLst/>
              <a:gdLst/>
              <a:ahLst/>
              <a:cxnLst/>
              <a:rect l="l" t="t" r="r" b="b"/>
              <a:pathLst>
                <a:path w="505" h="486" extrusionOk="0">
                  <a:moveTo>
                    <a:pt x="257" y="1"/>
                  </a:moveTo>
                  <a:cubicBezTo>
                    <a:pt x="244" y="1"/>
                    <a:pt x="231" y="2"/>
                    <a:pt x="218" y="4"/>
                  </a:cubicBezTo>
                  <a:cubicBezTo>
                    <a:pt x="92" y="15"/>
                    <a:pt x="0" y="141"/>
                    <a:pt x="12" y="267"/>
                  </a:cubicBezTo>
                  <a:cubicBezTo>
                    <a:pt x="23" y="397"/>
                    <a:pt x="135" y="486"/>
                    <a:pt x="264" y="486"/>
                  </a:cubicBezTo>
                  <a:cubicBezTo>
                    <a:pt x="271" y="486"/>
                    <a:pt x="279" y="486"/>
                    <a:pt x="287" y="485"/>
                  </a:cubicBezTo>
                  <a:cubicBezTo>
                    <a:pt x="413" y="462"/>
                    <a:pt x="504" y="348"/>
                    <a:pt x="493" y="210"/>
                  </a:cubicBezTo>
                  <a:cubicBezTo>
                    <a:pt x="483" y="96"/>
                    <a:pt x="378" y="1"/>
                    <a:pt x="25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7"/>
            <p:cNvSpPr/>
            <p:nvPr/>
          </p:nvSpPr>
          <p:spPr>
            <a:xfrm>
              <a:off x="6423350" y="3850725"/>
              <a:ext cx="12900" cy="12150"/>
            </a:xfrm>
            <a:custGeom>
              <a:avLst/>
              <a:gdLst/>
              <a:ahLst/>
              <a:cxnLst/>
              <a:rect l="l" t="t" r="r" b="b"/>
              <a:pathLst>
                <a:path w="516" h="486" extrusionOk="0">
                  <a:moveTo>
                    <a:pt x="251" y="0"/>
                  </a:moveTo>
                  <a:cubicBezTo>
                    <a:pt x="244" y="0"/>
                    <a:pt x="237" y="1"/>
                    <a:pt x="230" y="1"/>
                  </a:cubicBezTo>
                  <a:cubicBezTo>
                    <a:pt x="92" y="24"/>
                    <a:pt x="0" y="139"/>
                    <a:pt x="12" y="276"/>
                  </a:cubicBezTo>
                  <a:cubicBezTo>
                    <a:pt x="33" y="390"/>
                    <a:pt x="129" y="486"/>
                    <a:pt x="249" y="486"/>
                  </a:cubicBezTo>
                  <a:cubicBezTo>
                    <a:pt x="261" y="486"/>
                    <a:pt x="274" y="485"/>
                    <a:pt x="287" y="482"/>
                  </a:cubicBezTo>
                  <a:cubicBezTo>
                    <a:pt x="413" y="471"/>
                    <a:pt x="516" y="345"/>
                    <a:pt x="493" y="219"/>
                  </a:cubicBezTo>
                  <a:cubicBezTo>
                    <a:pt x="482" y="89"/>
                    <a:pt x="369" y="0"/>
                    <a:pt x="25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7"/>
            <p:cNvSpPr/>
            <p:nvPr/>
          </p:nvSpPr>
          <p:spPr>
            <a:xfrm>
              <a:off x="6125525" y="3921450"/>
              <a:ext cx="12900" cy="12100"/>
            </a:xfrm>
            <a:custGeom>
              <a:avLst/>
              <a:gdLst/>
              <a:ahLst/>
              <a:cxnLst/>
              <a:rect l="l" t="t" r="r" b="b"/>
              <a:pathLst>
                <a:path w="516" h="484" extrusionOk="0">
                  <a:moveTo>
                    <a:pt x="252" y="1"/>
                  </a:moveTo>
                  <a:cubicBezTo>
                    <a:pt x="245" y="1"/>
                    <a:pt x="237" y="1"/>
                    <a:pt x="229" y="2"/>
                  </a:cubicBezTo>
                  <a:cubicBezTo>
                    <a:pt x="103" y="13"/>
                    <a:pt x="0" y="139"/>
                    <a:pt x="23" y="265"/>
                  </a:cubicBezTo>
                  <a:cubicBezTo>
                    <a:pt x="34" y="395"/>
                    <a:pt x="147" y="484"/>
                    <a:pt x="265" y="484"/>
                  </a:cubicBezTo>
                  <a:cubicBezTo>
                    <a:pt x="272" y="484"/>
                    <a:pt x="279" y="484"/>
                    <a:pt x="286" y="483"/>
                  </a:cubicBezTo>
                  <a:cubicBezTo>
                    <a:pt x="424" y="460"/>
                    <a:pt x="516" y="345"/>
                    <a:pt x="504" y="208"/>
                  </a:cubicBezTo>
                  <a:cubicBezTo>
                    <a:pt x="482" y="89"/>
                    <a:pt x="379" y="1"/>
                    <a:pt x="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47"/>
          <p:cNvSpPr txBox="1">
            <a:spLocks noGrp="1"/>
          </p:cNvSpPr>
          <p:nvPr>
            <p:ph type="body" idx="4294967295"/>
          </p:nvPr>
        </p:nvSpPr>
        <p:spPr>
          <a:xfrm>
            <a:off x="720000" y="1315575"/>
            <a:ext cx="7704000" cy="6165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1200"/>
              <a:t>Here’s </a:t>
            </a:r>
            <a:r>
              <a:rPr lang="en"/>
              <a:t>an assortment of alternative resources whose style fits the one of this template:</a:t>
            </a:r>
            <a:endParaRPr/>
          </a:p>
          <a:p>
            <a:pPr marL="457200" lvl="0" indent="-304800" algn="l" rtl="0">
              <a:lnSpc>
                <a:spcPct val="166000"/>
              </a:lnSpc>
              <a:spcBef>
                <a:spcPts val="800"/>
              </a:spcBef>
              <a:spcAft>
                <a:spcPts val="0"/>
              </a:spcAft>
              <a:buSzPts val="1200"/>
              <a:buChar char="●"/>
            </a:pPr>
            <a:r>
              <a:rPr lang="en" u="sng">
                <a:hlinkClick r:id="rId3"/>
              </a:rPr>
              <a:t>Abstract background of molecules</a:t>
            </a:r>
            <a:endParaRPr/>
          </a:p>
        </p:txBody>
      </p:sp>
      <p:sp>
        <p:nvSpPr>
          <p:cNvPr id="707" name="Google Shape;707;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708" name="Google Shape;708;p47"/>
          <p:cNvSpPr/>
          <p:nvPr/>
        </p:nvSpPr>
        <p:spPr>
          <a:xfrm rot="526215">
            <a:off x="583365" y="1852421"/>
            <a:ext cx="3926033" cy="2318551"/>
          </a:xfrm>
          <a:custGeom>
            <a:avLst/>
            <a:gdLst/>
            <a:ahLst/>
            <a:cxnLst/>
            <a:rect l="l" t="t" r="r" b="b"/>
            <a:pathLst>
              <a:path w="125825" h="74307" extrusionOk="0">
                <a:moveTo>
                  <a:pt x="75960" y="7804"/>
                </a:moveTo>
                <a:cubicBezTo>
                  <a:pt x="75971" y="7827"/>
                  <a:pt x="75994" y="7861"/>
                  <a:pt x="76017" y="7884"/>
                </a:cubicBezTo>
                <a:lnTo>
                  <a:pt x="66773" y="18870"/>
                </a:lnTo>
                <a:cubicBezTo>
                  <a:pt x="66665" y="18807"/>
                  <a:pt x="66544" y="18777"/>
                  <a:pt x="66424" y="18777"/>
                </a:cubicBezTo>
                <a:cubicBezTo>
                  <a:pt x="66213" y="18777"/>
                  <a:pt x="66002" y="18871"/>
                  <a:pt x="65857" y="19053"/>
                </a:cubicBezTo>
                <a:cubicBezTo>
                  <a:pt x="65822" y="19087"/>
                  <a:pt x="65788" y="19133"/>
                  <a:pt x="65765" y="19190"/>
                </a:cubicBezTo>
                <a:lnTo>
                  <a:pt x="53130" y="14402"/>
                </a:lnTo>
                <a:cubicBezTo>
                  <a:pt x="53130" y="14356"/>
                  <a:pt x="53118" y="14311"/>
                  <a:pt x="53118" y="14265"/>
                </a:cubicBezTo>
                <a:lnTo>
                  <a:pt x="75960" y="7804"/>
                </a:lnTo>
                <a:close/>
                <a:moveTo>
                  <a:pt x="76888" y="8056"/>
                </a:moveTo>
                <a:lnTo>
                  <a:pt x="83841" y="17346"/>
                </a:lnTo>
                <a:cubicBezTo>
                  <a:pt x="83772" y="17403"/>
                  <a:pt x="83704" y="17472"/>
                  <a:pt x="83646" y="17552"/>
                </a:cubicBezTo>
                <a:cubicBezTo>
                  <a:pt x="83440" y="17804"/>
                  <a:pt x="83326" y="18102"/>
                  <a:pt x="83314" y="18412"/>
                </a:cubicBezTo>
                <a:lnTo>
                  <a:pt x="67128" y="19328"/>
                </a:lnTo>
                <a:cubicBezTo>
                  <a:pt x="67105" y="19225"/>
                  <a:pt x="67059" y="19133"/>
                  <a:pt x="66991" y="19053"/>
                </a:cubicBezTo>
                <a:lnTo>
                  <a:pt x="76235" y="8079"/>
                </a:lnTo>
                <a:cubicBezTo>
                  <a:pt x="76330" y="8126"/>
                  <a:pt x="76435" y="8150"/>
                  <a:pt x="76539" y="8150"/>
                </a:cubicBezTo>
                <a:cubicBezTo>
                  <a:pt x="76661" y="8150"/>
                  <a:pt x="76783" y="8118"/>
                  <a:pt x="76888" y="8056"/>
                </a:cubicBezTo>
                <a:close/>
                <a:moveTo>
                  <a:pt x="90920" y="10828"/>
                </a:moveTo>
                <a:lnTo>
                  <a:pt x="93509" y="22856"/>
                </a:lnTo>
                <a:cubicBezTo>
                  <a:pt x="93383" y="22890"/>
                  <a:pt x="93269" y="22971"/>
                  <a:pt x="93189" y="23074"/>
                </a:cubicBezTo>
                <a:cubicBezTo>
                  <a:pt x="93177" y="23085"/>
                  <a:pt x="93166" y="23097"/>
                  <a:pt x="93154" y="23108"/>
                </a:cubicBezTo>
                <a:lnTo>
                  <a:pt x="86086" y="19133"/>
                </a:lnTo>
                <a:cubicBezTo>
                  <a:pt x="86384" y="18538"/>
                  <a:pt x="86247" y="17816"/>
                  <a:pt x="85743" y="17369"/>
                </a:cubicBezTo>
                <a:lnTo>
                  <a:pt x="90920" y="10828"/>
                </a:lnTo>
                <a:close/>
                <a:moveTo>
                  <a:pt x="53130" y="14551"/>
                </a:moveTo>
                <a:lnTo>
                  <a:pt x="65719" y="19316"/>
                </a:lnTo>
                <a:cubicBezTo>
                  <a:pt x="65639" y="19591"/>
                  <a:pt x="65730" y="19889"/>
                  <a:pt x="65960" y="20073"/>
                </a:cubicBezTo>
                <a:cubicBezTo>
                  <a:pt x="66051" y="20153"/>
                  <a:pt x="66154" y="20199"/>
                  <a:pt x="66257" y="20221"/>
                </a:cubicBezTo>
                <a:lnTo>
                  <a:pt x="65135" y="24208"/>
                </a:lnTo>
                <a:lnTo>
                  <a:pt x="52946" y="15158"/>
                </a:lnTo>
                <a:cubicBezTo>
                  <a:pt x="53061" y="14963"/>
                  <a:pt x="53118" y="14757"/>
                  <a:pt x="53130" y="14551"/>
                </a:cubicBezTo>
                <a:close/>
                <a:moveTo>
                  <a:pt x="86018" y="19248"/>
                </a:moveTo>
                <a:lnTo>
                  <a:pt x="93086" y="23234"/>
                </a:lnTo>
                <a:cubicBezTo>
                  <a:pt x="93005" y="23429"/>
                  <a:pt x="93005" y="23658"/>
                  <a:pt x="93108" y="23841"/>
                </a:cubicBezTo>
                <a:lnTo>
                  <a:pt x="88710" y="26751"/>
                </a:lnTo>
                <a:lnTo>
                  <a:pt x="85456" y="19763"/>
                </a:lnTo>
                <a:cubicBezTo>
                  <a:pt x="85628" y="19683"/>
                  <a:pt x="85789" y="19557"/>
                  <a:pt x="85915" y="19397"/>
                </a:cubicBezTo>
                <a:cubicBezTo>
                  <a:pt x="85949" y="19351"/>
                  <a:pt x="85983" y="19305"/>
                  <a:pt x="86018" y="19248"/>
                </a:cubicBezTo>
                <a:close/>
                <a:moveTo>
                  <a:pt x="88641" y="26957"/>
                </a:moveTo>
                <a:lnTo>
                  <a:pt x="88893" y="27507"/>
                </a:lnTo>
                <a:lnTo>
                  <a:pt x="88904" y="27507"/>
                </a:lnTo>
                <a:cubicBezTo>
                  <a:pt x="88744" y="27587"/>
                  <a:pt x="88607" y="27702"/>
                  <a:pt x="88492" y="27839"/>
                </a:cubicBezTo>
                <a:cubicBezTo>
                  <a:pt x="88309" y="28068"/>
                  <a:pt x="88206" y="28343"/>
                  <a:pt x="88194" y="28618"/>
                </a:cubicBezTo>
                <a:lnTo>
                  <a:pt x="85915" y="28767"/>
                </a:lnTo>
                <a:lnTo>
                  <a:pt x="88641" y="26957"/>
                </a:lnTo>
                <a:close/>
                <a:moveTo>
                  <a:pt x="85330" y="19821"/>
                </a:moveTo>
                <a:lnTo>
                  <a:pt x="88584" y="26831"/>
                </a:lnTo>
                <a:lnTo>
                  <a:pt x="85628" y="28778"/>
                </a:lnTo>
                <a:lnTo>
                  <a:pt x="80244" y="29122"/>
                </a:lnTo>
                <a:lnTo>
                  <a:pt x="84322" y="19866"/>
                </a:lnTo>
                <a:cubicBezTo>
                  <a:pt x="84472" y="19913"/>
                  <a:pt x="84626" y="19936"/>
                  <a:pt x="84779" y="19936"/>
                </a:cubicBezTo>
                <a:cubicBezTo>
                  <a:pt x="84967" y="19936"/>
                  <a:pt x="85154" y="19901"/>
                  <a:pt x="85330" y="19832"/>
                </a:cubicBezTo>
                <a:lnTo>
                  <a:pt x="85330" y="19821"/>
                </a:lnTo>
                <a:close/>
                <a:moveTo>
                  <a:pt x="83337" y="18698"/>
                </a:moveTo>
                <a:cubicBezTo>
                  <a:pt x="83383" y="19042"/>
                  <a:pt x="83566" y="19362"/>
                  <a:pt x="83853" y="19603"/>
                </a:cubicBezTo>
                <a:cubicBezTo>
                  <a:pt x="83921" y="19660"/>
                  <a:pt x="83990" y="19706"/>
                  <a:pt x="84059" y="19752"/>
                </a:cubicBezTo>
                <a:lnTo>
                  <a:pt x="79923" y="29145"/>
                </a:lnTo>
                <a:lnTo>
                  <a:pt x="72420" y="29615"/>
                </a:lnTo>
                <a:lnTo>
                  <a:pt x="65249" y="24299"/>
                </a:lnTo>
                <a:lnTo>
                  <a:pt x="66406" y="20244"/>
                </a:lnTo>
                <a:cubicBezTo>
                  <a:pt x="66624" y="20244"/>
                  <a:pt x="66842" y="20153"/>
                  <a:pt x="66991" y="19969"/>
                </a:cubicBezTo>
                <a:cubicBezTo>
                  <a:pt x="67082" y="19866"/>
                  <a:pt x="67128" y="19740"/>
                  <a:pt x="67151" y="19614"/>
                </a:cubicBezTo>
                <a:lnTo>
                  <a:pt x="83337" y="18698"/>
                </a:lnTo>
                <a:close/>
                <a:moveTo>
                  <a:pt x="65169" y="24597"/>
                </a:moveTo>
                <a:lnTo>
                  <a:pt x="71974" y="29649"/>
                </a:lnTo>
                <a:lnTo>
                  <a:pt x="64860" y="30096"/>
                </a:lnTo>
                <a:cubicBezTo>
                  <a:pt x="64780" y="29809"/>
                  <a:pt x="64619" y="29535"/>
                  <a:pt x="64367" y="29340"/>
                </a:cubicBezTo>
                <a:cubicBezTo>
                  <a:pt x="64230" y="29225"/>
                  <a:pt x="64069" y="29134"/>
                  <a:pt x="63898" y="29088"/>
                </a:cubicBezTo>
                <a:lnTo>
                  <a:pt x="65169" y="24597"/>
                </a:lnTo>
                <a:close/>
                <a:moveTo>
                  <a:pt x="50518" y="14883"/>
                </a:moveTo>
                <a:cubicBezTo>
                  <a:pt x="50587" y="15112"/>
                  <a:pt x="50736" y="15330"/>
                  <a:pt x="50930" y="15502"/>
                </a:cubicBezTo>
                <a:lnTo>
                  <a:pt x="42958" y="32937"/>
                </a:lnTo>
                <a:lnTo>
                  <a:pt x="35947" y="24517"/>
                </a:lnTo>
                <a:lnTo>
                  <a:pt x="36107" y="24265"/>
                </a:lnTo>
                <a:lnTo>
                  <a:pt x="50518" y="14883"/>
                </a:lnTo>
                <a:close/>
                <a:moveTo>
                  <a:pt x="51171" y="15662"/>
                </a:moveTo>
                <a:cubicBezTo>
                  <a:pt x="51366" y="15769"/>
                  <a:pt x="51579" y="15821"/>
                  <a:pt x="51792" y="15821"/>
                </a:cubicBezTo>
                <a:cubicBezTo>
                  <a:pt x="51966" y="15821"/>
                  <a:pt x="52140" y="15787"/>
                  <a:pt x="52305" y="15720"/>
                </a:cubicBezTo>
                <a:lnTo>
                  <a:pt x="56303" y="26281"/>
                </a:lnTo>
                <a:cubicBezTo>
                  <a:pt x="56223" y="26327"/>
                  <a:pt x="56154" y="26396"/>
                  <a:pt x="56085" y="26465"/>
                </a:cubicBezTo>
                <a:cubicBezTo>
                  <a:pt x="55902" y="26694"/>
                  <a:pt x="55856" y="26980"/>
                  <a:pt x="55936" y="27232"/>
                </a:cubicBezTo>
                <a:lnTo>
                  <a:pt x="43416" y="33487"/>
                </a:lnTo>
                <a:lnTo>
                  <a:pt x="43164" y="33177"/>
                </a:lnTo>
                <a:lnTo>
                  <a:pt x="51171" y="15662"/>
                </a:lnTo>
                <a:close/>
                <a:moveTo>
                  <a:pt x="85147" y="29099"/>
                </a:moveTo>
                <a:lnTo>
                  <a:pt x="78251" y="33658"/>
                </a:lnTo>
                <a:lnTo>
                  <a:pt x="80118" y="29420"/>
                </a:lnTo>
                <a:lnTo>
                  <a:pt x="85147" y="29099"/>
                </a:lnTo>
                <a:close/>
                <a:moveTo>
                  <a:pt x="79797" y="29443"/>
                </a:moveTo>
                <a:lnTo>
                  <a:pt x="77919" y="33704"/>
                </a:lnTo>
                <a:lnTo>
                  <a:pt x="72775" y="29878"/>
                </a:lnTo>
                <a:lnTo>
                  <a:pt x="79797" y="29443"/>
                </a:lnTo>
                <a:close/>
                <a:moveTo>
                  <a:pt x="43038" y="33464"/>
                </a:moveTo>
                <a:lnTo>
                  <a:pt x="43152" y="33624"/>
                </a:lnTo>
                <a:lnTo>
                  <a:pt x="42912" y="33750"/>
                </a:lnTo>
                <a:lnTo>
                  <a:pt x="42912" y="33739"/>
                </a:lnTo>
                <a:lnTo>
                  <a:pt x="43038" y="33464"/>
                </a:lnTo>
                <a:close/>
                <a:moveTo>
                  <a:pt x="52775" y="15387"/>
                </a:moveTo>
                <a:lnTo>
                  <a:pt x="65043" y="24506"/>
                </a:lnTo>
                <a:lnTo>
                  <a:pt x="63760" y="29042"/>
                </a:lnTo>
                <a:cubicBezTo>
                  <a:pt x="63646" y="29015"/>
                  <a:pt x="63530" y="29002"/>
                  <a:pt x="63414" y="29002"/>
                </a:cubicBezTo>
                <a:cubicBezTo>
                  <a:pt x="62980" y="29002"/>
                  <a:pt x="62549" y="29187"/>
                  <a:pt x="62260" y="29557"/>
                </a:cubicBezTo>
                <a:cubicBezTo>
                  <a:pt x="61973" y="29901"/>
                  <a:pt x="61870" y="30348"/>
                  <a:pt x="61950" y="30772"/>
                </a:cubicBezTo>
                <a:lnTo>
                  <a:pt x="57254" y="34243"/>
                </a:lnTo>
                <a:lnTo>
                  <a:pt x="56887" y="27805"/>
                </a:lnTo>
                <a:cubicBezTo>
                  <a:pt x="57070" y="27770"/>
                  <a:pt x="57242" y="27679"/>
                  <a:pt x="57380" y="27518"/>
                </a:cubicBezTo>
                <a:cubicBezTo>
                  <a:pt x="57666" y="27163"/>
                  <a:pt x="57609" y="26636"/>
                  <a:pt x="57254" y="26350"/>
                </a:cubicBezTo>
                <a:cubicBezTo>
                  <a:pt x="57106" y="26219"/>
                  <a:pt x="56924" y="26161"/>
                  <a:pt x="56745" y="26161"/>
                </a:cubicBezTo>
                <a:cubicBezTo>
                  <a:pt x="56689" y="26161"/>
                  <a:pt x="56633" y="26167"/>
                  <a:pt x="56578" y="26178"/>
                </a:cubicBezTo>
                <a:lnTo>
                  <a:pt x="52557" y="15582"/>
                </a:lnTo>
                <a:cubicBezTo>
                  <a:pt x="52637" y="15525"/>
                  <a:pt x="52717" y="15468"/>
                  <a:pt x="52775" y="15387"/>
                </a:cubicBezTo>
                <a:close/>
                <a:moveTo>
                  <a:pt x="78033" y="34151"/>
                </a:moveTo>
                <a:lnTo>
                  <a:pt x="78320" y="34357"/>
                </a:lnTo>
                <a:lnTo>
                  <a:pt x="77736" y="34838"/>
                </a:lnTo>
                <a:lnTo>
                  <a:pt x="78033" y="34151"/>
                </a:lnTo>
                <a:close/>
                <a:moveTo>
                  <a:pt x="88217" y="28904"/>
                </a:moveTo>
                <a:cubicBezTo>
                  <a:pt x="88251" y="29156"/>
                  <a:pt x="88366" y="29397"/>
                  <a:pt x="88549" y="29592"/>
                </a:cubicBezTo>
                <a:lnTo>
                  <a:pt x="82959" y="35445"/>
                </a:lnTo>
                <a:lnTo>
                  <a:pt x="78228" y="33933"/>
                </a:lnTo>
                <a:lnTo>
                  <a:pt x="78171" y="33887"/>
                </a:lnTo>
                <a:lnTo>
                  <a:pt x="85433" y="29088"/>
                </a:lnTo>
                <a:lnTo>
                  <a:pt x="88217" y="28904"/>
                </a:lnTo>
                <a:close/>
                <a:moveTo>
                  <a:pt x="55959" y="27541"/>
                </a:moveTo>
                <a:lnTo>
                  <a:pt x="45924" y="36488"/>
                </a:lnTo>
                <a:lnTo>
                  <a:pt x="43610" y="33716"/>
                </a:lnTo>
                <a:lnTo>
                  <a:pt x="55959" y="27541"/>
                </a:lnTo>
                <a:close/>
                <a:moveTo>
                  <a:pt x="62030" y="31070"/>
                </a:moveTo>
                <a:lnTo>
                  <a:pt x="57391" y="36488"/>
                </a:lnTo>
                <a:lnTo>
                  <a:pt x="57277" y="34586"/>
                </a:lnTo>
                <a:lnTo>
                  <a:pt x="62030" y="31070"/>
                </a:lnTo>
                <a:close/>
                <a:moveTo>
                  <a:pt x="35832" y="24826"/>
                </a:moveTo>
                <a:lnTo>
                  <a:pt x="42832" y="33223"/>
                </a:lnTo>
                <a:lnTo>
                  <a:pt x="42499" y="33945"/>
                </a:lnTo>
                <a:lnTo>
                  <a:pt x="36073" y="37164"/>
                </a:lnTo>
                <a:cubicBezTo>
                  <a:pt x="36027" y="37095"/>
                  <a:pt x="35970" y="37038"/>
                  <a:pt x="35901" y="36980"/>
                </a:cubicBezTo>
                <a:cubicBezTo>
                  <a:pt x="35775" y="36889"/>
                  <a:pt x="35638" y="36820"/>
                  <a:pt x="35489" y="36797"/>
                </a:cubicBezTo>
                <a:lnTo>
                  <a:pt x="35832" y="24826"/>
                </a:lnTo>
                <a:close/>
                <a:moveTo>
                  <a:pt x="72329" y="29913"/>
                </a:moveTo>
                <a:lnTo>
                  <a:pt x="77804" y="33968"/>
                </a:lnTo>
                <a:lnTo>
                  <a:pt x="77804" y="33979"/>
                </a:lnTo>
                <a:lnTo>
                  <a:pt x="77254" y="35228"/>
                </a:lnTo>
                <a:lnTo>
                  <a:pt x="74986" y="37061"/>
                </a:lnTo>
                <a:lnTo>
                  <a:pt x="74986" y="37049"/>
                </a:lnTo>
                <a:cubicBezTo>
                  <a:pt x="74834" y="36926"/>
                  <a:pt x="74650" y="36867"/>
                  <a:pt x="74467" y="36867"/>
                </a:cubicBezTo>
                <a:cubicBezTo>
                  <a:pt x="74223" y="36867"/>
                  <a:pt x="73981" y="36972"/>
                  <a:pt x="73818" y="37175"/>
                </a:cubicBezTo>
                <a:cubicBezTo>
                  <a:pt x="73772" y="37209"/>
                  <a:pt x="73749" y="37267"/>
                  <a:pt x="73726" y="37313"/>
                </a:cubicBezTo>
                <a:lnTo>
                  <a:pt x="64780" y="31138"/>
                </a:lnTo>
                <a:cubicBezTo>
                  <a:pt x="64894" y="30898"/>
                  <a:pt x="64940" y="30634"/>
                  <a:pt x="64917" y="30382"/>
                </a:cubicBezTo>
                <a:lnTo>
                  <a:pt x="72329" y="29913"/>
                </a:lnTo>
                <a:close/>
                <a:moveTo>
                  <a:pt x="88652" y="29695"/>
                </a:moveTo>
                <a:cubicBezTo>
                  <a:pt x="88664" y="29695"/>
                  <a:pt x="88675" y="29706"/>
                  <a:pt x="88687" y="29718"/>
                </a:cubicBezTo>
                <a:cubicBezTo>
                  <a:pt x="88927" y="29901"/>
                  <a:pt x="89214" y="30004"/>
                  <a:pt x="89489" y="30004"/>
                </a:cubicBezTo>
                <a:lnTo>
                  <a:pt x="90153" y="37736"/>
                </a:lnTo>
                <a:lnTo>
                  <a:pt x="83108" y="35491"/>
                </a:lnTo>
                <a:lnTo>
                  <a:pt x="88652" y="29695"/>
                </a:lnTo>
                <a:close/>
                <a:moveTo>
                  <a:pt x="93189" y="23956"/>
                </a:moveTo>
                <a:cubicBezTo>
                  <a:pt x="93212" y="23990"/>
                  <a:pt x="93246" y="24025"/>
                  <a:pt x="93292" y="24059"/>
                </a:cubicBezTo>
                <a:cubicBezTo>
                  <a:pt x="93383" y="24128"/>
                  <a:pt x="93486" y="24173"/>
                  <a:pt x="93590" y="24196"/>
                </a:cubicBezTo>
                <a:lnTo>
                  <a:pt x="92261" y="38412"/>
                </a:lnTo>
                <a:lnTo>
                  <a:pt x="90451" y="37828"/>
                </a:lnTo>
                <a:lnTo>
                  <a:pt x="89775" y="29981"/>
                </a:lnTo>
                <a:cubicBezTo>
                  <a:pt x="90073" y="29924"/>
                  <a:pt x="90359" y="29775"/>
                  <a:pt x="90554" y="29523"/>
                </a:cubicBezTo>
                <a:cubicBezTo>
                  <a:pt x="91024" y="28950"/>
                  <a:pt x="90932" y="28114"/>
                  <a:pt x="90371" y="27644"/>
                </a:cubicBezTo>
                <a:cubicBezTo>
                  <a:pt x="90123" y="27441"/>
                  <a:pt x="89825" y="27343"/>
                  <a:pt x="89529" y="27343"/>
                </a:cubicBezTo>
                <a:cubicBezTo>
                  <a:pt x="89359" y="27343"/>
                  <a:pt x="89189" y="27375"/>
                  <a:pt x="89030" y="27438"/>
                </a:cubicBezTo>
                <a:lnTo>
                  <a:pt x="88767" y="26877"/>
                </a:lnTo>
                <a:lnTo>
                  <a:pt x="93189" y="23956"/>
                </a:lnTo>
                <a:close/>
                <a:moveTo>
                  <a:pt x="77002" y="35801"/>
                </a:moveTo>
                <a:lnTo>
                  <a:pt x="75731" y="38699"/>
                </a:lnTo>
                <a:lnTo>
                  <a:pt x="75078" y="38252"/>
                </a:lnTo>
                <a:cubicBezTo>
                  <a:pt x="75089" y="38240"/>
                  <a:pt x="75101" y="38229"/>
                  <a:pt x="75101" y="38218"/>
                </a:cubicBezTo>
                <a:cubicBezTo>
                  <a:pt x="75330" y="37943"/>
                  <a:pt x="75341" y="37565"/>
                  <a:pt x="75170" y="37278"/>
                </a:cubicBezTo>
                <a:lnTo>
                  <a:pt x="77002" y="35801"/>
                </a:lnTo>
                <a:close/>
                <a:moveTo>
                  <a:pt x="94346" y="23841"/>
                </a:moveTo>
                <a:lnTo>
                  <a:pt x="108951" y="29821"/>
                </a:lnTo>
                <a:lnTo>
                  <a:pt x="97656" y="39512"/>
                </a:lnTo>
                <a:cubicBezTo>
                  <a:pt x="97656" y="39512"/>
                  <a:pt x="97656" y="39501"/>
                  <a:pt x="97645" y="39489"/>
                </a:cubicBezTo>
                <a:cubicBezTo>
                  <a:pt x="97500" y="39375"/>
                  <a:pt x="97327" y="39327"/>
                  <a:pt x="97161" y="39327"/>
                </a:cubicBezTo>
                <a:cubicBezTo>
                  <a:pt x="97142" y="39327"/>
                  <a:pt x="97124" y="39328"/>
                  <a:pt x="97106" y="39329"/>
                </a:cubicBezTo>
                <a:lnTo>
                  <a:pt x="93933" y="24185"/>
                </a:lnTo>
                <a:cubicBezTo>
                  <a:pt x="94059" y="24139"/>
                  <a:pt x="94174" y="24070"/>
                  <a:pt x="94265" y="23956"/>
                </a:cubicBezTo>
                <a:cubicBezTo>
                  <a:pt x="94300" y="23921"/>
                  <a:pt x="94323" y="23887"/>
                  <a:pt x="94346" y="23841"/>
                </a:cubicBezTo>
                <a:close/>
                <a:moveTo>
                  <a:pt x="93796" y="24208"/>
                </a:moveTo>
                <a:lnTo>
                  <a:pt x="96969" y="39363"/>
                </a:lnTo>
                <a:cubicBezTo>
                  <a:pt x="96831" y="39409"/>
                  <a:pt x="96705" y="39478"/>
                  <a:pt x="96614" y="39604"/>
                </a:cubicBezTo>
                <a:cubicBezTo>
                  <a:pt x="96568" y="39649"/>
                  <a:pt x="96534" y="39707"/>
                  <a:pt x="96511" y="39775"/>
                </a:cubicBezTo>
                <a:lnTo>
                  <a:pt x="92398" y="38458"/>
                </a:lnTo>
                <a:lnTo>
                  <a:pt x="93738" y="24208"/>
                </a:lnTo>
                <a:close/>
                <a:moveTo>
                  <a:pt x="56188" y="27621"/>
                </a:moveTo>
                <a:cubicBezTo>
                  <a:pt x="56188" y="27621"/>
                  <a:pt x="56200" y="27633"/>
                  <a:pt x="56211" y="27644"/>
                </a:cubicBezTo>
                <a:cubicBezTo>
                  <a:pt x="56349" y="27759"/>
                  <a:pt x="56509" y="27816"/>
                  <a:pt x="56669" y="27828"/>
                </a:cubicBezTo>
                <a:lnTo>
                  <a:pt x="57059" y="34403"/>
                </a:lnTo>
                <a:lnTo>
                  <a:pt x="49098" y="40302"/>
                </a:lnTo>
                <a:lnTo>
                  <a:pt x="46062" y="36648"/>
                </a:lnTo>
                <a:lnTo>
                  <a:pt x="56188" y="27621"/>
                </a:lnTo>
                <a:close/>
                <a:moveTo>
                  <a:pt x="78583" y="34197"/>
                </a:moveTo>
                <a:lnTo>
                  <a:pt x="82845" y="35560"/>
                </a:lnTo>
                <a:lnTo>
                  <a:pt x="78205" y="40406"/>
                </a:lnTo>
                <a:lnTo>
                  <a:pt x="75960" y="38859"/>
                </a:lnTo>
                <a:lnTo>
                  <a:pt x="77484" y="35411"/>
                </a:lnTo>
                <a:lnTo>
                  <a:pt x="78652" y="34472"/>
                </a:lnTo>
                <a:cubicBezTo>
                  <a:pt x="78686" y="34437"/>
                  <a:pt x="78698" y="34392"/>
                  <a:pt x="78698" y="34357"/>
                </a:cubicBezTo>
                <a:cubicBezTo>
                  <a:pt x="78698" y="34311"/>
                  <a:pt x="78675" y="34266"/>
                  <a:pt x="78641" y="34243"/>
                </a:cubicBezTo>
                <a:lnTo>
                  <a:pt x="78583" y="34197"/>
                </a:lnTo>
                <a:close/>
                <a:moveTo>
                  <a:pt x="43347" y="33842"/>
                </a:moveTo>
                <a:lnTo>
                  <a:pt x="45707" y="36671"/>
                </a:lnTo>
                <a:lnTo>
                  <a:pt x="39063" y="42593"/>
                </a:lnTo>
                <a:cubicBezTo>
                  <a:pt x="39051" y="42571"/>
                  <a:pt x="39040" y="42559"/>
                  <a:pt x="39017" y="42548"/>
                </a:cubicBezTo>
                <a:cubicBezTo>
                  <a:pt x="38983" y="42525"/>
                  <a:pt x="38948" y="42490"/>
                  <a:pt x="38914" y="42479"/>
                </a:cubicBezTo>
                <a:lnTo>
                  <a:pt x="42717" y="34162"/>
                </a:lnTo>
                <a:lnTo>
                  <a:pt x="43347" y="33842"/>
                </a:lnTo>
                <a:close/>
                <a:moveTo>
                  <a:pt x="57070" y="34747"/>
                </a:moveTo>
                <a:lnTo>
                  <a:pt x="57185" y="36717"/>
                </a:lnTo>
                <a:lnTo>
                  <a:pt x="51572" y="43269"/>
                </a:lnTo>
                <a:lnTo>
                  <a:pt x="49281" y="40520"/>
                </a:lnTo>
                <a:lnTo>
                  <a:pt x="57070" y="34747"/>
                </a:lnTo>
                <a:close/>
                <a:moveTo>
                  <a:pt x="42305" y="34357"/>
                </a:moveTo>
                <a:lnTo>
                  <a:pt x="38662" y="42353"/>
                </a:lnTo>
                <a:cubicBezTo>
                  <a:pt x="38562" y="42324"/>
                  <a:pt x="38459" y="42310"/>
                  <a:pt x="38356" y="42310"/>
                </a:cubicBezTo>
                <a:cubicBezTo>
                  <a:pt x="38044" y="42310"/>
                  <a:pt x="37732" y="42441"/>
                  <a:pt x="37516" y="42708"/>
                </a:cubicBezTo>
                <a:cubicBezTo>
                  <a:pt x="37322" y="42949"/>
                  <a:pt x="37253" y="43258"/>
                  <a:pt x="37299" y="43544"/>
                </a:cubicBezTo>
                <a:lnTo>
                  <a:pt x="33140" y="44484"/>
                </a:lnTo>
                <a:lnTo>
                  <a:pt x="33140" y="44484"/>
                </a:lnTo>
                <a:lnTo>
                  <a:pt x="35386" y="38607"/>
                </a:lnTo>
                <a:cubicBezTo>
                  <a:pt x="35626" y="38596"/>
                  <a:pt x="35867" y="38481"/>
                  <a:pt x="36039" y="38275"/>
                </a:cubicBezTo>
                <a:cubicBezTo>
                  <a:pt x="36233" y="38023"/>
                  <a:pt x="36291" y="37702"/>
                  <a:pt x="36199" y="37416"/>
                </a:cubicBezTo>
                <a:lnTo>
                  <a:pt x="42305" y="34357"/>
                </a:lnTo>
                <a:close/>
                <a:moveTo>
                  <a:pt x="45844" y="36843"/>
                </a:moveTo>
                <a:lnTo>
                  <a:pt x="48868" y="40474"/>
                </a:lnTo>
                <a:lnTo>
                  <a:pt x="42706" y="45033"/>
                </a:lnTo>
                <a:lnTo>
                  <a:pt x="39384" y="43647"/>
                </a:lnTo>
                <a:cubicBezTo>
                  <a:pt x="39464" y="43349"/>
                  <a:pt x="39395" y="43017"/>
                  <a:pt x="39212" y="42754"/>
                </a:cubicBezTo>
                <a:lnTo>
                  <a:pt x="45844" y="36843"/>
                </a:lnTo>
                <a:close/>
                <a:moveTo>
                  <a:pt x="34664" y="38332"/>
                </a:moveTo>
                <a:cubicBezTo>
                  <a:pt x="34687" y="38355"/>
                  <a:pt x="34710" y="38378"/>
                  <a:pt x="34744" y="38401"/>
                </a:cubicBezTo>
                <a:lnTo>
                  <a:pt x="34744" y="38412"/>
                </a:lnTo>
                <a:cubicBezTo>
                  <a:pt x="34847" y="38492"/>
                  <a:pt x="34962" y="38550"/>
                  <a:pt x="35088" y="38584"/>
                </a:cubicBezTo>
                <a:lnTo>
                  <a:pt x="32808" y="44564"/>
                </a:lnTo>
                <a:lnTo>
                  <a:pt x="28467" y="45549"/>
                </a:lnTo>
                <a:cubicBezTo>
                  <a:pt x="28387" y="45274"/>
                  <a:pt x="28261" y="45010"/>
                  <a:pt x="28066" y="44781"/>
                </a:cubicBezTo>
                <a:lnTo>
                  <a:pt x="34664" y="38332"/>
                </a:lnTo>
                <a:close/>
                <a:moveTo>
                  <a:pt x="75903" y="38997"/>
                </a:moveTo>
                <a:lnTo>
                  <a:pt x="78102" y="40509"/>
                </a:lnTo>
                <a:lnTo>
                  <a:pt x="73062" y="45767"/>
                </a:lnTo>
                <a:cubicBezTo>
                  <a:pt x="73027" y="45744"/>
                  <a:pt x="72993" y="45721"/>
                  <a:pt x="72959" y="45698"/>
                </a:cubicBezTo>
                <a:lnTo>
                  <a:pt x="75903" y="38997"/>
                </a:lnTo>
                <a:close/>
                <a:moveTo>
                  <a:pt x="109088" y="29981"/>
                </a:moveTo>
                <a:lnTo>
                  <a:pt x="112754" y="45182"/>
                </a:lnTo>
                <a:cubicBezTo>
                  <a:pt x="112445" y="45274"/>
                  <a:pt x="112147" y="45457"/>
                  <a:pt x="111918" y="45732"/>
                </a:cubicBezTo>
                <a:cubicBezTo>
                  <a:pt x="111838" y="45835"/>
                  <a:pt x="111780" y="45938"/>
                  <a:pt x="111723" y="46041"/>
                </a:cubicBezTo>
                <a:lnTo>
                  <a:pt x="97897" y="40245"/>
                </a:lnTo>
                <a:cubicBezTo>
                  <a:pt x="97943" y="40050"/>
                  <a:pt x="97908" y="39844"/>
                  <a:pt x="97805" y="39672"/>
                </a:cubicBezTo>
                <a:lnTo>
                  <a:pt x="109088" y="29981"/>
                </a:lnTo>
                <a:close/>
                <a:moveTo>
                  <a:pt x="35546" y="25124"/>
                </a:moveTo>
                <a:lnTo>
                  <a:pt x="35214" y="36786"/>
                </a:lnTo>
                <a:lnTo>
                  <a:pt x="35202" y="36786"/>
                </a:lnTo>
                <a:cubicBezTo>
                  <a:pt x="34985" y="36820"/>
                  <a:pt x="34767" y="36923"/>
                  <a:pt x="34607" y="37118"/>
                </a:cubicBezTo>
                <a:cubicBezTo>
                  <a:pt x="34378" y="37404"/>
                  <a:pt x="34343" y="37794"/>
                  <a:pt x="34504" y="38103"/>
                </a:cubicBezTo>
                <a:lnTo>
                  <a:pt x="27860" y="44587"/>
                </a:lnTo>
                <a:cubicBezTo>
                  <a:pt x="27837" y="44564"/>
                  <a:pt x="27825" y="44541"/>
                  <a:pt x="27802" y="44529"/>
                </a:cubicBezTo>
                <a:cubicBezTo>
                  <a:pt x="27436" y="44228"/>
                  <a:pt x="26995" y="44082"/>
                  <a:pt x="26557" y="44082"/>
                </a:cubicBezTo>
                <a:cubicBezTo>
                  <a:pt x="25981" y="44082"/>
                  <a:pt x="25409" y="44334"/>
                  <a:pt x="25019" y="44816"/>
                </a:cubicBezTo>
                <a:cubicBezTo>
                  <a:pt x="24652" y="45263"/>
                  <a:pt x="24515" y="45824"/>
                  <a:pt x="24595" y="46351"/>
                </a:cubicBezTo>
                <a:lnTo>
                  <a:pt x="20998" y="47015"/>
                </a:lnTo>
                <a:lnTo>
                  <a:pt x="20998" y="47015"/>
                </a:lnTo>
                <a:lnTo>
                  <a:pt x="35546" y="25124"/>
                </a:lnTo>
                <a:close/>
                <a:moveTo>
                  <a:pt x="49040" y="40692"/>
                </a:moveTo>
                <a:lnTo>
                  <a:pt x="51377" y="43487"/>
                </a:lnTo>
                <a:lnTo>
                  <a:pt x="48124" y="47279"/>
                </a:lnTo>
                <a:lnTo>
                  <a:pt x="43015" y="45159"/>
                </a:lnTo>
                <a:lnTo>
                  <a:pt x="49040" y="40692"/>
                </a:lnTo>
                <a:close/>
                <a:moveTo>
                  <a:pt x="39269" y="43911"/>
                </a:moveTo>
                <a:lnTo>
                  <a:pt x="42442" y="45228"/>
                </a:lnTo>
                <a:lnTo>
                  <a:pt x="39074" y="47725"/>
                </a:lnTo>
                <a:lnTo>
                  <a:pt x="38605" y="44415"/>
                </a:lnTo>
                <a:cubicBezTo>
                  <a:pt x="38822" y="44358"/>
                  <a:pt x="39028" y="44232"/>
                  <a:pt x="39177" y="44048"/>
                </a:cubicBezTo>
                <a:cubicBezTo>
                  <a:pt x="39212" y="44002"/>
                  <a:pt x="39246" y="43957"/>
                  <a:pt x="39269" y="43911"/>
                </a:cubicBezTo>
                <a:close/>
                <a:moveTo>
                  <a:pt x="32740" y="44724"/>
                </a:moveTo>
                <a:lnTo>
                  <a:pt x="31399" y="48252"/>
                </a:lnTo>
                <a:lnTo>
                  <a:pt x="28387" y="46798"/>
                </a:lnTo>
                <a:cubicBezTo>
                  <a:pt x="28535" y="46442"/>
                  <a:pt x="28570" y="46064"/>
                  <a:pt x="28501" y="45698"/>
                </a:cubicBezTo>
                <a:lnTo>
                  <a:pt x="32740" y="44724"/>
                </a:lnTo>
                <a:close/>
                <a:moveTo>
                  <a:pt x="90462" y="37988"/>
                </a:moveTo>
                <a:lnTo>
                  <a:pt x="92249" y="38561"/>
                </a:lnTo>
                <a:lnTo>
                  <a:pt x="91333" y="48310"/>
                </a:lnTo>
                <a:lnTo>
                  <a:pt x="90462" y="37988"/>
                </a:lnTo>
                <a:close/>
                <a:moveTo>
                  <a:pt x="92387" y="38607"/>
                </a:moveTo>
                <a:lnTo>
                  <a:pt x="96476" y="39901"/>
                </a:lnTo>
                <a:cubicBezTo>
                  <a:pt x="96419" y="40165"/>
                  <a:pt x="96499" y="40451"/>
                  <a:pt x="96717" y="40623"/>
                </a:cubicBezTo>
                <a:cubicBezTo>
                  <a:pt x="96728" y="40635"/>
                  <a:pt x="96728" y="40635"/>
                  <a:pt x="96740" y="40635"/>
                </a:cubicBezTo>
                <a:lnTo>
                  <a:pt x="91791" y="48585"/>
                </a:lnTo>
                <a:cubicBezTo>
                  <a:pt x="91688" y="48527"/>
                  <a:pt x="91585" y="48493"/>
                  <a:pt x="91470" y="48470"/>
                </a:cubicBezTo>
                <a:lnTo>
                  <a:pt x="91459" y="48470"/>
                </a:lnTo>
                <a:lnTo>
                  <a:pt x="92387" y="38607"/>
                </a:lnTo>
                <a:close/>
                <a:moveTo>
                  <a:pt x="82993" y="35606"/>
                </a:moveTo>
                <a:lnTo>
                  <a:pt x="90164" y="37897"/>
                </a:lnTo>
                <a:lnTo>
                  <a:pt x="91058" y="48481"/>
                </a:lnTo>
                <a:cubicBezTo>
                  <a:pt x="90840" y="48527"/>
                  <a:pt x="90623" y="48653"/>
                  <a:pt x="90474" y="48848"/>
                </a:cubicBezTo>
                <a:cubicBezTo>
                  <a:pt x="90462" y="48848"/>
                  <a:pt x="90462" y="48859"/>
                  <a:pt x="90462" y="48859"/>
                </a:cubicBezTo>
                <a:lnTo>
                  <a:pt x="78320" y="40486"/>
                </a:lnTo>
                <a:lnTo>
                  <a:pt x="82993" y="35606"/>
                </a:lnTo>
                <a:close/>
                <a:moveTo>
                  <a:pt x="78217" y="40589"/>
                </a:moveTo>
                <a:lnTo>
                  <a:pt x="90382" y="48974"/>
                </a:lnTo>
                <a:cubicBezTo>
                  <a:pt x="90336" y="49054"/>
                  <a:pt x="90290" y="49134"/>
                  <a:pt x="90268" y="49215"/>
                </a:cubicBezTo>
                <a:lnTo>
                  <a:pt x="73291" y="46534"/>
                </a:lnTo>
                <a:cubicBezTo>
                  <a:pt x="73371" y="46305"/>
                  <a:pt x="73325" y="46053"/>
                  <a:pt x="73165" y="45870"/>
                </a:cubicBezTo>
                <a:lnTo>
                  <a:pt x="78217" y="40589"/>
                </a:lnTo>
                <a:close/>
                <a:moveTo>
                  <a:pt x="97805" y="40440"/>
                </a:moveTo>
                <a:lnTo>
                  <a:pt x="111643" y="46248"/>
                </a:lnTo>
                <a:cubicBezTo>
                  <a:pt x="111563" y="46465"/>
                  <a:pt x="111540" y="46694"/>
                  <a:pt x="111551" y="46924"/>
                </a:cubicBezTo>
                <a:lnTo>
                  <a:pt x="92341" y="49318"/>
                </a:lnTo>
                <a:cubicBezTo>
                  <a:pt x="92295" y="49077"/>
                  <a:pt x="92169" y="48859"/>
                  <a:pt x="91963" y="48699"/>
                </a:cubicBezTo>
                <a:cubicBezTo>
                  <a:pt x="91951" y="48676"/>
                  <a:pt x="91929" y="48665"/>
                  <a:pt x="91917" y="48653"/>
                </a:cubicBezTo>
                <a:lnTo>
                  <a:pt x="96854" y="40715"/>
                </a:lnTo>
                <a:cubicBezTo>
                  <a:pt x="96961" y="40766"/>
                  <a:pt x="97075" y="40792"/>
                  <a:pt x="97187" y="40792"/>
                </a:cubicBezTo>
                <a:cubicBezTo>
                  <a:pt x="97399" y="40792"/>
                  <a:pt x="97605" y="40700"/>
                  <a:pt x="97748" y="40520"/>
                </a:cubicBezTo>
                <a:cubicBezTo>
                  <a:pt x="97771" y="40497"/>
                  <a:pt x="97794" y="40463"/>
                  <a:pt x="97805" y="40440"/>
                </a:cubicBezTo>
                <a:close/>
                <a:moveTo>
                  <a:pt x="62179" y="31344"/>
                </a:moveTo>
                <a:cubicBezTo>
                  <a:pt x="62260" y="31459"/>
                  <a:pt x="62351" y="31574"/>
                  <a:pt x="62477" y="31665"/>
                </a:cubicBezTo>
                <a:cubicBezTo>
                  <a:pt x="62603" y="31780"/>
                  <a:pt x="62752" y="31860"/>
                  <a:pt x="62913" y="31917"/>
                </a:cubicBezTo>
                <a:lnTo>
                  <a:pt x="58342" y="49627"/>
                </a:lnTo>
                <a:cubicBezTo>
                  <a:pt x="58273" y="49604"/>
                  <a:pt x="58216" y="49581"/>
                  <a:pt x="58147" y="49570"/>
                </a:cubicBezTo>
                <a:lnTo>
                  <a:pt x="57414" y="36900"/>
                </a:lnTo>
                <a:lnTo>
                  <a:pt x="62179" y="31344"/>
                </a:lnTo>
                <a:close/>
                <a:moveTo>
                  <a:pt x="57208" y="37129"/>
                </a:moveTo>
                <a:lnTo>
                  <a:pt x="57930" y="49547"/>
                </a:lnTo>
                <a:cubicBezTo>
                  <a:pt x="57884" y="49547"/>
                  <a:pt x="57838" y="49547"/>
                  <a:pt x="57803" y="49558"/>
                </a:cubicBezTo>
                <a:cubicBezTo>
                  <a:pt x="57517" y="49581"/>
                  <a:pt x="57265" y="49707"/>
                  <a:pt x="57082" y="49890"/>
                </a:cubicBezTo>
                <a:lnTo>
                  <a:pt x="51755" y="43498"/>
                </a:lnTo>
                <a:lnTo>
                  <a:pt x="57208" y="37129"/>
                </a:lnTo>
                <a:close/>
                <a:moveTo>
                  <a:pt x="64711" y="31276"/>
                </a:moveTo>
                <a:lnTo>
                  <a:pt x="73669" y="37450"/>
                </a:lnTo>
                <a:cubicBezTo>
                  <a:pt x="73600" y="37656"/>
                  <a:pt x="73623" y="37885"/>
                  <a:pt x="73726" y="38080"/>
                </a:cubicBezTo>
                <a:lnTo>
                  <a:pt x="58915" y="50051"/>
                </a:lnTo>
                <a:cubicBezTo>
                  <a:pt x="58823" y="49936"/>
                  <a:pt x="58720" y="49833"/>
                  <a:pt x="58605" y="49753"/>
                </a:cubicBezTo>
                <a:lnTo>
                  <a:pt x="63187" y="31986"/>
                </a:lnTo>
                <a:cubicBezTo>
                  <a:pt x="63266" y="31998"/>
                  <a:pt x="63345" y="32004"/>
                  <a:pt x="63424" y="32004"/>
                </a:cubicBezTo>
                <a:cubicBezTo>
                  <a:pt x="63863" y="32004"/>
                  <a:pt x="64294" y="31816"/>
                  <a:pt x="64585" y="31448"/>
                </a:cubicBezTo>
                <a:cubicBezTo>
                  <a:pt x="64631" y="31390"/>
                  <a:pt x="64677" y="31333"/>
                  <a:pt x="64711" y="31276"/>
                </a:cubicBezTo>
                <a:close/>
                <a:moveTo>
                  <a:pt x="37333" y="43682"/>
                </a:moveTo>
                <a:cubicBezTo>
                  <a:pt x="37390" y="43876"/>
                  <a:pt x="37505" y="44060"/>
                  <a:pt x="37677" y="44209"/>
                </a:cubicBezTo>
                <a:cubicBezTo>
                  <a:pt x="37868" y="44368"/>
                  <a:pt x="38109" y="44439"/>
                  <a:pt x="38336" y="44439"/>
                </a:cubicBezTo>
                <a:cubicBezTo>
                  <a:pt x="38353" y="44439"/>
                  <a:pt x="38370" y="44439"/>
                  <a:pt x="38387" y="44438"/>
                </a:cubicBezTo>
                <a:lnTo>
                  <a:pt x="38880" y="47863"/>
                </a:lnTo>
                <a:lnTo>
                  <a:pt x="35603" y="50303"/>
                </a:lnTo>
                <a:lnTo>
                  <a:pt x="31651" y="48378"/>
                </a:lnTo>
                <a:lnTo>
                  <a:pt x="33083" y="44655"/>
                </a:lnTo>
                <a:lnTo>
                  <a:pt x="37333" y="43682"/>
                </a:lnTo>
                <a:close/>
                <a:moveTo>
                  <a:pt x="51560" y="43716"/>
                </a:moveTo>
                <a:lnTo>
                  <a:pt x="56899" y="50108"/>
                </a:lnTo>
                <a:cubicBezTo>
                  <a:pt x="56761" y="50314"/>
                  <a:pt x="56681" y="50578"/>
                  <a:pt x="56704" y="50841"/>
                </a:cubicBezTo>
                <a:lnTo>
                  <a:pt x="48410" y="47393"/>
                </a:lnTo>
                <a:lnTo>
                  <a:pt x="51560" y="43716"/>
                </a:lnTo>
                <a:close/>
                <a:moveTo>
                  <a:pt x="73898" y="38309"/>
                </a:moveTo>
                <a:cubicBezTo>
                  <a:pt x="73910" y="38321"/>
                  <a:pt x="73921" y="38332"/>
                  <a:pt x="73932" y="38344"/>
                </a:cubicBezTo>
                <a:cubicBezTo>
                  <a:pt x="74085" y="38468"/>
                  <a:pt x="74269" y="38528"/>
                  <a:pt x="74451" y="38528"/>
                </a:cubicBezTo>
                <a:cubicBezTo>
                  <a:pt x="74638" y="38528"/>
                  <a:pt x="74824" y="38465"/>
                  <a:pt x="74975" y="38344"/>
                </a:cubicBezTo>
                <a:lnTo>
                  <a:pt x="75662" y="38825"/>
                </a:lnTo>
                <a:lnTo>
                  <a:pt x="72672" y="45641"/>
                </a:lnTo>
                <a:cubicBezTo>
                  <a:pt x="72478" y="45641"/>
                  <a:pt x="72283" y="45721"/>
                  <a:pt x="72157" y="45881"/>
                </a:cubicBezTo>
                <a:cubicBezTo>
                  <a:pt x="72042" y="46030"/>
                  <a:pt x="71996" y="46202"/>
                  <a:pt x="72008" y="46374"/>
                </a:cubicBezTo>
                <a:lnTo>
                  <a:pt x="59155" y="50864"/>
                </a:lnTo>
                <a:cubicBezTo>
                  <a:pt x="59155" y="50795"/>
                  <a:pt x="59155" y="50727"/>
                  <a:pt x="59155" y="50658"/>
                </a:cubicBezTo>
                <a:cubicBezTo>
                  <a:pt x="59132" y="50532"/>
                  <a:pt x="59109" y="50406"/>
                  <a:pt x="59052" y="50291"/>
                </a:cubicBezTo>
                <a:lnTo>
                  <a:pt x="73898" y="38309"/>
                </a:lnTo>
                <a:close/>
                <a:moveTo>
                  <a:pt x="20311" y="47748"/>
                </a:moveTo>
                <a:lnTo>
                  <a:pt x="17882" y="51494"/>
                </a:lnTo>
                <a:cubicBezTo>
                  <a:pt x="17698" y="51388"/>
                  <a:pt x="17495" y="51337"/>
                  <a:pt x="17294" y="51337"/>
                </a:cubicBezTo>
                <a:cubicBezTo>
                  <a:pt x="17082" y="51337"/>
                  <a:pt x="16873" y="51394"/>
                  <a:pt x="16691" y="51506"/>
                </a:cubicBezTo>
                <a:lnTo>
                  <a:pt x="16530" y="51380"/>
                </a:lnTo>
                <a:lnTo>
                  <a:pt x="20311" y="47748"/>
                </a:lnTo>
                <a:close/>
                <a:moveTo>
                  <a:pt x="38925" y="48184"/>
                </a:moveTo>
                <a:lnTo>
                  <a:pt x="39498" y="52193"/>
                </a:lnTo>
                <a:lnTo>
                  <a:pt x="35890" y="50440"/>
                </a:lnTo>
                <a:lnTo>
                  <a:pt x="38925" y="48184"/>
                </a:lnTo>
                <a:close/>
                <a:moveTo>
                  <a:pt x="42740" y="45354"/>
                </a:moveTo>
                <a:lnTo>
                  <a:pt x="47929" y="47508"/>
                </a:lnTo>
                <a:lnTo>
                  <a:pt x="42614" y="53716"/>
                </a:lnTo>
                <a:lnTo>
                  <a:pt x="39727" y="52307"/>
                </a:lnTo>
                <a:lnTo>
                  <a:pt x="39120" y="48046"/>
                </a:lnTo>
                <a:lnTo>
                  <a:pt x="42740" y="45354"/>
                </a:lnTo>
                <a:close/>
                <a:moveTo>
                  <a:pt x="28261" y="47050"/>
                </a:moveTo>
                <a:lnTo>
                  <a:pt x="31296" y="48527"/>
                </a:lnTo>
                <a:lnTo>
                  <a:pt x="28948" y="54679"/>
                </a:lnTo>
                <a:lnTo>
                  <a:pt x="27138" y="47954"/>
                </a:lnTo>
                <a:cubicBezTo>
                  <a:pt x="27493" y="47840"/>
                  <a:pt x="27825" y="47622"/>
                  <a:pt x="28089" y="47313"/>
                </a:cubicBezTo>
                <a:cubicBezTo>
                  <a:pt x="28157" y="47233"/>
                  <a:pt x="28215" y="47141"/>
                  <a:pt x="28261" y="47050"/>
                </a:cubicBezTo>
                <a:close/>
                <a:moveTo>
                  <a:pt x="24618" y="46488"/>
                </a:moveTo>
                <a:cubicBezTo>
                  <a:pt x="24709" y="46912"/>
                  <a:pt x="24939" y="47302"/>
                  <a:pt x="25305" y="47599"/>
                </a:cubicBezTo>
                <a:cubicBezTo>
                  <a:pt x="25672" y="47898"/>
                  <a:pt x="26108" y="48038"/>
                  <a:pt x="26548" y="48038"/>
                </a:cubicBezTo>
                <a:cubicBezTo>
                  <a:pt x="26699" y="48038"/>
                  <a:pt x="26851" y="48021"/>
                  <a:pt x="27000" y="47989"/>
                </a:cubicBezTo>
                <a:lnTo>
                  <a:pt x="28810" y="54725"/>
                </a:lnTo>
                <a:cubicBezTo>
                  <a:pt x="28776" y="54747"/>
                  <a:pt x="28742" y="54759"/>
                  <a:pt x="28719" y="54782"/>
                </a:cubicBezTo>
                <a:lnTo>
                  <a:pt x="18443" y="52388"/>
                </a:lnTo>
                <a:cubicBezTo>
                  <a:pt x="18409" y="52078"/>
                  <a:pt x="18272" y="51792"/>
                  <a:pt x="18020" y="51586"/>
                </a:cubicBezTo>
                <a:cubicBezTo>
                  <a:pt x="18008" y="51586"/>
                  <a:pt x="18008" y="51574"/>
                  <a:pt x="17997" y="51574"/>
                </a:cubicBezTo>
                <a:lnTo>
                  <a:pt x="20757" y="47302"/>
                </a:lnTo>
                <a:lnTo>
                  <a:pt x="20860" y="47198"/>
                </a:lnTo>
                <a:cubicBezTo>
                  <a:pt x="20860" y="47198"/>
                  <a:pt x="20872" y="47187"/>
                  <a:pt x="20883" y="47187"/>
                </a:cubicBezTo>
                <a:lnTo>
                  <a:pt x="20883" y="47176"/>
                </a:lnTo>
                <a:lnTo>
                  <a:pt x="24618" y="46488"/>
                </a:lnTo>
                <a:close/>
                <a:moveTo>
                  <a:pt x="31548" y="48653"/>
                </a:moveTo>
                <a:lnTo>
                  <a:pt x="35340" y="50498"/>
                </a:lnTo>
                <a:lnTo>
                  <a:pt x="29463" y="54839"/>
                </a:lnTo>
                <a:cubicBezTo>
                  <a:pt x="29463" y="54839"/>
                  <a:pt x="29463" y="54828"/>
                  <a:pt x="29452" y="54828"/>
                </a:cubicBezTo>
                <a:cubicBezTo>
                  <a:pt x="29395" y="54782"/>
                  <a:pt x="29314" y="54736"/>
                  <a:pt x="29246" y="54713"/>
                </a:cubicBezTo>
                <a:lnTo>
                  <a:pt x="31548" y="48653"/>
                </a:lnTo>
                <a:close/>
                <a:moveTo>
                  <a:pt x="39773" y="52651"/>
                </a:moveTo>
                <a:lnTo>
                  <a:pt x="42419" y="53934"/>
                </a:lnTo>
                <a:lnTo>
                  <a:pt x="40896" y="55721"/>
                </a:lnTo>
                <a:cubicBezTo>
                  <a:pt x="40678" y="55572"/>
                  <a:pt x="40426" y="55492"/>
                  <a:pt x="40185" y="55492"/>
                </a:cubicBezTo>
                <a:lnTo>
                  <a:pt x="39773" y="52651"/>
                </a:lnTo>
                <a:close/>
                <a:moveTo>
                  <a:pt x="35626" y="50635"/>
                </a:moveTo>
                <a:lnTo>
                  <a:pt x="39544" y="52537"/>
                </a:lnTo>
                <a:lnTo>
                  <a:pt x="39968" y="55515"/>
                </a:lnTo>
                <a:cubicBezTo>
                  <a:pt x="39658" y="55561"/>
                  <a:pt x="39372" y="55710"/>
                  <a:pt x="39154" y="55973"/>
                </a:cubicBezTo>
                <a:cubicBezTo>
                  <a:pt x="39086" y="56065"/>
                  <a:pt x="39028" y="56156"/>
                  <a:pt x="38983" y="56260"/>
                </a:cubicBezTo>
                <a:lnTo>
                  <a:pt x="29761" y="54988"/>
                </a:lnTo>
                <a:lnTo>
                  <a:pt x="35626" y="50635"/>
                </a:lnTo>
                <a:close/>
                <a:moveTo>
                  <a:pt x="42683" y="54060"/>
                </a:moveTo>
                <a:lnTo>
                  <a:pt x="52786" y="58974"/>
                </a:lnTo>
                <a:lnTo>
                  <a:pt x="52786" y="58974"/>
                </a:lnTo>
                <a:lnTo>
                  <a:pt x="41457" y="56683"/>
                </a:lnTo>
                <a:cubicBezTo>
                  <a:pt x="41434" y="56397"/>
                  <a:pt x="41308" y="56122"/>
                  <a:pt x="41113" y="55904"/>
                </a:cubicBezTo>
                <a:lnTo>
                  <a:pt x="42683" y="54060"/>
                </a:lnTo>
                <a:close/>
                <a:moveTo>
                  <a:pt x="48204" y="47622"/>
                </a:moveTo>
                <a:lnTo>
                  <a:pt x="56761" y="51173"/>
                </a:lnTo>
                <a:cubicBezTo>
                  <a:pt x="56899" y="51574"/>
                  <a:pt x="57231" y="51884"/>
                  <a:pt x="57643" y="51975"/>
                </a:cubicBezTo>
                <a:lnTo>
                  <a:pt x="55203" y="58929"/>
                </a:lnTo>
                <a:cubicBezTo>
                  <a:pt x="55171" y="58924"/>
                  <a:pt x="55139" y="58921"/>
                  <a:pt x="55108" y="58921"/>
                </a:cubicBezTo>
                <a:cubicBezTo>
                  <a:pt x="54912" y="58921"/>
                  <a:pt x="54724" y="59011"/>
                  <a:pt x="54596" y="59169"/>
                </a:cubicBezTo>
                <a:cubicBezTo>
                  <a:pt x="54562" y="59215"/>
                  <a:pt x="54527" y="59272"/>
                  <a:pt x="54504" y="59318"/>
                </a:cubicBezTo>
                <a:lnTo>
                  <a:pt x="53909" y="59203"/>
                </a:lnTo>
                <a:lnTo>
                  <a:pt x="42877" y="53842"/>
                </a:lnTo>
                <a:lnTo>
                  <a:pt x="48204" y="47622"/>
                </a:lnTo>
                <a:close/>
                <a:moveTo>
                  <a:pt x="72100" y="46637"/>
                </a:moveTo>
                <a:cubicBezTo>
                  <a:pt x="72111" y="46660"/>
                  <a:pt x="72122" y="46683"/>
                  <a:pt x="72134" y="46694"/>
                </a:cubicBezTo>
                <a:lnTo>
                  <a:pt x="55742" y="59341"/>
                </a:lnTo>
                <a:cubicBezTo>
                  <a:pt x="55696" y="59238"/>
                  <a:pt x="55638" y="59146"/>
                  <a:pt x="55547" y="59066"/>
                </a:cubicBezTo>
                <a:cubicBezTo>
                  <a:pt x="55524" y="59055"/>
                  <a:pt x="55501" y="59032"/>
                  <a:pt x="55467" y="59020"/>
                </a:cubicBezTo>
                <a:lnTo>
                  <a:pt x="57930" y="52010"/>
                </a:lnTo>
                <a:lnTo>
                  <a:pt x="58056" y="52010"/>
                </a:lnTo>
                <a:cubicBezTo>
                  <a:pt x="58537" y="51952"/>
                  <a:pt x="58926" y="51620"/>
                  <a:pt x="59086" y="51196"/>
                </a:cubicBezTo>
                <a:lnTo>
                  <a:pt x="72100" y="46637"/>
                </a:lnTo>
                <a:close/>
                <a:moveTo>
                  <a:pt x="16324" y="51574"/>
                </a:moveTo>
                <a:lnTo>
                  <a:pt x="16462" y="51689"/>
                </a:lnTo>
                <a:cubicBezTo>
                  <a:pt x="16439" y="51712"/>
                  <a:pt x="16416" y="51723"/>
                  <a:pt x="16404" y="51758"/>
                </a:cubicBezTo>
                <a:cubicBezTo>
                  <a:pt x="16084" y="52147"/>
                  <a:pt x="16061" y="52697"/>
                  <a:pt x="16324" y="53098"/>
                </a:cubicBezTo>
                <a:lnTo>
                  <a:pt x="2704" y="64713"/>
                </a:lnTo>
                <a:lnTo>
                  <a:pt x="2704" y="64713"/>
                </a:lnTo>
                <a:lnTo>
                  <a:pt x="16324" y="51574"/>
                </a:lnTo>
                <a:close/>
                <a:moveTo>
                  <a:pt x="18421" y="52674"/>
                </a:moveTo>
                <a:lnTo>
                  <a:pt x="28478" y="55022"/>
                </a:lnTo>
                <a:cubicBezTo>
                  <a:pt x="28364" y="55229"/>
                  <a:pt x="28387" y="55492"/>
                  <a:pt x="28513" y="55687"/>
                </a:cubicBezTo>
                <a:lnTo>
                  <a:pt x="13140" y="72285"/>
                </a:lnTo>
                <a:lnTo>
                  <a:pt x="13140" y="72285"/>
                </a:lnTo>
                <a:lnTo>
                  <a:pt x="17229" y="53625"/>
                </a:lnTo>
                <a:cubicBezTo>
                  <a:pt x="17255" y="53626"/>
                  <a:pt x="17280" y="53627"/>
                  <a:pt x="17305" y="53627"/>
                </a:cubicBezTo>
                <a:cubicBezTo>
                  <a:pt x="17634" y="53627"/>
                  <a:pt x="17957" y="53489"/>
                  <a:pt x="18180" y="53212"/>
                </a:cubicBezTo>
                <a:cubicBezTo>
                  <a:pt x="18317" y="53052"/>
                  <a:pt x="18398" y="52869"/>
                  <a:pt x="18421" y="52674"/>
                </a:cubicBezTo>
                <a:close/>
                <a:moveTo>
                  <a:pt x="29692" y="55263"/>
                </a:moveTo>
                <a:lnTo>
                  <a:pt x="38891" y="56534"/>
                </a:lnTo>
                <a:cubicBezTo>
                  <a:pt x="38811" y="56970"/>
                  <a:pt x="38948" y="57439"/>
                  <a:pt x="39292" y="57749"/>
                </a:cubicBezTo>
                <a:lnTo>
                  <a:pt x="29635" y="72973"/>
                </a:lnTo>
                <a:cubicBezTo>
                  <a:pt x="29578" y="72950"/>
                  <a:pt x="29521" y="72927"/>
                  <a:pt x="29463" y="72927"/>
                </a:cubicBezTo>
                <a:lnTo>
                  <a:pt x="28856" y="55939"/>
                </a:lnTo>
                <a:lnTo>
                  <a:pt x="28856" y="55939"/>
                </a:lnTo>
                <a:cubicBezTo>
                  <a:pt x="28918" y="55959"/>
                  <a:pt x="28983" y="55969"/>
                  <a:pt x="29048" y="55969"/>
                </a:cubicBezTo>
                <a:cubicBezTo>
                  <a:pt x="29236" y="55969"/>
                  <a:pt x="29424" y="55886"/>
                  <a:pt x="29544" y="55733"/>
                </a:cubicBezTo>
                <a:cubicBezTo>
                  <a:pt x="29658" y="55595"/>
                  <a:pt x="29704" y="55423"/>
                  <a:pt x="29692" y="55263"/>
                </a:cubicBezTo>
                <a:close/>
                <a:moveTo>
                  <a:pt x="28570" y="56053"/>
                </a:moveTo>
                <a:lnTo>
                  <a:pt x="29177" y="72938"/>
                </a:lnTo>
                <a:cubicBezTo>
                  <a:pt x="29028" y="72973"/>
                  <a:pt x="28902" y="73041"/>
                  <a:pt x="28799" y="73167"/>
                </a:cubicBezTo>
                <a:cubicBezTo>
                  <a:pt x="28730" y="73248"/>
                  <a:pt x="28696" y="73339"/>
                  <a:pt x="28673" y="73431"/>
                </a:cubicBezTo>
                <a:lnTo>
                  <a:pt x="13300" y="72537"/>
                </a:lnTo>
                <a:lnTo>
                  <a:pt x="28570" y="56053"/>
                </a:lnTo>
                <a:close/>
                <a:moveTo>
                  <a:pt x="74455" y="0"/>
                </a:moveTo>
                <a:cubicBezTo>
                  <a:pt x="74449" y="0"/>
                  <a:pt x="74442" y="1"/>
                  <a:pt x="74436" y="3"/>
                </a:cubicBezTo>
                <a:cubicBezTo>
                  <a:pt x="74402" y="14"/>
                  <a:pt x="74379" y="60"/>
                  <a:pt x="74391" y="95"/>
                </a:cubicBezTo>
                <a:lnTo>
                  <a:pt x="76292" y="6865"/>
                </a:lnTo>
                <a:cubicBezTo>
                  <a:pt x="76201" y="6910"/>
                  <a:pt x="76097" y="6968"/>
                  <a:pt x="76029" y="7059"/>
                </a:cubicBezTo>
                <a:cubicBezTo>
                  <a:pt x="75914" y="7197"/>
                  <a:pt x="75868" y="7357"/>
                  <a:pt x="75880" y="7518"/>
                </a:cubicBezTo>
                <a:lnTo>
                  <a:pt x="53038" y="13978"/>
                </a:lnTo>
                <a:cubicBezTo>
                  <a:pt x="52958" y="13784"/>
                  <a:pt x="52820" y="13589"/>
                  <a:pt x="52637" y="13440"/>
                </a:cubicBezTo>
                <a:cubicBezTo>
                  <a:pt x="52389" y="13241"/>
                  <a:pt x="52091" y="13144"/>
                  <a:pt x="51795" y="13144"/>
                </a:cubicBezTo>
                <a:cubicBezTo>
                  <a:pt x="51408" y="13144"/>
                  <a:pt x="51025" y="13310"/>
                  <a:pt x="50759" y="13635"/>
                </a:cubicBezTo>
                <a:cubicBezTo>
                  <a:pt x="50495" y="13955"/>
                  <a:pt x="50415" y="14356"/>
                  <a:pt x="50484" y="14723"/>
                </a:cubicBezTo>
                <a:lnTo>
                  <a:pt x="36314" y="23967"/>
                </a:lnTo>
                <a:lnTo>
                  <a:pt x="36657" y="23440"/>
                </a:lnTo>
                <a:cubicBezTo>
                  <a:pt x="36692" y="23395"/>
                  <a:pt x="36669" y="23326"/>
                  <a:pt x="36623" y="23291"/>
                </a:cubicBezTo>
                <a:cubicBezTo>
                  <a:pt x="36606" y="23279"/>
                  <a:pt x="36585" y="23272"/>
                  <a:pt x="36565" y="23272"/>
                </a:cubicBezTo>
                <a:cubicBezTo>
                  <a:pt x="36530" y="23272"/>
                  <a:pt x="36495" y="23290"/>
                  <a:pt x="36474" y="23326"/>
                </a:cubicBezTo>
                <a:lnTo>
                  <a:pt x="35855" y="24254"/>
                </a:lnTo>
                <a:lnTo>
                  <a:pt x="35764" y="24311"/>
                </a:lnTo>
                <a:cubicBezTo>
                  <a:pt x="35747" y="24305"/>
                  <a:pt x="35729" y="24302"/>
                  <a:pt x="35712" y="24302"/>
                </a:cubicBezTo>
                <a:cubicBezTo>
                  <a:pt x="35695" y="24302"/>
                  <a:pt x="35678" y="24305"/>
                  <a:pt x="35661" y="24311"/>
                </a:cubicBezTo>
                <a:cubicBezTo>
                  <a:pt x="35603" y="24322"/>
                  <a:pt x="35557" y="24380"/>
                  <a:pt x="35557" y="24437"/>
                </a:cubicBezTo>
                <a:lnTo>
                  <a:pt x="35546" y="24712"/>
                </a:lnTo>
                <a:lnTo>
                  <a:pt x="20712" y="47038"/>
                </a:lnTo>
                <a:lnTo>
                  <a:pt x="15694" y="46156"/>
                </a:lnTo>
                <a:cubicBezTo>
                  <a:pt x="15648" y="46156"/>
                  <a:pt x="15614" y="46179"/>
                  <a:pt x="15603" y="46213"/>
                </a:cubicBezTo>
                <a:cubicBezTo>
                  <a:pt x="15603" y="46259"/>
                  <a:pt x="15625" y="46293"/>
                  <a:pt x="15671" y="46305"/>
                </a:cubicBezTo>
                <a:lnTo>
                  <a:pt x="20597" y="47164"/>
                </a:lnTo>
                <a:lnTo>
                  <a:pt x="16370" y="51242"/>
                </a:lnTo>
                <a:lnTo>
                  <a:pt x="14892" y="50039"/>
                </a:lnTo>
                <a:cubicBezTo>
                  <a:pt x="14861" y="50019"/>
                  <a:pt x="14826" y="50007"/>
                  <a:pt x="14792" y="50007"/>
                </a:cubicBezTo>
                <a:cubicBezTo>
                  <a:pt x="14750" y="50007"/>
                  <a:pt x="14711" y="50024"/>
                  <a:pt x="14686" y="50062"/>
                </a:cubicBezTo>
                <a:cubicBezTo>
                  <a:pt x="14640" y="50120"/>
                  <a:pt x="14652" y="50211"/>
                  <a:pt x="14709" y="50257"/>
                </a:cubicBezTo>
                <a:lnTo>
                  <a:pt x="16164" y="51437"/>
                </a:lnTo>
                <a:lnTo>
                  <a:pt x="46" y="66982"/>
                </a:lnTo>
                <a:cubicBezTo>
                  <a:pt x="1" y="67016"/>
                  <a:pt x="1" y="67085"/>
                  <a:pt x="35" y="67130"/>
                </a:cubicBezTo>
                <a:cubicBezTo>
                  <a:pt x="58" y="67153"/>
                  <a:pt x="92" y="67165"/>
                  <a:pt x="115" y="67165"/>
                </a:cubicBezTo>
                <a:cubicBezTo>
                  <a:pt x="149" y="67165"/>
                  <a:pt x="172" y="67153"/>
                  <a:pt x="195" y="67142"/>
                </a:cubicBezTo>
                <a:lnTo>
                  <a:pt x="16462" y="53270"/>
                </a:lnTo>
                <a:cubicBezTo>
                  <a:pt x="16496" y="53304"/>
                  <a:pt x="16530" y="53338"/>
                  <a:pt x="16565" y="53373"/>
                </a:cubicBezTo>
                <a:cubicBezTo>
                  <a:pt x="16725" y="53499"/>
                  <a:pt x="16897" y="53579"/>
                  <a:pt x="17080" y="53613"/>
                </a:cubicBezTo>
                <a:lnTo>
                  <a:pt x="12956" y="72492"/>
                </a:lnTo>
                <a:lnTo>
                  <a:pt x="12888" y="72560"/>
                </a:lnTo>
                <a:cubicBezTo>
                  <a:pt x="12842" y="72606"/>
                  <a:pt x="12830" y="72663"/>
                  <a:pt x="12853" y="72709"/>
                </a:cubicBezTo>
                <a:cubicBezTo>
                  <a:pt x="12876" y="72766"/>
                  <a:pt x="12922" y="72801"/>
                  <a:pt x="12979" y="72801"/>
                </a:cubicBezTo>
                <a:lnTo>
                  <a:pt x="28650" y="73706"/>
                </a:lnTo>
                <a:cubicBezTo>
                  <a:pt x="28673" y="73878"/>
                  <a:pt x="28765" y="74038"/>
                  <a:pt x="28902" y="74153"/>
                </a:cubicBezTo>
                <a:cubicBezTo>
                  <a:pt x="29030" y="74256"/>
                  <a:pt x="29187" y="74307"/>
                  <a:pt x="29342" y="74307"/>
                </a:cubicBezTo>
                <a:cubicBezTo>
                  <a:pt x="29547" y="74307"/>
                  <a:pt x="29750" y="74219"/>
                  <a:pt x="29887" y="74049"/>
                </a:cubicBezTo>
                <a:cubicBezTo>
                  <a:pt x="30105" y="73775"/>
                  <a:pt x="30082" y="73396"/>
                  <a:pt x="29864" y="73144"/>
                </a:cubicBezTo>
                <a:lnTo>
                  <a:pt x="39532" y="57909"/>
                </a:lnTo>
                <a:cubicBezTo>
                  <a:pt x="39732" y="58024"/>
                  <a:pt x="39953" y="58080"/>
                  <a:pt x="40173" y="58080"/>
                </a:cubicBezTo>
                <a:cubicBezTo>
                  <a:pt x="40548" y="58080"/>
                  <a:pt x="40918" y="57917"/>
                  <a:pt x="41171" y="57600"/>
                </a:cubicBezTo>
                <a:cubicBezTo>
                  <a:pt x="41319" y="57416"/>
                  <a:pt x="41411" y="57187"/>
                  <a:pt x="41445" y="56970"/>
                </a:cubicBezTo>
                <a:lnTo>
                  <a:pt x="53817" y="59467"/>
                </a:lnTo>
                <a:lnTo>
                  <a:pt x="54481" y="59788"/>
                </a:lnTo>
                <a:cubicBezTo>
                  <a:pt x="54516" y="59914"/>
                  <a:pt x="54596" y="60017"/>
                  <a:pt x="54699" y="60108"/>
                </a:cubicBezTo>
                <a:cubicBezTo>
                  <a:pt x="54824" y="60208"/>
                  <a:pt x="54974" y="60258"/>
                  <a:pt x="55123" y="60258"/>
                </a:cubicBezTo>
                <a:cubicBezTo>
                  <a:pt x="55317" y="60258"/>
                  <a:pt x="55509" y="60174"/>
                  <a:pt x="55638" y="60005"/>
                </a:cubicBezTo>
                <a:cubicBezTo>
                  <a:pt x="55730" y="59902"/>
                  <a:pt x="55776" y="59788"/>
                  <a:pt x="55787" y="59662"/>
                </a:cubicBezTo>
                <a:lnTo>
                  <a:pt x="72363" y="46889"/>
                </a:lnTo>
                <a:cubicBezTo>
                  <a:pt x="72458" y="46939"/>
                  <a:pt x="72563" y="46963"/>
                  <a:pt x="72668" y="46963"/>
                </a:cubicBezTo>
                <a:cubicBezTo>
                  <a:pt x="72831" y="46963"/>
                  <a:pt x="72994" y="46904"/>
                  <a:pt x="73119" y="46786"/>
                </a:cubicBezTo>
                <a:lnTo>
                  <a:pt x="90233" y="49489"/>
                </a:lnTo>
                <a:cubicBezTo>
                  <a:pt x="90222" y="49810"/>
                  <a:pt x="90359" y="50131"/>
                  <a:pt x="90623" y="50337"/>
                </a:cubicBezTo>
                <a:cubicBezTo>
                  <a:pt x="90822" y="50502"/>
                  <a:pt x="91061" y="50582"/>
                  <a:pt x="91297" y="50582"/>
                </a:cubicBezTo>
                <a:cubicBezTo>
                  <a:pt x="91605" y="50582"/>
                  <a:pt x="91910" y="50447"/>
                  <a:pt x="92123" y="50188"/>
                </a:cubicBezTo>
                <a:cubicBezTo>
                  <a:pt x="92295" y="49971"/>
                  <a:pt x="92375" y="49707"/>
                  <a:pt x="92352" y="49455"/>
                </a:cubicBezTo>
                <a:lnTo>
                  <a:pt x="111574" y="47061"/>
                </a:lnTo>
                <a:cubicBezTo>
                  <a:pt x="111643" y="47439"/>
                  <a:pt x="111838" y="47806"/>
                  <a:pt x="112170" y="48080"/>
                </a:cubicBezTo>
                <a:cubicBezTo>
                  <a:pt x="112476" y="48328"/>
                  <a:pt x="112847" y="48449"/>
                  <a:pt x="113215" y="48449"/>
                </a:cubicBezTo>
                <a:cubicBezTo>
                  <a:pt x="113700" y="48449"/>
                  <a:pt x="114181" y="48239"/>
                  <a:pt x="114507" y="47828"/>
                </a:cubicBezTo>
                <a:cubicBezTo>
                  <a:pt x="114862" y="47405"/>
                  <a:pt x="114965" y="46843"/>
                  <a:pt x="114827" y="46351"/>
                </a:cubicBezTo>
                <a:lnTo>
                  <a:pt x="125733" y="42616"/>
                </a:lnTo>
                <a:cubicBezTo>
                  <a:pt x="125790" y="42593"/>
                  <a:pt x="125824" y="42536"/>
                  <a:pt x="125802" y="42479"/>
                </a:cubicBezTo>
                <a:cubicBezTo>
                  <a:pt x="125793" y="42434"/>
                  <a:pt x="125748" y="42403"/>
                  <a:pt x="125702" y="42403"/>
                </a:cubicBezTo>
                <a:cubicBezTo>
                  <a:pt x="125689" y="42403"/>
                  <a:pt x="125676" y="42405"/>
                  <a:pt x="125664" y="42410"/>
                </a:cubicBezTo>
                <a:lnTo>
                  <a:pt x="114759" y="46145"/>
                </a:lnTo>
                <a:cubicBezTo>
                  <a:pt x="114656" y="45893"/>
                  <a:pt x="114495" y="45663"/>
                  <a:pt x="114266" y="45492"/>
                </a:cubicBezTo>
                <a:cubicBezTo>
                  <a:pt x="113958" y="45236"/>
                  <a:pt x="113588" y="45116"/>
                  <a:pt x="113225" y="45116"/>
                </a:cubicBezTo>
                <a:cubicBezTo>
                  <a:pt x="113117" y="45116"/>
                  <a:pt x="113009" y="45127"/>
                  <a:pt x="112903" y="45148"/>
                </a:cubicBezTo>
                <a:lnTo>
                  <a:pt x="109214" y="29867"/>
                </a:lnTo>
                <a:cubicBezTo>
                  <a:pt x="109237" y="29821"/>
                  <a:pt x="109237" y="29775"/>
                  <a:pt x="109203" y="29729"/>
                </a:cubicBezTo>
                <a:cubicBezTo>
                  <a:pt x="109188" y="29707"/>
                  <a:pt x="109159" y="29694"/>
                  <a:pt x="109128" y="29694"/>
                </a:cubicBezTo>
                <a:cubicBezTo>
                  <a:pt x="109111" y="29694"/>
                  <a:pt x="109093" y="29698"/>
                  <a:pt x="109077" y="29706"/>
                </a:cubicBezTo>
                <a:lnTo>
                  <a:pt x="94403" y="23704"/>
                </a:lnTo>
                <a:cubicBezTo>
                  <a:pt x="94483" y="23440"/>
                  <a:pt x="94403" y="23154"/>
                  <a:pt x="94174" y="22971"/>
                </a:cubicBezTo>
                <a:cubicBezTo>
                  <a:pt x="94039" y="22857"/>
                  <a:pt x="93868" y="22809"/>
                  <a:pt x="93709" y="22809"/>
                </a:cubicBezTo>
                <a:cubicBezTo>
                  <a:pt x="93692" y="22809"/>
                  <a:pt x="93675" y="22809"/>
                  <a:pt x="93658" y="22810"/>
                </a:cubicBezTo>
                <a:lnTo>
                  <a:pt x="91035" y="10645"/>
                </a:lnTo>
                <a:cubicBezTo>
                  <a:pt x="91024" y="10611"/>
                  <a:pt x="91012" y="10588"/>
                  <a:pt x="90978" y="10588"/>
                </a:cubicBezTo>
                <a:cubicBezTo>
                  <a:pt x="90972" y="10585"/>
                  <a:pt x="90965" y="10583"/>
                  <a:pt x="90958" y="10583"/>
                </a:cubicBezTo>
                <a:cubicBezTo>
                  <a:pt x="90938" y="10583"/>
                  <a:pt x="90917" y="10594"/>
                  <a:pt x="90909" y="10611"/>
                </a:cubicBezTo>
                <a:lnTo>
                  <a:pt x="85640" y="17277"/>
                </a:lnTo>
                <a:cubicBezTo>
                  <a:pt x="85384" y="17091"/>
                  <a:pt x="85083" y="17000"/>
                  <a:pt x="84785" y="17000"/>
                </a:cubicBezTo>
                <a:cubicBezTo>
                  <a:pt x="84496" y="17000"/>
                  <a:pt x="84209" y="17085"/>
                  <a:pt x="83967" y="17255"/>
                </a:cubicBezTo>
                <a:lnTo>
                  <a:pt x="77002" y="7964"/>
                </a:lnTo>
                <a:cubicBezTo>
                  <a:pt x="77025" y="7941"/>
                  <a:pt x="77048" y="7919"/>
                  <a:pt x="77071" y="7896"/>
                </a:cubicBezTo>
                <a:cubicBezTo>
                  <a:pt x="77300" y="7609"/>
                  <a:pt x="77254" y="7197"/>
                  <a:pt x="76968" y="6968"/>
                </a:cubicBezTo>
                <a:cubicBezTo>
                  <a:pt x="76851" y="6869"/>
                  <a:pt x="76706" y="6819"/>
                  <a:pt x="76560" y="6819"/>
                </a:cubicBezTo>
                <a:cubicBezTo>
                  <a:pt x="76520" y="6819"/>
                  <a:pt x="76480" y="6823"/>
                  <a:pt x="76441" y="6830"/>
                </a:cubicBezTo>
                <a:lnTo>
                  <a:pt x="74528" y="60"/>
                </a:lnTo>
                <a:cubicBezTo>
                  <a:pt x="74519" y="22"/>
                  <a:pt x="74486" y="0"/>
                  <a:pt x="74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7"/>
          <p:cNvSpPr/>
          <p:nvPr/>
        </p:nvSpPr>
        <p:spPr>
          <a:xfrm rot="-408695">
            <a:off x="4490189" y="2516269"/>
            <a:ext cx="4315114" cy="2548442"/>
          </a:xfrm>
          <a:custGeom>
            <a:avLst/>
            <a:gdLst/>
            <a:ahLst/>
            <a:cxnLst/>
            <a:rect l="l" t="t" r="r" b="b"/>
            <a:pathLst>
              <a:path w="125825" h="74305" extrusionOk="0">
                <a:moveTo>
                  <a:pt x="97164" y="876"/>
                </a:moveTo>
                <a:lnTo>
                  <a:pt x="112525" y="1770"/>
                </a:lnTo>
                <a:lnTo>
                  <a:pt x="97255" y="18254"/>
                </a:lnTo>
                <a:lnTo>
                  <a:pt x="96648" y="1369"/>
                </a:lnTo>
                <a:cubicBezTo>
                  <a:pt x="96797" y="1335"/>
                  <a:pt x="96923" y="1254"/>
                  <a:pt x="97026" y="1140"/>
                </a:cubicBezTo>
                <a:cubicBezTo>
                  <a:pt x="97095" y="1060"/>
                  <a:pt x="97129" y="968"/>
                  <a:pt x="97164" y="876"/>
                </a:cubicBezTo>
                <a:close/>
                <a:moveTo>
                  <a:pt x="96190" y="1335"/>
                </a:moveTo>
                <a:cubicBezTo>
                  <a:pt x="96247" y="1358"/>
                  <a:pt x="96304" y="1369"/>
                  <a:pt x="96362" y="1380"/>
                </a:cubicBezTo>
                <a:lnTo>
                  <a:pt x="96969" y="18369"/>
                </a:lnTo>
                <a:cubicBezTo>
                  <a:pt x="96904" y="18347"/>
                  <a:pt x="96837" y="18336"/>
                  <a:pt x="96770" y="18336"/>
                </a:cubicBezTo>
                <a:cubicBezTo>
                  <a:pt x="96588" y="18336"/>
                  <a:pt x="96407" y="18416"/>
                  <a:pt x="96281" y="18575"/>
                </a:cubicBezTo>
                <a:cubicBezTo>
                  <a:pt x="96167" y="18712"/>
                  <a:pt x="96121" y="18884"/>
                  <a:pt x="96133" y="19044"/>
                </a:cubicBezTo>
                <a:lnTo>
                  <a:pt x="86934" y="17761"/>
                </a:lnTo>
                <a:cubicBezTo>
                  <a:pt x="87014" y="17338"/>
                  <a:pt x="86877" y="16868"/>
                  <a:pt x="86533" y="16559"/>
                </a:cubicBezTo>
                <a:lnTo>
                  <a:pt x="96190" y="1335"/>
                </a:lnTo>
                <a:close/>
                <a:moveTo>
                  <a:pt x="73039" y="15333"/>
                </a:moveTo>
                <a:lnTo>
                  <a:pt x="84380" y="17624"/>
                </a:lnTo>
                <a:lnTo>
                  <a:pt x="84368" y="17624"/>
                </a:lnTo>
                <a:cubicBezTo>
                  <a:pt x="84391" y="17910"/>
                  <a:pt x="84517" y="18185"/>
                  <a:pt x="84723" y="18403"/>
                </a:cubicBezTo>
                <a:lnTo>
                  <a:pt x="83142" y="20236"/>
                </a:lnTo>
                <a:lnTo>
                  <a:pt x="73039" y="15333"/>
                </a:lnTo>
                <a:close/>
                <a:moveTo>
                  <a:pt x="112685" y="2022"/>
                </a:moveTo>
                <a:lnTo>
                  <a:pt x="108607" y="20671"/>
                </a:lnTo>
                <a:cubicBezTo>
                  <a:pt x="108593" y="20671"/>
                  <a:pt x="108579" y="20670"/>
                  <a:pt x="108565" y="20670"/>
                </a:cubicBezTo>
                <a:cubicBezTo>
                  <a:pt x="108214" y="20670"/>
                  <a:pt x="107876" y="20808"/>
                  <a:pt x="107645" y="21095"/>
                </a:cubicBezTo>
                <a:cubicBezTo>
                  <a:pt x="107508" y="21255"/>
                  <a:pt x="107439" y="21438"/>
                  <a:pt x="107404" y="21622"/>
                </a:cubicBezTo>
                <a:lnTo>
                  <a:pt x="97347" y="19285"/>
                </a:lnTo>
                <a:cubicBezTo>
                  <a:pt x="97461" y="19067"/>
                  <a:pt x="97438" y="18815"/>
                  <a:pt x="97312" y="18621"/>
                </a:cubicBezTo>
                <a:lnTo>
                  <a:pt x="112685" y="2022"/>
                </a:lnTo>
                <a:close/>
                <a:moveTo>
                  <a:pt x="84929" y="18586"/>
                </a:moveTo>
                <a:cubicBezTo>
                  <a:pt x="85147" y="18735"/>
                  <a:pt x="85399" y="18804"/>
                  <a:pt x="85640" y="18815"/>
                </a:cubicBezTo>
                <a:lnTo>
                  <a:pt x="86052" y="21656"/>
                </a:lnTo>
                <a:lnTo>
                  <a:pt x="86052" y="21656"/>
                </a:lnTo>
                <a:lnTo>
                  <a:pt x="83406" y="20373"/>
                </a:lnTo>
                <a:lnTo>
                  <a:pt x="84929" y="18586"/>
                </a:lnTo>
                <a:close/>
                <a:moveTo>
                  <a:pt x="123121" y="9594"/>
                </a:moveTo>
                <a:lnTo>
                  <a:pt x="109501" y="22721"/>
                </a:lnTo>
                <a:lnTo>
                  <a:pt x="109363" y="22607"/>
                </a:lnTo>
                <a:cubicBezTo>
                  <a:pt x="109386" y="22595"/>
                  <a:pt x="109409" y="22573"/>
                  <a:pt x="109421" y="22550"/>
                </a:cubicBezTo>
                <a:cubicBezTo>
                  <a:pt x="109741" y="22149"/>
                  <a:pt x="109764" y="21599"/>
                  <a:pt x="109501" y="21198"/>
                </a:cubicBezTo>
                <a:lnTo>
                  <a:pt x="123121" y="9594"/>
                </a:lnTo>
                <a:close/>
                <a:moveTo>
                  <a:pt x="86842" y="18036"/>
                </a:moveTo>
                <a:lnTo>
                  <a:pt x="96064" y="19319"/>
                </a:lnTo>
                <a:lnTo>
                  <a:pt x="90199" y="23672"/>
                </a:lnTo>
                <a:lnTo>
                  <a:pt x="86281" y="21771"/>
                </a:lnTo>
                <a:lnTo>
                  <a:pt x="85857" y="18792"/>
                </a:lnTo>
                <a:cubicBezTo>
                  <a:pt x="86167" y="18747"/>
                  <a:pt x="86453" y="18598"/>
                  <a:pt x="86671" y="18334"/>
                </a:cubicBezTo>
                <a:cubicBezTo>
                  <a:pt x="86739" y="18242"/>
                  <a:pt x="86797" y="18139"/>
                  <a:pt x="86842" y="18036"/>
                </a:cubicBezTo>
                <a:close/>
                <a:moveTo>
                  <a:pt x="96362" y="19457"/>
                </a:moveTo>
                <a:cubicBezTo>
                  <a:pt x="96362" y="19457"/>
                  <a:pt x="96362" y="19468"/>
                  <a:pt x="96373" y="19480"/>
                </a:cubicBezTo>
                <a:cubicBezTo>
                  <a:pt x="96442" y="19525"/>
                  <a:pt x="96511" y="19560"/>
                  <a:pt x="96591" y="19583"/>
                </a:cubicBezTo>
                <a:lnTo>
                  <a:pt x="94277" y="25654"/>
                </a:lnTo>
                <a:lnTo>
                  <a:pt x="90485" y="23810"/>
                </a:lnTo>
                <a:lnTo>
                  <a:pt x="96362" y="19457"/>
                </a:lnTo>
                <a:close/>
                <a:moveTo>
                  <a:pt x="86327" y="22114"/>
                </a:moveTo>
                <a:lnTo>
                  <a:pt x="89935" y="23867"/>
                </a:lnTo>
                <a:lnTo>
                  <a:pt x="86900" y="26112"/>
                </a:lnTo>
                <a:lnTo>
                  <a:pt x="86327" y="22114"/>
                </a:lnTo>
                <a:close/>
                <a:moveTo>
                  <a:pt x="109134" y="22802"/>
                </a:moveTo>
                <a:lnTo>
                  <a:pt x="109295" y="22928"/>
                </a:lnTo>
                <a:lnTo>
                  <a:pt x="105526" y="26559"/>
                </a:lnTo>
                <a:lnTo>
                  <a:pt x="105514" y="26559"/>
                </a:lnTo>
                <a:lnTo>
                  <a:pt x="107943" y="22813"/>
                </a:lnTo>
                <a:cubicBezTo>
                  <a:pt x="108127" y="22919"/>
                  <a:pt x="108330" y="22971"/>
                  <a:pt x="108531" y="22971"/>
                </a:cubicBezTo>
                <a:cubicBezTo>
                  <a:pt x="108743" y="22971"/>
                  <a:pt x="108952" y="22913"/>
                  <a:pt x="109134" y="22802"/>
                </a:cubicBezTo>
                <a:close/>
                <a:moveTo>
                  <a:pt x="71321" y="14978"/>
                </a:moveTo>
                <a:lnTo>
                  <a:pt x="71916" y="15104"/>
                </a:lnTo>
                <a:lnTo>
                  <a:pt x="82948" y="20465"/>
                </a:lnTo>
                <a:lnTo>
                  <a:pt x="77621" y="26674"/>
                </a:lnTo>
                <a:lnTo>
                  <a:pt x="69064" y="23134"/>
                </a:lnTo>
                <a:cubicBezTo>
                  <a:pt x="68926" y="22721"/>
                  <a:pt x="68594" y="22424"/>
                  <a:pt x="68182" y="22332"/>
                </a:cubicBezTo>
                <a:lnTo>
                  <a:pt x="70622" y="15379"/>
                </a:lnTo>
                <a:cubicBezTo>
                  <a:pt x="70647" y="15381"/>
                  <a:pt x="70673" y="15383"/>
                  <a:pt x="70698" y="15383"/>
                </a:cubicBezTo>
                <a:cubicBezTo>
                  <a:pt x="70901" y="15383"/>
                  <a:pt x="71097" y="15301"/>
                  <a:pt x="71229" y="15138"/>
                </a:cubicBezTo>
                <a:cubicBezTo>
                  <a:pt x="71263" y="15092"/>
                  <a:pt x="71298" y="15035"/>
                  <a:pt x="71321" y="14978"/>
                </a:cubicBezTo>
                <a:close/>
                <a:moveTo>
                  <a:pt x="96877" y="19629"/>
                </a:moveTo>
                <a:lnTo>
                  <a:pt x="98687" y="26353"/>
                </a:lnTo>
                <a:cubicBezTo>
                  <a:pt x="98332" y="26467"/>
                  <a:pt x="98000" y="26674"/>
                  <a:pt x="97736" y="26994"/>
                </a:cubicBezTo>
                <a:cubicBezTo>
                  <a:pt x="97668" y="27074"/>
                  <a:pt x="97610" y="27166"/>
                  <a:pt x="97564" y="27246"/>
                </a:cubicBezTo>
                <a:lnTo>
                  <a:pt x="94529" y="25780"/>
                </a:lnTo>
                <a:lnTo>
                  <a:pt x="96877" y="19629"/>
                </a:lnTo>
                <a:close/>
                <a:moveTo>
                  <a:pt x="70083" y="14966"/>
                </a:moveTo>
                <a:cubicBezTo>
                  <a:pt x="70129" y="15069"/>
                  <a:pt x="70187" y="15161"/>
                  <a:pt x="70278" y="15230"/>
                </a:cubicBezTo>
                <a:lnTo>
                  <a:pt x="70278" y="15241"/>
                </a:lnTo>
                <a:cubicBezTo>
                  <a:pt x="70301" y="15253"/>
                  <a:pt x="70335" y="15264"/>
                  <a:pt x="70358" y="15287"/>
                </a:cubicBezTo>
                <a:lnTo>
                  <a:pt x="67896" y="22298"/>
                </a:lnTo>
                <a:lnTo>
                  <a:pt x="67769" y="22298"/>
                </a:lnTo>
                <a:cubicBezTo>
                  <a:pt x="67288" y="22355"/>
                  <a:pt x="66899" y="22676"/>
                  <a:pt x="66739" y="23111"/>
                </a:cubicBezTo>
                <a:lnTo>
                  <a:pt x="53725" y="27659"/>
                </a:lnTo>
                <a:cubicBezTo>
                  <a:pt x="53714" y="27647"/>
                  <a:pt x="53703" y="27624"/>
                  <a:pt x="53691" y="27601"/>
                </a:cubicBezTo>
                <a:lnTo>
                  <a:pt x="70083" y="14966"/>
                </a:lnTo>
                <a:close/>
                <a:moveTo>
                  <a:pt x="97118" y="19525"/>
                </a:moveTo>
                <a:lnTo>
                  <a:pt x="107393" y="21920"/>
                </a:lnTo>
                <a:cubicBezTo>
                  <a:pt x="107416" y="22217"/>
                  <a:pt x="107553" y="22504"/>
                  <a:pt x="107805" y="22710"/>
                </a:cubicBezTo>
                <a:cubicBezTo>
                  <a:pt x="107817" y="22721"/>
                  <a:pt x="107828" y="22721"/>
                  <a:pt x="107828" y="22733"/>
                </a:cubicBezTo>
                <a:lnTo>
                  <a:pt x="105068" y="26994"/>
                </a:lnTo>
                <a:lnTo>
                  <a:pt x="104965" y="27097"/>
                </a:lnTo>
                <a:cubicBezTo>
                  <a:pt x="104965" y="27097"/>
                  <a:pt x="104953" y="27109"/>
                  <a:pt x="104942" y="27120"/>
                </a:cubicBezTo>
                <a:lnTo>
                  <a:pt x="101207" y="27819"/>
                </a:lnTo>
                <a:cubicBezTo>
                  <a:pt x="101116" y="27395"/>
                  <a:pt x="100886" y="27006"/>
                  <a:pt x="100520" y="26708"/>
                </a:cubicBezTo>
                <a:cubicBezTo>
                  <a:pt x="100155" y="26411"/>
                  <a:pt x="99721" y="26265"/>
                  <a:pt x="99288" y="26265"/>
                </a:cubicBezTo>
                <a:cubicBezTo>
                  <a:pt x="99136" y="26265"/>
                  <a:pt x="98985" y="26283"/>
                  <a:pt x="98836" y="26318"/>
                </a:cubicBezTo>
                <a:lnTo>
                  <a:pt x="97015" y="19571"/>
                </a:lnTo>
                <a:cubicBezTo>
                  <a:pt x="97049" y="19560"/>
                  <a:pt x="97083" y="19548"/>
                  <a:pt x="97118" y="19525"/>
                </a:cubicBezTo>
                <a:close/>
                <a:moveTo>
                  <a:pt x="83211" y="20591"/>
                </a:moveTo>
                <a:lnTo>
                  <a:pt x="86098" y="22000"/>
                </a:lnTo>
                <a:lnTo>
                  <a:pt x="86705" y="26261"/>
                </a:lnTo>
                <a:lnTo>
                  <a:pt x="83085" y="28942"/>
                </a:lnTo>
                <a:lnTo>
                  <a:pt x="77896" y="26788"/>
                </a:lnTo>
                <a:lnTo>
                  <a:pt x="83211" y="20591"/>
                </a:lnTo>
                <a:close/>
                <a:moveTo>
                  <a:pt x="94426" y="26043"/>
                </a:moveTo>
                <a:lnTo>
                  <a:pt x="97438" y="27510"/>
                </a:lnTo>
                <a:cubicBezTo>
                  <a:pt x="97290" y="27865"/>
                  <a:pt x="97255" y="28243"/>
                  <a:pt x="97324" y="28609"/>
                </a:cubicBezTo>
                <a:lnTo>
                  <a:pt x="93085" y="29583"/>
                </a:lnTo>
                <a:lnTo>
                  <a:pt x="94426" y="26043"/>
                </a:lnTo>
                <a:close/>
                <a:moveTo>
                  <a:pt x="86751" y="26582"/>
                </a:moveTo>
                <a:lnTo>
                  <a:pt x="87220" y="29892"/>
                </a:lnTo>
                <a:cubicBezTo>
                  <a:pt x="87003" y="29950"/>
                  <a:pt x="86797" y="30064"/>
                  <a:pt x="86648" y="30259"/>
                </a:cubicBezTo>
                <a:cubicBezTo>
                  <a:pt x="86613" y="30293"/>
                  <a:pt x="86590" y="30339"/>
                  <a:pt x="86556" y="30385"/>
                </a:cubicBezTo>
                <a:lnTo>
                  <a:pt x="83383" y="29079"/>
                </a:lnTo>
                <a:lnTo>
                  <a:pt x="86751" y="26582"/>
                </a:lnTo>
                <a:close/>
                <a:moveTo>
                  <a:pt x="69133" y="23466"/>
                </a:moveTo>
                <a:lnTo>
                  <a:pt x="77415" y="26903"/>
                </a:lnTo>
                <a:lnTo>
                  <a:pt x="74265" y="30591"/>
                </a:lnTo>
                <a:lnTo>
                  <a:pt x="68938" y="24199"/>
                </a:lnTo>
                <a:cubicBezTo>
                  <a:pt x="69064" y="23982"/>
                  <a:pt x="69144" y="23730"/>
                  <a:pt x="69133" y="23466"/>
                </a:cubicBezTo>
                <a:close/>
                <a:moveTo>
                  <a:pt x="90233" y="24004"/>
                </a:moveTo>
                <a:lnTo>
                  <a:pt x="94174" y="25917"/>
                </a:lnTo>
                <a:lnTo>
                  <a:pt x="92742" y="29652"/>
                </a:lnTo>
                <a:lnTo>
                  <a:pt x="88503" y="30623"/>
                </a:lnTo>
                <a:lnTo>
                  <a:pt x="88503" y="30623"/>
                </a:lnTo>
                <a:cubicBezTo>
                  <a:pt x="88434" y="30418"/>
                  <a:pt x="88319" y="30236"/>
                  <a:pt x="88148" y="30099"/>
                </a:cubicBezTo>
                <a:cubicBezTo>
                  <a:pt x="87955" y="29938"/>
                  <a:pt x="87721" y="29857"/>
                  <a:pt x="87485" y="29857"/>
                </a:cubicBezTo>
                <a:cubicBezTo>
                  <a:pt x="87470" y="29857"/>
                  <a:pt x="87454" y="29857"/>
                  <a:pt x="87438" y="29858"/>
                </a:cubicBezTo>
                <a:lnTo>
                  <a:pt x="86946" y="26433"/>
                </a:lnTo>
                <a:lnTo>
                  <a:pt x="90233" y="24004"/>
                </a:lnTo>
                <a:close/>
                <a:moveTo>
                  <a:pt x="77701" y="27029"/>
                </a:moveTo>
                <a:lnTo>
                  <a:pt x="82810" y="29148"/>
                </a:lnTo>
                <a:lnTo>
                  <a:pt x="76785" y="33615"/>
                </a:lnTo>
                <a:lnTo>
                  <a:pt x="74448" y="30820"/>
                </a:lnTo>
                <a:lnTo>
                  <a:pt x="77701" y="27029"/>
                </a:lnTo>
                <a:close/>
                <a:moveTo>
                  <a:pt x="35557" y="25093"/>
                </a:moveTo>
                <a:lnTo>
                  <a:pt x="52534" y="27773"/>
                </a:lnTo>
                <a:cubicBezTo>
                  <a:pt x="52454" y="28002"/>
                  <a:pt x="52500" y="28254"/>
                  <a:pt x="52660" y="28438"/>
                </a:cubicBezTo>
                <a:lnTo>
                  <a:pt x="47608" y="33718"/>
                </a:lnTo>
                <a:lnTo>
                  <a:pt x="35454" y="25333"/>
                </a:lnTo>
                <a:cubicBezTo>
                  <a:pt x="35500" y="25253"/>
                  <a:pt x="35535" y="25173"/>
                  <a:pt x="35557" y="25093"/>
                </a:cubicBezTo>
                <a:close/>
                <a:moveTo>
                  <a:pt x="33484" y="24990"/>
                </a:moveTo>
                <a:cubicBezTo>
                  <a:pt x="33530" y="25230"/>
                  <a:pt x="33656" y="25448"/>
                  <a:pt x="33862" y="25608"/>
                </a:cubicBezTo>
                <a:cubicBezTo>
                  <a:pt x="33874" y="25620"/>
                  <a:pt x="33896" y="25631"/>
                  <a:pt x="33908" y="25654"/>
                </a:cubicBezTo>
                <a:lnTo>
                  <a:pt x="28971" y="33592"/>
                </a:lnTo>
                <a:cubicBezTo>
                  <a:pt x="28868" y="33541"/>
                  <a:pt x="28756" y="33516"/>
                  <a:pt x="28643" y="33516"/>
                </a:cubicBezTo>
                <a:cubicBezTo>
                  <a:pt x="28431" y="33516"/>
                  <a:pt x="28220" y="33607"/>
                  <a:pt x="28077" y="33787"/>
                </a:cubicBezTo>
                <a:cubicBezTo>
                  <a:pt x="28054" y="33810"/>
                  <a:pt x="28031" y="33833"/>
                  <a:pt x="28020" y="33867"/>
                </a:cubicBezTo>
                <a:lnTo>
                  <a:pt x="14182" y="28060"/>
                </a:lnTo>
                <a:cubicBezTo>
                  <a:pt x="14262" y="27842"/>
                  <a:pt x="14285" y="27613"/>
                  <a:pt x="14274" y="27384"/>
                </a:cubicBezTo>
                <a:lnTo>
                  <a:pt x="33484" y="24990"/>
                </a:lnTo>
                <a:close/>
                <a:moveTo>
                  <a:pt x="52763" y="28529"/>
                </a:moveTo>
                <a:cubicBezTo>
                  <a:pt x="52798" y="28564"/>
                  <a:pt x="52832" y="28587"/>
                  <a:pt x="52878" y="28598"/>
                </a:cubicBezTo>
                <a:lnTo>
                  <a:pt x="49922" y="35311"/>
                </a:lnTo>
                <a:lnTo>
                  <a:pt x="47723" y="33799"/>
                </a:lnTo>
                <a:lnTo>
                  <a:pt x="52763" y="28529"/>
                </a:lnTo>
                <a:close/>
                <a:moveTo>
                  <a:pt x="34034" y="25723"/>
                </a:moveTo>
                <a:cubicBezTo>
                  <a:pt x="34137" y="25780"/>
                  <a:pt x="34252" y="25814"/>
                  <a:pt x="34366" y="25837"/>
                </a:cubicBezTo>
                <a:lnTo>
                  <a:pt x="33438" y="35700"/>
                </a:lnTo>
                <a:lnTo>
                  <a:pt x="29360" y="34394"/>
                </a:lnTo>
                <a:cubicBezTo>
                  <a:pt x="29417" y="34131"/>
                  <a:pt x="29326" y="33856"/>
                  <a:pt x="29108" y="33673"/>
                </a:cubicBezTo>
                <a:cubicBezTo>
                  <a:pt x="29097" y="33673"/>
                  <a:pt x="29097" y="33673"/>
                  <a:pt x="29085" y="33661"/>
                </a:cubicBezTo>
                <a:lnTo>
                  <a:pt x="34034" y="25723"/>
                </a:lnTo>
                <a:close/>
                <a:moveTo>
                  <a:pt x="97370" y="28747"/>
                </a:moveTo>
                <a:cubicBezTo>
                  <a:pt x="97438" y="29033"/>
                  <a:pt x="97576" y="29297"/>
                  <a:pt x="97759" y="29526"/>
                </a:cubicBezTo>
                <a:lnTo>
                  <a:pt x="91161" y="35975"/>
                </a:lnTo>
                <a:cubicBezTo>
                  <a:pt x="91138" y="35941"/>
                  <a:pt x="91115" y="35918"/>
                  <a:pt x="91081" y="35895"/>
                </a:cubicBezTo>
                <a:cubicBezTo>
                  <a:pt x="90978" y="35815"/>
                  <a:pt x="90863" y="35758"/>
                  <a:pt x="90737" y="35723"/>
                </a:cubicBezTo>
                <a:lnTo>
                  <a:pt x="93028" y="29744"/>
                </a:lnTo>
                <a:lnTo>
                  <a:pt x="97370" y="28747"/>
                </a:lnTo>
                <a:close/>
                <a:moveTo>
                  <a:pt x="66670" y="23447"/>
                </a:moveTo>
                <a:cubicBezTo>
                  <a:pt x="66670" y="23515"/>
                  <a:pt x="66670" y="23582"/>
                  <a:pt x="66681" y="23649"/>
                </a:cubicBezTo>
                <a:cubicBezTo>
                  <a:pt x="66693" y="23775"/>
                  <a:pt x="66716" y="23901"/>
                  <a:pt x="66773" y="24004"/>
                </a:cubicBezTo>
                <a:lnTo>
                  <a:pt x="51927" y="35998"/>
                </a:lnTo>
                <a:cubicBezTo>
                  <a:pt x="51915" y="35987"/>
                  <a:pt x="51904" y="35975"/>
                  <a:pt x="51893" y="35964"/>
                </a:cubicBezTo>
                <a:cubicBezTo>
                  <a:pt x="51738" y="35838"/>
                  <a:pt x="51555" y="35778"/>
                  <a:pt x="51373" y="35778"/>
                </a:cubicBezTo>
                <a:cubicBezTo>
                  <a:pt x="51191" y="35778"/>
                  <a:pt x="51011" y="35838"/>
                  <a:pt x="50862" y="35952"/>
                </a:cubicBezTo>
                <a:lnTo>
                  <a:pt x="50163" y="35483"/>
                </a:lnTo>
                <a:lnTo>
                  <a:pt x="53164" y="28667"/>
                </a:lnTo>
                <a:cubicBezTo>
                  <a:pt x="53359" y="28667"/>
                  <a:pt x="53542" y="28587"/>
                  <a:pt x="53680" y="28415"/>
                </a:cubicBezTo>
                <a:cubicBezTo>
                  <a:pt x="53794" y="28277"/>
                  <a:pt x="53840" y="28105"/>
                  <a:pt x="53817" y="27934"/>
                </a:cubicBezTo>
                <a:lnTo>
                  <a:pt x="66670" y="23447"/>
                </a:lnTo>
                <a:close/>
                <a:moveTo>
                  <a:pt x="34492" y="25998"/>
                </a:moveTo>
                <a:lnTo>
                  <a:pt x="35363" y="36319"/>
                </a:lnTo>
                <a:lnTo>
                  <a:pt x="33576" y="35746"/>
                </a:lnTo>
                <a:lnTo>
                  <a:pt x="34492" y="25998"/>
                </a:lnTo>
                <a:close/>
                <a:moveTo>
                  <a:pt x="68743" y="24417"/>
                </a:moveTo>
                <a:lnTo>
                  <a:pt x="74070" y="30809"/>
                </a:lnTo>
                <a:lnTo>
                  <a:pt x="68617" y="37166"/>
                </a:lnTo>
                <a:lnTo>
                  <a:pt x="67896" y="24749"/>
                </a:lnTo>
                <a:lnTo>
                  <a:pt x="68022" y="24749"/>
                </a:lnTo>
                <a:cubicBezTo>
                  <a:pt x="68308" y="24715"/>
                  <a:pt x="68560" y="24600"/>
                  <a:pt x="68743" y="24417"/>
                </a:cubicBezTo>
                <a:close/>
                <a:moveTo>
                  <a:pt x="83119" y="29274"/>
                </a:moveTo>
                <a:lnTo>
                  <a:pt x="86453" y="30660"/>
                </a:lnTo>
                <a:cubicBezTo>
                  <a:pt x="86373" y="30958"/>
                  <a:pt x="86430" y="31290"/>
                  <a:pt x="86613" y="31553"/>
                </a:cubicBezTo>
                <a:lnTo>
                  <a:pt x="79981" y="37464"/>
                </a:lnTo>
                <a:lnTo>
                  <a:pt x="76968" y="33833"/>
                </a:lnTo>
                <a:lnTo>
                  <a:pt x="83119" y="29274"/>
                </a:lnTo>
                <a:close/>
                <a:moveTo>
                  <a:pt x="50106" y="35609"/>
                </a:moveTo>
                <a:lnTo>
                  <a:pt x="50747" y="36055"/>
                </a:lnTo>
                <a:cubicBezTo>
                  <a:pt x="50736" y="36067"/>
                  <a:pt x="50724" y="36067"/>
                  <a:pt x="50724" y="36078"/>
                </a:cubicBezTo>
                <a:cubicBezTo>
                  <a:pt x="50495" y="36365"/>
                  <a:pt x="50484" y="36731"/>
                  <a:pt x="50655" y="37029"/>
                </a:cubicBezTo>
                <a:lnTo>
                  <a:pt x="48823" y="38495"/>
                </a:lnTo>
                <a:lnTo>
                  <a:pt x="50106" y="35609"/>
                </a:lnTo>
                <a:close/>
                <a:moveTo>
                  <a:pt x="35363" y="25448"/>
                </a:moveTo>
                <a:lnTo>
                  <a:pt x="47505" y="33822"/>
                </a:lnTo>
                <a:lnTo>
                  <a:pt x="42832" y="38701"/>
                </a:lnTo>
                <a:lnTo>
                  <a:pt x="35661" y="36410"/>
                </a:lnTo>
                <a:lnTo>
                  <a:pt x="34767" y="25826"/>
                </a:lnTo>
                <a:cubicBezTo>
                  <a:pt x="34985" y="25769"/>
                  <a:pt x="35202" y="25654"/>
                  <a:pt x="35363" y="25459"/>
                </a:cubicBezTo>
                <a:cubicBezTo>
                  <a:pt x="35363" y="25459"/>
                  <a:pt x="35363" y="25448"/>
                  <a:pt x="35363" y="25448"/>
                </a:cubicBezTo>
                <a:close/>
                <a:moveTo>
                  <a:pt x="74253" y="31038"/>
                </a:moveTo>
                <a:lnTo>
                  <a:pt x="76544" y="33787"/>
                </a:lnTo>
                <a:lnTo>
                  <a:pt x="68755" y="39561"/>
                </a:lnTo>
                <a:lnTo>
                  <a:pt x="68640" y="37579"/>
                </a:lnTo>
                <a:lnTo>
                  <a:pt x="74253" y="31038"/>
                </a:lnTo>
                <a:close/>
                <a:moveTo>
                  <a:pt x="92685" y="29812"/>
                </a:moveTo>
                <a:lnTo>
                  <a:pt x="90451" y="35689"/>
                </a:lnTo>
                <a:cubicBezTo>
                  <a:pt x="90199" y="35712"/>
                  <a:pt x="89958" y="35826"/>
                  <a:pt x="89786" y="36032"/>
                </a:cubicBezTo>
                <a:cubicBezTo>
                  <a:pt x="89592" y="36284"/>
                  <a:pt x="89534" y="36605"/>
                  <a:pt x="89626" y="36892"/>
                </a:cubicBezTo>
                <a:lnTo>
                  <a:pt x="83520" y="39939"/>
                </a:lnTo>
                <a:lnTo>
                  <a:pt x="83520" y="39939"/>
                </a:lnTo>
                <a:lnTo>
                  <a:pt x="87175" y="31943"/>
                </a:lnTo>
                <a:cubicBezTo>
                  <a:pt x="87277" y="31975"/>
                  <a:pt x="87382" y="31991"/>
                  <a:pt x="87486" y="31991"/>
                </a:cubicBezTo>
                <a:cubicBezTo>
                  <a:pt x="87792" y="31991"/>
                  <a:pt x="88095" y="31855"/>
                  <a:pt x="88309" y="31599"/>
                </a:cubicBezTo>
                <a:cubicBezTo>
                  <a:pt x="88503" y="31359"/>
                  <a:pt x="88572" y="31049"/>
                  <a:pt x="88526" y="30763"/>
                </a:cubicBezTo>
                <a:lnTo>
                  <a:pt x="92685" y="29812"/>
                </a:lnTo>
                <a:close/>
                <a:moveTo>
                  <a:pt x="47620" y="33902"/>
                </a:moveTo>
                <a:lnTo>
                  <a:pt x="49865" y="35448"/>
                </a:lnTo>
                <a:lnTo>
                  <a:pt x="48341" y="38896"/>
                </a:lnTo>
                <a:lnTo>
                  <a:pt x="47173" y="39836"/>
                </a:lnTo>
                <a:cubicBezTo>
                  <a:pt x="47139" y="39870"/>
                  <a:pt x="47127" y="39904"/>
                  <a:pt x="47127" y="39950"/>
                </a:cubicBezTo>
                <a:cubicBezTo>
                  <a:pt x="47127" y="39996"/>
                  <a:pt x="47150" y="40042"/>
                  <a:pt x="47184" y="40065"/>
                </a:cubicBezTo>
                <a:lnTo>
                  <a:pt x="47253" y="40110"/>
                </a:lnTo>
                <a:lnTo>
                  <a:pt x="42980" y="38747"/>
                </a:lnTo>
                <a:lnTo>
                  <a:pt x="47620" y="33902"/>
                </a:lnTo>
                <a:close/>
                <a:moveTo>
                  <a:pt x="48089" y="39469"/>
                </a:moveTo>
                <a:lnTo>
                  <a:pt x="47792" y="40156"/>
                </a:lnTo>
                <a:lnTo>
                  <a:pt x="47505" y="39939"/>
                </a:lnTo>
                <a:lnTo>
                  <a:pt x="48089" y="39469"/>
                </a:lnTo>
                <a:close/>
                <a:moveTo>
                  <a:pt x="86762" y="31714"/>
                </a:moveTo>
                <a:cubicBezTo>
                  <a:pt x="86774" y="31725"/>
                  <a:pt x="86785" y="31748"/>
                  <a:pt x="86808" y="31760"/>
                </a:cubicBezTo>
                <a:cubicBezTo>
                  <a:pt x="86842" y="31783"/>
                  <a:pt x="86877" y="31805"/>
                  <a:pt x="86911" y="31828"/>
                </a:cubicBezTo>
                <a:lnTo>
                  <a:pt x="83108" y="40145"/>
                </a:lnTo>
                <a:lnTo>
                  <a:pt x="82478" y="40466"/>
                </a:lnTo>
                <a:lnTo>
                  <a:pt x="80118" y="37625"/>
                </a:lnTo>
                <a:lnTo>
                  <a:pt x="86762" y="31714"/>
                </a:lnTo>
                <a:close/>
                <a:moveTo>
                  <a:pt x="82925" y="40557"/>
                </a:moveTo>
                <a:lnTo>
                  <a:pt x="82799" y="40832"/>
                </a:lnTo>
                <a:lnTo>
                  <a:pt x="82673" y="40683"/>
                </a:lnTo>
                <a:lnTo>
                  <a:pt x="82925" y="40557"/>
                </a:lnTo>
                <a:close/>
                <a:moveTo>
                  <a:pt x="67483" y="24680"/>
                </a:moveTo>
                <a:cubicBezTo>
                  <a:pt x="67552" y="24703"/>
                  <a:pt x="67621" y="24715"/>
                  <a:pt x="67678" y="24738"/>
                </a:cubicBezTo>
                <a:lnTo>
                  <a:pt x="68411" y="37407"/>
                </a:lnTo>
                <a:lnTo>
                  <a:pt x="63646" y="42963"/>
                </a:lnTo>
                <a:cubicBezTo>
                  <a:pt x="63565" y="42848"/>
                  <a:pt x="63474" y="42734"/>
                  <a:pt x="63348" y="42642"/>
                </a:cubicBezTo>
                <a:cubicBezTo>
                  <a:pt x="63222" y="42528"/>
                  <a:pt x="63073" y="42447"/>
                  <a:pt x="62912" y="42390"/>
                </a:cubicBezTo>
                <a:lnTo>
                  <a:pt x="67483" y="24680"/>
                </a:lnTo>
                <a:close/>
                <a:moveTo>
                  <a:pt x="66910" y="24256"/>
                </a:moveTo>
                <a:cubicBezTo>
                  <a:pt x="67002" y="24371"/>
                  <a:pt x="67105" y="24474"/>
                  <a:pt x="67220" y="24554"/>
                </a:cubicBezTo>
                <a:lnTo>
                  <a:pt x="62638" y="42321"/>
                </a:lnTo>
                <a:cubicBezTo>
                  <a:pt x="62561" y="42309"/>
                  <a:pt x="62483" y="42303"/>
                  <a:pt x="62405" y="42303"/>
                </a:cubicBezTo>
                <a:cubicBezTo>
                  <a:pt x="61973" y="42303"/>
                  <a:pt x="61541" y="42491"/>
                  <a:pt x="61240" y="42860"/>
                </a:cubicBezTo>
                <a:cubicBezTo>
                  <a:pt x="61194" y="42917"/>
                  <a:pt x="61160" y="42974"/>
                  <a:pt x="61114" y="43032"/>
                </a:cubicBezTo>
                <a:lnTo>
                  <a:pt x="52156" y="36857"/>
                </a:lnTo>
                <a:cubicBezTo>
                  <a:pt x="52225" y="36651"/>
                  <a:pt x="52202" y="36422"/>
                  <a:pt x="52110" y="36227"/>
                </a:cubicBezTo>
                <a:lnTo>
                  <a:pt x="66910" y="24256"/>
                </a:lnTo>
                <a:close/>
                <a:moveTo>
                  <a:pt x="68434" y="37819"/>
                </a:moveTo>
                <a:lnTo>
                  <a:pt x="68548" y="39710"/>
                </a:lnTo>
                <a:lnTo>
                  <a:pt x="63795" y="43238"/>
                </a:lnTo>
                <a:lnTo>
                  <a:pt x="68434" y="37819"/>
                </a:lnTo>
                <a:close/>
                <a:moveTo>
                  <a:pt x="14102" y="28254"/>
                </a:moveTo>
                <a:lnTo>
                  <a:pt x="27940" y="34062"/>
                </a:lnTo>
                <a:cubicBezTo>
                  <a:pt x="27882" y="34257"/>
                  <a:pt x="27917" y="34463"/>
                  <a:pt x="28020" y="34635"/>
                </a:cubicBezTo>
                <a:lnTo>
                  <a:pt x="16737" y="44326"/>
                </a:lnTo>
                <a:lnTo>
                  <a:pt x="13071" y="29113"/>
                </a:lnTo>
                <a:cubicBezTo>
                  <a:pt x="13392" y="29022"/>
                  <a:pt x="13678" y="28839"/>
                  <a:pt x="13907" y="28564"/>
                </a:cubicBezTo>
                <a:cubicBezTo>
                  <a:pt x="13987" y="28472"/>
                  <a:pt x="14045" y="28369"/>
                  <a:pt x="14102" y="28254"/>
                </a:cubicBezTo>
                <a:close/>
                <a:moveTo>
                  <a:pt x="52110" y="36995"/>
                </a:moveTo>
                <a:lnTo>
                  <a:pt x="61045" y="43158"/>
                </a:lnTo>
                <a:cubicBezTo>
                  <a:pt x="60931" y="43398"/>
                  <a:pt x="60885" y="43662"/>
                  <a:pt x="60908" y="43925"/>
                </a:cubicBezTo>
                <a:lnTo>
                  <a:pt x="53496" y="44395"/>
                </a:lnTo>
                <a:lnTo>
                  <a:pt x="48021" y="40328"/>
                </a:lnTo>
                <a:lnTo>
                  <a:pt x="48582" y="39068"/>
                </a:lnTo>
                <a:lnTo>
                  <a:pt x="50839" y="37247"/>
                </a:lnTo>
                <a:cubicBezTo>
                  <a:pt x="50839" y="37247"/>
                  <a:pt x="50839" y="37247"/>
                  <a:pt x="50839" y="37258"/>
                </a:cubicBezTo>
                <a:cubicBezTo>
                  <a:pt x="50996" y="37381"/>
                  <a:pt x="51181" y="37441"/>
                  <a:pt x="51364" y="37441"/>
                </a:cubicBezTo>
                <a:cubicBezTo>
                  <a:pt x="51607" y="37441"/>
                  <a:pt x="51849" y="37335"/>
                  <a:pt x="52019" y="37132"/>
                </a:cubicBezTo>
                <a:cubicBezTo>
                  <a:pt x="52053" y="37086"/>
                  <a:pt x="52087" y="37040"/>
                  <a:pt x="52110" y="36995"/>
                </a:cubicBezTo>
                <a:close/>
                <a:moveTo>
                  <a:pt x="35672" y="36571"/>
                </a:moveTo>
                <a:lnTo>
                  <a:pt x="42717" y="38816"/>
                </a:lnTo>
                <a:lnTo>
                  <a:pt x="37173" y="44612"/>
                </a:lnTo>
                <a:cubicBezTo>
                  <a:pt x="37161" y="44612"/>
                  <a:pt x="37150" y="44601"/>
                  <a:pt x="37138" y="44589"/>
                </a:cubicBezTo>
                <a:cubicBezTo>
                  <a:pt x="36898" y="44395"/>
                  <a:pt x="36623" y="44303"/>
                  <a:pt x="36336" y="44292"/>
                </a:cubicBezTo>
                <a:lnTo>
                  <a:pt x="35672" y="36571"/>
                </a:lnTo>
                <a:close/>
                <a:moveTo>
                  <a:pt x="47906" y="40603"/>
                </a:moveTo>
                <a:lnTo>
                  <a:pt x="53050" y="44418"/>
                </a:lnTo>
                <a:lnTo>
                  <a:pt x="46028" y="44864"/>
                </a:lnTo>
                <a:lnTo>
                  <a:pt x="47906" y="40603"/>
                </a:lnTo>
                <a:close/>
                <a:moveTo>
                  <a:pt x="47574" y="40649"/>
                </a:moveTo>
                <a:lnTo>
                  <a:pt x="45707" y="44887"/>
                </a:lnTo>
                <a:lnTo>
                  <a:pt x="40678" y="45208"/>
                </a:lnTo>
                <a:lnTo>
                  <a:pt x="47574" y="40649"/>
                </a:lnTo>
                <a:close/>
                <a:moveTo>
                  <a:pt x="42866" y="38862"/>
                </a:moveTo>
                <a:lnTo>
                  <a:pt x="47608" y="40374"/>
                </a:lnTo>
                <a:lnTo>
                  <a:pt x="47654" y="40420"/>
                </a:lnTo>
                <a:lnTo>
                  <a:pt x="40392" y="45219"/>
                </a:lnTo>
                <a:lnTo>
                  <a:pt x="37608" y="45391"/>
                </a:lnTo>
                <a:cubicBezTo>
                  <a:pt x="37574" y="45151"/>
                  <a:pt x="37459" y="44910"/>
                  <a:pt x="37276" y="44715"/>
                </a:cubicBezTo>
                <a:lnTo>
                  <a:pt x="42866" y="38862"/>
                </a:lnTo>
                <a:close/>
                <a:moveTo>
                  <a:pt x="76727" y="34005"/>
                </a:moveTo>
                <a:lnTo>
                  <a:pt x="79763" y="37648"/>
                </a:lnTo>
                <a:lnTo>
                  <a:pt x="69637" y="46674"/>
                </a:lnTo>
                <a:cubicBezTo>
                  <a:pt x="69637" y="46674"/>
                  <a:pt x="69625" y="46663"/>
                  <a:pt x="69614" y="46663"/>
                </a:cubicBezTo>
                <a:cubicBezTo>
                  <a:pt x="69476" y="46548"/>
                  <a:pt x="69316" y="46491"/>
                  <a:pt x="69156" y="46480"/>
                </a:cubicBezTo>
                <a:lnTo>
                  <a:pt x="68778" y="39904"/>
                </a:lnTo>
                <a:lnTo>
                  <a:pt x="76727" y="34005"/>
                </a:lnTo>
                <a:close/>
                <a:moveTo>
                  <a:pt x="79901" y="37819"/>
                </a:moveTo>
                <a:lnTo>
                  <a:pt x="82215" y="40592"/>
                </a:lnTo>
                <a:lnTo>
                  <a:pt x="69866" y="46754"/>
                </a:lnTo>
                <a:lnTo>
                  <a:pt x="79901" y="37819"/>
                </a:lnTo>
                <a:close/>
                <a:moveTo>
                  <a:pt x="39910" y="45540"/>
                </a:moveTo>
                <a:lnTo>
                  <a:pt x="37184" y="47339"/>
                </a:lnTo>
                <a:lnTo>
                  <a:pt x="36932" y="46800"/>
                </a:lnTo>
                <a:cubicBezTo>
                  <a:pt x="37081" y="46720"/>
                  <a:pt x="37218" y="46606"/>
                  <a:pt x="37333" y="46457"/>
                </a:cubicBezTo>
                <a:cubicBezTo>
                  <a:pt x="37528" y="46228"/>
                  <a:pt x="37619" y="45953"/>
                  <a:pt x="37631" y="45678"/>
                </a:cubicBezTo>
                <a:lnTo>
                  <a:pt x="39910" y="45540"/>
                </a:lnTo>
                <a:close/>
                <a:moveTo>
                  <a:pt x="104827" y="27281"/>
                </a:moveTo>
                <a:lnTo>
                  <a:pt x="90279" y="49183"/>
                </a:lnTo>
                <a:lnTo>
                  <a:pt x="90623" y="37522"/>
                </a:lnTo>
                <a:cubicBezTo>
                  <a:pt x="90840" y="37487"/>
                  <a:pt x="91058" y="37373"/>
                  <a:pt x="91218" y="37189"/>
                </a:cubicBezTo>
                <a:cubicBezTo>
                  <a:pt x="91447" y="36903"/>
                  <a:pt x="91482" y="36514"/>
                  <a:pt x="91333" y="36204"/>
                </a:cubicBezTo>
                <a:lnTo>
                  <a:pt x="97965" y="29721"/>
                </a:lnTo>
                <a:cubicBezTo>
                  <a:pt x="97988" y="29744"/>
                  <a:pt x="98000" y="29755"/>
                  <a:pt x="98023" y="29778"/>
                </a:cubicBezTo>
                <a:cubicBezTo>
                  <a:pt x="98390" y="30076"/>
                  <a:pt x="98832" y="30221"/>
                  <a:pt x="99272" y="30221"/>
                </a:cubicBezTo>
                <a:cubicBezTo>
                  <a:pt x="99847" y="30221"/>
                  <a:pt x="100417" y="29972"/>
                  <a:pt x="100806" y="29492"/>
                </a:cubicBezTo>
                <a:cubicBezTo>
                  <a:pt x="101173" y="29045"/>
                  <a:pt x="101310" y="28483"/>
                  <a:pt x="101230" y="27957"/>
                </a:cubicBezTo>
                <a:lnTo>
                  <a:pt x="104827" y="27281"/>
                </a:lnTo>
                <a:close/>
                <a:moveTo>
                  <a:pt x="89752" y="37144"/>
                </a:moveTo>
                <a:cubicBezTo>
                  <a:pt x="89809" y="37201"/>
                  <a:pt x="89855" y="37270"/>
                  <a:pt x="89924" y="37315"/>
                </a:cubicBezTo>
                <a:cubicBezTo>
                  <a:pt x="90050" y="37419"/>
                  <a:pt x="90187" y="37487"/>
                  <a:pt x="90336" y="37510"/>
                </a:cubicBezTo>
                <a:lnTo>
                  <a:pt x="89993" y="49481"/>
                </a:lnTo>
                <a:lnTo>
                  <a:pt x="82993" y="41084"/>
                </a:lnTo>
                <a:lnTo>
                  <a:pt x="83326" y="40351"/>
                </a:lnTo>
                <a:lnTo>
                  <a:pt x="89752" y="37144"/>
                </a:lnTo>
                <a:close/>
                <a:moveTo>
                  <a:pt x="60965" y="44211"/>
                </a:moveTo>
                <a:cubicBezTo>
                  <a:pt x="61045" y="44498"/>
                  <a:pt x="61206" y="44761"/>
                  <a:pt x="61458" y="44967"/>
                </a:cubicBezTo>
                <a:cubicBezTo>
                  <a:pt x="61607" y="45082"/>
                  <a:pt x="61767" y="45162"/>
                  <a:pt x="61927" y="45219"/>
                </a:cubicBezTo>
                <a:lnTo>
                  <a:pt x="60656" y="49710"/>
                </a:lnTo>
                <a:lnTo>
                  <a:pt x="53851" y="44658"/>
                </a:lnTo>
                <a:lnTo>
                  <a:pt x="60965" y="44211"/>
                </a:lnTo>
                <a:close/>
                <a:moveTo>
                  <a:pt x="29314" y="34532"/>
                </a:moveTo>
                <a:lnTo>
                  <a:pt x="33427" y="35849"/>
                </a:lnTo>
                <a:lnTo>
                  <a:pt x="32098" y="50088"/>
                </a:lnTo>
                <a:lnTo>
                  <a:pt x="32029" y="50088"/>
                </a:lnTo>
                <a:lnTo>
                  <a:pt x="28856" y="34944"/>
                </a:lnTo>
                <a:cubicBezTo>
                  <a:pt x="28994" y="34898"/>
                  <a:pt x="29120" y="34818"/>
                  <a:pt x="29211" y="34704"/>
                </a:cubicBezTo>
                <a:cubicBezTo>
                  <a:pt x="29257" y="34658"/>
                  <a:pt x="29291" y="34589"/>
                  <a:pt x="29314" y="34532"/>
                </a:cubicBezTo>
                <a:close/>
                <a:moveTo>
                  <a:pt x="33564" y="35895"/>
                </a:moveTo>
                <a:lnTo>
                  <a:pt x="35386" y="36468"/>
                </a:lnTo>
                <a:lnTo>
                  <a:pt x="36050" y="44315"/>
                </a:lnTo>
                <a:cubicBezTo>
                  <a:pt x="35752" y="44372"/>
                  <a:pt x="35477" y="44532"/>
                  <a:pt x="35271" y="44784"/>
                </a:cubicBezTo>
                <a:cubicBezTo>
                  <a:pt x="34801" y="45357"/>
                  <a:pt x="34893" y="46193"/>
                  <a:pt x="35466" y="46663"/>
                </a:cubicBezTo>
                <a:cubicBezTo>
                  <a:pt x="35705" y="46858"/>
                  <a:pt x="35998" y="46953"/>
                  <a:pt x="36292" y="46953"/>
                </a:cubicBezTo>
                <a:cubicBezTo>
                  <a:pt x="36463" y="46953"/>
                  <a:pt x="36634" y="46921"/>
                  <a:pt x="36795" y="46858"/>
                </a:cubicBezTo>
                <a:lnTo>
                  <a:pt x="37058" y="47430"/>
                </a:lnTo>
                <a:lnTo>
                  <a:pt x="32636" y="50351"/>
                </a:lnTo>
                <a:cubicBezTo>
                  <a:pt x="32613" y="50317"/>
                  <a:pt x="32579" y="50283"/>
                  <a:pt x="32545" y="50248"/>
                </a:cubicBezTo>
                <a:cubicBezTo>
                  <a:pt x="32453" y="50180"/>
                  <a:pt x="32339" y="50134"/>
                  <a:pt x="32235" y="50111"/>
                </a:cubicBezTo>
                <a:lnTo>
                  <a:pt x="33564" y="35895"/>
                </a:lnTo>
                <a:close/>
                <a:moveTo>
                  <a:pt x="28169" y="34795"/>
                </a:moveTo>
                <a:cubicBezTo>
                  <a:pt x="28169" y="34795"/>
                  <a:pt x="28180" y="34807"/>
                  <a:pt x="28180" y="34818"/>
                </a:cubicBezTo>
                <a:cubicBezTo>
                  <a:pt x="28314" y="34923"/>
                  <a:pt x="28472" y="34973"/>
                  <a:pt x="28628" y="34973"/>
                </a:cubicBezTo>
                <a:cubicBezTo>
                  <a:pt x="28658" y="34973"/>
                  <a:pt x="28689" y="34971"/>
                  <a:pt x="28719" y="34967"/>
                </a:cubicBezTo>
                <a:lnTo>
                  <a:pt x="31892" y="50122"/>
                </a:lnTo>
                <a:cubicBezTo>
                  <a:pt x="31766" y="50168"/>
                  <a:pt x="31651" y="50237"/>
                  <a:pt x="31560" y="50351"/>
                </a:cubicBezTo>
                <a:cubicBezTo>
                  <a:pt x="31525" y="50386"/>
                  <a:pt x="31502" y="50420"/>
                  <a:pt x="31479" y="50455"/>
                </a:cubicBezTo>
                <a:lnTo>
                  <a:pt x="16874" y="44486"/>
                </a:lnTo>
                <a:lnTo>
                  <a:pt x="28169" y="34795"/>
                </a:lnTo>
                <a:close/>
                <a:moveTo>
                  <a:pt x="45581" y="45185"/>
                </a:moveTo>
                <a:lnTo>
                  <a:pt x="41503" y="54441"/>
                </a:lnTo>
                <a:cubicBezTo>
                  <a:pt x="41353" y="54395"/>
                  <a:pt x="41199" y="54371"/>
                  <a:pt x="41046" y="54371"/>
                </a:cubicBezTo>
                <a:cubicBezTo>
                  <a:pt x="40858" y="54371"/>
                  <a:pt x="40671" y="54406"/>
                  <a:pt x="40495" y="54475"/>
                </a:cubicBezTo>
                <a:lnTo>
                  <a:pt x="37241" y="47476"/>
                </a:lnTo>
                <a:lnTo>
                  <a:pt x="40197" y="45517"/>
                </a:lnTo>
                <a:lnTo>
                  <a:pt x="45581" y="45185"/>
                </a:lnTo>
                <a:close/>
                <a:moveTo>
                  <a:pt x="37127" y="47556"/>
                </a:moveTo>
                <a:lnTo>
                  <a:pt x="40369" y="54533"/>
                </a:lnTo>
                <a:cubicBezTo>
                  <a:pt x="40197" y="54624"/>
                  <a:pt x="40036" y="54750"/>
                  <a:pt x="39910" y="54911"/>
                </a:cubicBezTo>
                <a:cubicBezTo>
                  <a:pt x="39876" y="54956"/>
                  <a:pt x="39842" y="55002"/>
                  <a:pt x="39807" y="55048"/>
                </a:cubicBezTo>
                <a:lnTo>
                  <a:pt x="32739" y="51073"/>
                </a:lnTo>
                <a:cubicBezTo>
                  <a:pt x="32820" y="50878"/>
                  <a:pt x="32820" y="50649"/>
                  <a:pt x="32717" y="50466"/>
                </a:cubicBezTo>
                <a:lnTo>
                  <a:pt x="37127" y="47556"/>
                </a:lnTo>
                <a:close/>
                <a:moveTo>
                  <a:pt x="53416" y="44693"/>
                </a:moveTo>
                <a:lnTo>
                  <a:pt x="60576" y="50008"/>
                </a:lnTo>
                <a:lnTo>
                  <a:pt x="59419" y="54063"/>
                </a:lnTo>
                <a:cubicBezTo>
                  <a:pt x="59201" y="54063"/>
                  <a:pt x="58983" y="54155"/>
                  <a:pt x="58834" y="54338"/>
                </a:cubicBezTo>
                <a:cubicBezTo>
                  <a:pt x="58743" y="54441"/>
                  <a:pt x="58697" y="54567"/>
                  <a:pt x="58686" y="54693"/>
                </a:cubicBezTo>
                <a:lnTo>
                  <a:pt x="42488" y="55609"/>
                </a:lnTo>
                <a:cubicBezTo>
                  <a:pt x="42442" y="55266"/>
                  <a:pt x="42259" y="54934"/>
                  <a:pt x="41972" y="54693"/>
                </a:cubicBezTo>
                <a:cubicBezTo>
                  <a:pt x="41904" y="54647"/>
                  <a:pt x="41835" y="54601"/>
                  <a:pt x="41766" y="54555"/>
                </a:cubicBezTo>
                <a:lnTo>
                  <a:pt x="45902" y="45162"/>
                </a:lnTo>
                <a:lnTo>
                  <a:pt x="53416" y="44693"/>
                </a:lnTo>
                <a:close/>
                <a:moveTo>
                  <a:pt x="82409" y="40821"/>
                </a:moveTo>
                <a:lnTo>
                  <a:pt x="82661" y="41130"/>
                </a:lnTo>
                <a:lnTo>
                  <a:pt x="74654" y="58634"/>
                </a:lnTo>
                <a:cubicBezTo>
                  <a:pt x="74455" y="58531"/>
                  <a:pt x="74238" y="58479"/>
                  <a:pt x="74021" y="58479"/>
                </a:cubicBezTo>
                <a:cubicBezTo>
                  <a:pt x="73851" y="58479"/>
                  <a:pt x="73681" y="58511"/>
                  <a:pt x="73520" y="58576"/>
                </a:cubicBezTo>
                <a:lnTo>
                  <a:pt x="69522" y="48026"/>
                </a:lnTo>
                <a:cubicBezTo>
                  <a:pt x="69602" y="47969"/>
                  <a:pt x="69683" y="47911"/>
                  <a:pt x="69740" y="47831"/>
                </a:cubicBezTo>
                <a:cubicBezTo>
                  <a:pt x="69923" y="47614"/>
                  <a:pt x="69969" y="47327"/>
                  <a:pt x="69889" y="47075"/>
                </a:cubicBezTo>
                <a:lnTo>
                  <a:pt x="82409" y="40821"/>
                </a:lnTo>
                <a:close/>
                <a:moveTo>
                  <a:pt x="68571" y="40065"/>
                </a:moveTo>
                <a:lnTo>
                  <a:pt x="68938" y="46502"/>
                </a:lnTo>
                <a:cubicBezTo>
                  <a:pt x="68755" y="46537"/>
                  <a:pt x="68583" y="46628"/>
                  <a:pt x="68445" y="46789"/>
                </a:cubicBezTo>
                <a:cubicBezTo>
                  <a:pt x="68159" y="47144"/>
                  <a:pt x="68216" y="47671"/>
                  <a:pt x="68571" y="47957"/>
                </a:cubicBezTo>
                <a:cubicBezTo>
                  <a:pt x="68723" y="48082"/>
                  <a:pt x="68909" y="48144"/>
                  <a:pt x="69092" y="48144"/>
                </a:cubicBezTo>
                <a:cubicBezTo>
                  <a:pt x="69144" y="48144"/>
                  <a:pt x="69196" y="48139"/>
                  <a:pt x="69247" y="48129"/>
                </a:cubicBezTo>
                <a:lnTo>
                  <a:pt x="73268" y="58725"/>
                </a:lnTo>
                <a:cubicBezTo>
                  <a:pt x="73188" y="58771"/>
                  <a:pt x="73119" y="58840"/>
                  <a:pt x="73050" y="58920"/>
                </a:cubicBezTo>
                <a:lnTo>
                  <a:pt x="73050" y="58908"/>
                </a:lnTo>
                <a:lnTo>
                  <a:pt x="60782" y="49802"/>
                </a:lnTo>
                <a:lnTo>
                  <a:pt x="62065" y="45265"/>
                </a:lnTo>
                <a:cubicBezTo>
                  <a:pt x="62176" y="45291"/>
                  <a:pt x="62289" y="45304"/>
                  <a:pt x="62402" y="45304"/>
                </a:cubicBezTo>
                <a:cubicBezTo>
                  <a:pt x="62839" y="45304"/>
                  <a:pt x="63274" y="45114"/>
                  <a:pt x="63565" y="44750"/>
                </a:cubicBezTo>
                <a:cubicBezTo>
                  <a:pt x="63852" y="44395"/>
                  <a:pt x="63955" y="43948"/>
                  <a:pt x="63875" y="43536"/>
                </a:cubicBezTo>
                <a:lnTo>
                  <a:pt x="68571" y="40065"/>
                </a:lnTo>
                <a:close/>
                <a:moveTo>
                  <a:pt x="82867" y="41371"/>
                </a:moveTo>
                <a:lnTo>
                  <a:pt x="89878" y="49790"/>
                </a:lnTo>
                <a:lnTo>
                  <a:pt x="89718" y="50031"/>
                </a:lnTo>
                <a:lnTo>
                  <a:pt x="75307" y="59424"/>
                </a:lnTo>
                <a:cubicBezTo>
                  <a:pt x="75238" y="59183"/>
                  <a:pt x="75101" y="58966"/>
                  <a:pt x="74895" y="58794"/>
                </a:cubicBezTo>
                <a:lnTo>
                  <a:pt x="82867" y="41371"/>
                </a:lnTo>
                <a:close/>
                <a:moveTo>
                  <a:pt x="60702" y="50099"/>
                </a:moveTo>
                <a:lnTo>
                  <a:pt x="72879" y="59149"/>
                </a:lnTo>
                <a:cubicBezTo>
                  <a:pt x="72764" y="59332"/>
                  <a:pt x="72707" y="59538"/>
                  <a:pt x="72695" y="59756"/>
                </a:cubicBezTo>
                <a:lnTo>
                  <a:pt x="60106" y="54991"/>
                </a:lnTo>
                <a:cubicBezTo>
                  <a:pt x="60186" y="54716"/>
                  <a:pt x="60095" y="54418"/>
                  <a:pt x="59865" y="54223"/>
                </a:cubicBezTo>
                <a:cubicBezTo>
                  <a:pt x="59774" y="54155"/>
                  <a:pt x="59671" y="54109"/>
                  <a:pt x="59568" y="54086"/>
                </a:cubicBezTo>
                <a:lnTo>
                  <a:pt x="60702" y="50099"/>
                </a:lnTo>
                <a:close/>
                <a:moveTo>
                  <a:pt x="32671" y="51188"/>
                </a:moveTo>
                <a:lnTo>
                  <a:pt x="39739" y="55174"/>
                </a:lnTo>
                <a:cubicBezTo>
                  <a:pt x="39441" y="55758"/>
                  <a:pt x="39578" y="56491"/>
                  <a:pt x="40082" y="56938"/>
                </a:cubicBezTo>
                <a:lnTo>
                  <a:pt x="34905" y="63479"/>
                </a:lnTo>
                <a:lnTo>
                  <a:pt x="32316" y="51451"/>
                </a:lnTo>
                <a:cubicBezTo>
                  <a:pt x="32442" y="51417"/>
                  <a:pt x="32556" y="51337"/>
                  <a:pt x="32648" y="51233"/>
                </a:cubicBezTo>
                <a:cubicBezTo>
                  <a:pt x="32648" y="51222"/>
                  <a:pt x="32659" y="51211"/>
                  <a:pt x="32671" y="51188"/>
                </a:cubicBezTo>
                <a:close/>
                <a:moveTo>
                  <a:pt x="58697" y="54979"/>
                </a:moveTo>
                <a:cubicBezTo>
                  <a:pt x="58720" y="55071"/>
                  <a:pt x="58766" y="55174"/>
                  <a:pt x="58834" y="55254"/>
                </a:cubicBezTo>
                <a:lnTo>
                  <a:pt x="49590" y="66228"/>
                </a:lnTo>
                <a:cubicBezTo>
                  <a:pt x="49495" y="66181"/>
                  <a:pt x="49393" y="66158"/>
                  <a:pt x="49290" y="66158"/>
                </a:cubicBezTo>
                <a:cubicBezTo>
                  <a:pt x="49170" y="66158"/>
                  <a:pt x="49048" y="66189"/>
                  <a:pt x="48937" y="66251"/>
                </a:cubicBezTo>
                <a:lnTo>
                  <a:pt x="41984" y="56961"/>
                </a:lnTo>
                <a:cubicBezTo>
                  <a:pt x="42053" y="56904"/>
                  <a:pt x="42121" y="56835"/>
                  <a:pt x="42179" y="56755"/>
                </a:cubicBezTo>
                <a:cubicBezTo>
                  <a:pt x="42396" y="56503"/>
                  <a:pt x="42499" y="56194"/>
                  <a:pt x="42511" y="55896"/>
                </a:cubicBezTo>
                <a:lnTo>
                  <a:pt x="58697" y="54979"/>
                </a:lnTo>
                <a:close/>
                <a:moveTo>
                  <a:pt x="60060" y="55117"/>
                </a:moveTo>
                <a:lnTo>
                  <a:pt x="72695" y="59905"/>
                </a:lnTo>
                <a:cubicBezTo>
                  <a:pt x="72695" y="59951"/>
                  <a:pt x="72707" y="59997"/>
                  <a:pt x="72707" y="60043"/>
                </a:cubicBezTo>
                <a:lnTo>
                  <a:pt x="49865" y="66503"/>
                </a:lnTo>
                <a:cubicBezTo>
                  <a:pt x="49854" y="66469"/>
                  <a:pt x="49831" y="66446"/>
                  <a:pt x="49808" y="66412"/>
                </a:cubicBezTo>
                <a:lnTo>
                  <a:pt x="59052" y="55438"/>
                </a:lnTo>
                <a:cubicBezTo>
                  <a:pt x="59158" y="55495"/>
                  <a:pt x="59276" y="55523"/>
                  <a:pt x="59394" y="55523"/>
                </a:cubicBezTo>
                <a:cubicBezTo>
                  <a:pt x="59607" y="55523"/>
                  <a:pt x="59821" y="55431"/>
                  <a:pt x="59969" y="55254"/>
                </a:cubicBezTo>
                <a:cubicBezTo>
                  <a:pt x="60003" y="55208"/>
                  <a:pt x="60037" y="55163"/>
                  <a:pt x="60060" y="55117"/>
                </a:cubicBezTo>
                <a:close/>
                <a:moveTo>
                  <a:pt x="96483" y="1"/>
                </a:moveTo>
                <a:cubicBezTo>
                  <a:pt x="96278" y="1"/>
                  <a:pt x="96075" y="88"/>
                  <a:pt x="95938" y="258"/>
                </a:cubicBezTo>
                <a:cubicBezTo>
                  <a:pt x="95720" y="521"/>
                  <a:pt x="95743" y="911"/>
                  <a:pt x="95961" y="1163"/>
                </a:cubicBezTo>
                <a:lnTo>
                  <a:pt x="86293" y="16387"/>
                </a:lnTo>
                <a:cubicBezTo>
                  <a:pt x="86096" y="16278"/>
                  <a:pt x="85878" y="16224"/>
                  <a:pt x="85662" y="16224"/>
                </a:cubicBezTo>
                <a:cubicBezTo>
                  <a:pt x="85284" y="16224"/>
                  <a:pt x="84909" y="16387"/>
                  <a:pt x="84654" y="16707"/>
                </a:cubicBezTo>
                <a:cubicBezTo>
                  <a:pt x="84506" y="16891"/>
                  <a:pt x="84414" y="17108"/>
                  <a:pt x="84380" y="17338"/>
                </a:cubicBezTo>
                <a:lnTo>
                  <a:pt x="72008" y="14829"/>
                </a:lnTo>
                <a:lnTo>
                  <a:pt x="71344" y="14508"/>
                </a:lnTo>
                <a:cubicBezTo>
                  <a:pt x="71309" y="14394"/>
                  <a:pt x="71229" y="14279"/>
                  <a:pt x="71126" y="14199"/>
                </a:cubicBezTo>
                <a:cubicBezTo>
                  <a:pt x="71001" y="14094"/>
                  <a:pt x="70851" y="14044"/>
                  <a:pt x="70701" y="14044"/>
                </a:cubicBezTo>
                <a:cubicBezTo>
                  <a:pt x="70507" y="14044"/>
                  <a:pt x="70316" y="14129"/>
                  <a:pt x="70187" y="14290"/>
                </a:cubicBezTo>
                <a:cubicBezTo>
                  <a:pt x="70095" y="14394"/>
                  <a:pt x="70049" y="14520"/>
                  <a:pt x="70038" y="14646"/>
                </a:cubicBezTo>
                <a:lnTo>
                  <a:pt x="53473" y="27418"/>
                </a:lnTo>
                <a:cubicBezTo>
                  <a:pt x="53374" y="27364"/>
                  <a:pt x="53266" y="27338"/>
                  <a:pt x="53158" y="27338"/>
                </a:cubicBezTo>
                <a:cubicBezTo>
                  <a:pt x="52993" y="27338"/>
                  <a:pt x="52831" y="27399"/>
                  <a:pt x="52706" y="27510"/>
                </a:cubicBezTo>
                <a:lnTo>
                  <a:pt x="35592" y="24806"/>
                </a:lnTo>
                <a:cubicBezTo>
                  <a:pt x="35603" y="24497"/>
                  <a:pt x="35466" y="24176"/>
                  <a:pt x="35202" y="23959"/>
                </a:cubicBezTo>
                <a:cubicBezTo>
                  <a:pt x="35005" y="23801"/>
                  <a:pt x="34769" y="23724"/>
                  <a:pt x="34535" y="23724"/>
                </a:cubicBezTo>
                <a:cubicBezTo>
                  <a:pt x="34225" y="23724"/>
                  <a:pt x="33917" y="23858"/>
                  <a:pt x="33702" y="24119"/>
                </a:cubicBezTo>
                <a:cubicBezTo>
                  <a:pt x="33530" y="24325"/>
                  <a:pt x="33450" y="24589"/>
                  <a:pt x="33473" y="24852"/>
                </a:cubicBezTo>
                <a:lnTo>
                  <a:pt x="14251" y="27246"/>
                </a:lnTo>
                <a:cubicBezTo>
                  <a:pt x="14182" y="26857"/>
                  <a:pt x="13987" y="26490"/>
                  <a:pt x="13667" y="26227"/>
                </a:cubicBezTo>
                <a:cubicBezTo>
                  <a:pt x="13355" y="25975"/>
                  <a:pt x="12984" y="25853"/>
                  <a:pt x="12615" y="25853"/>
                </a:cubicBezTo>
                <a:cubicBezTo>
                  <a:pt x="12130" y="25853"/>
                  <a:pt x="11650" y="26064"/>
                  <a:pt x="11318" y="26467"/>
                </a:cubicBezTo>
                <a:cubicBezTo>
                  <a:pt x="10963" y="26903"/>
                  <a:pt x="10872" y="27452"/>
                  <a:pt x="10998" y="27957"/>
                </a:cubicBezTo>
                <a:lnTo>
                  <a:pt x="92" y="31691"/>
                </a:lnTo>
                <a:cubicBezTo>
                  <a:pt x="35" y="31702"/>
                  <a:pt x="1" y="31771"/>
                  <a:pt x="23" y="31828"/>
                </a:cubicBezTo>
                <a:cubicBezTo>
                  <a:pt x="43" y="31876"/>
                  <a:pt x="85" y="31900"/>
                  <a:pt x="132" y="31900"/>
                </a:cubicBezTo>
                <a:cubicBezTo>
                  <a:pt x="142" y="31900"/>
                  <a:pt x="151" y="31899"/>
                  <a:pt x="161" y="31897"/>
                </a:cubicBezTo>
                <a:lnTo>
                  <a:pt x="11066" y="28163"/>
                </a:lnTo>
                <a:cubicBezTo>
                  <a:pt x="11169" y="28403"/>
                  <a:pt x="11341" y="28632"/>
                  <a:pt x="11559" y="28816"/>
                </a:cubicBezTo>
                <a:cubicBezTo>
                  <a:pt x="11871" y="29065"/>
                  <a:pt x="12245" y="29190"/>
                  <a:pt x="12617" y="29190"/>
                </a:cubicBezTo>
                <a:cubicBezTo>
                  <a:pt x="12723" y="29190"/>
                  <a:pt x="12829" y="29180"/>
                  <a:pt x="12933" y="29159"/>
                </a:cubicBezTo>
                <a:lnTo>
                  <a:pt x="16611" y="44441"/>
                </a:lnTo>
                <a:cubicBezTo>
                  <a:pt x="16588" y="44475"/>
                  <a:pt x="16588" y="44532"/>
                  <a:pt x="16622" y="44567"/>
                </a:cubicBezTo>
                <a:cubicBezTo>
                  <a:pt x="16645" y="44589"/>
                  <a:pt x="16668" y="44601"/>
                  <a:pt x="16702" y="44601"/>
                </a:cubicBezTo>
                <a:cubicBezTo>
                  <a:pt x="16714" y="44601"/>
                  <a:pt x="16737" y="44601"/>
                  <a:pt x="16748" y="44589"/>
                </a:cubicBezTo>
                <a:lnTo>
                  <a:pt x="31422" y="50592"/>
                </a:lnTo>
                <a:cubicBezTo>
                  <a:pt x="31353" y="50855"/>
                  <a:pt x="31434" y="51153"/>
                  <a:pt x="31663" y="51337"/>
                </a:cubicBezTo>
                <a:cubicBezTo>
                  <a:pt x="31787" y="51442"/>
                  <a:pt x="31936" y="51491"/>
                  <a:pt x="32088" y="51491"/>
                </a:cubicBezTo>
                <a:cubicBezTo>
                  <a:pt x="32118" y="51491"/>
                  <a:pt x="32148" y="51489"/>
                  <a:pt x="32178" y="51485"/>
                </a:cubicBezTo>
                <a:lnTo>
                  <a:pt x="34801" y="63662"/>
                </a:lnTo>
                <a:cubicBezTo>
                  <a:pt x="34801" y="63685"/>
                  <a:pt x="34824" y="63708"/>
                  <a:pt x="34847" y="63708"/>
                </a:cubicBezTo>
                <a:cubicBezTo>
                  <a:pt x="34856" y="63711"/>
                  <a:pt x="34865" y="63713"/>
                  <a:pt x="34873" y="63713"/>
                </a:cubicBezTo>
                <a:cubicBezTo>
                  <a:pt x="34894" y="63713"/>
                  <a:pt x="34911" y="63702"/>
                  <a:pt x="34927" y="63685"/>
                </a:cubicBezTo>
                <a:lnTo>
                  <a:pt x="40197" y="57030"/>
                </a:lnTo>
                <a:cubicBezTo>
                  <a:pt x="40453" y="57210"/>
                  <a:pt x="40751" y="57299"/>
                  <a:pt x="41048" y="57299"/>
                </a:cubicBezTo>
                <a:cubicBezTo>
                  <a:pt x="41335" y="57299"/>
                  <a:pt x="41621" y="57216"/>
                  <a:pt x="41869" y="57053"/>
                </a:cubicBezTo>
                <a:lnTo>
                  <a:pt x="48823" y="66331"/>
                </a:lnTo>
                <a:cubicBezTo>
                  <a:pt x="48800" y="66354"/>
                  <a:pt x="48777" y="66377"/>
                  <a:pt x="48765" y="66400"/>
                </a:cubicBezTo>
                <a:cubicBezTo>
                  <a:pt x="48525" y="66687"/>
                  <a:pt x="48571" y="67110"/>
                  <a:pt x="48857" y="67339"/>
                </a:cubicBezTo>
                <a:cubicBezTo>
                  <a:pt x="48987" y="67442"/>
                  <a:pt x="49132" y="67484"/>
                  <a:pt x="49280" y="67484"/>
                </a:cubicBezTo>
                <a:cubicBezTo>
                  <a:pt x="49315" y="67484"/>
                  <a:pt x="49349" y="67481"/>
                  <a:pt x="49384" y="67477"/>
                </a:cubicBezTo>
                <a:lnTo>
                  <a:pt x="51297" y="74247"/>
                </a:lnTo>
                <a:cubicBezTo>
                  <a:pt x="51308" y="74281"/>
                  <a:pt x="51331" y="74304"/>
                  <a:pt x="51366" y="74304"/>
                </a:cubicBezTo>
                <a:cubicBezTo>
                  <a:pt x="51377" y="74304"/>
                  <a:pt x="51377" y="74304"/>
                  <a:pt x="51389" y="74293"/>
                </a:cubicBezTo>
                <a:cubicBezTo>
                  <a:pt x="51423" y="74281"/>
                  <a:pt x="51446" y="74247"/>
                  <a:pt x="51434" y="74213"/>
                </a:cubicBezTo>
                <a:lnTo>
                  <a:pt x="49521" y="67431"/>
                </a:lnTo>
                <a:cubicBezTo>
                  <a:pt x="49624" y="67397"/>
                  <a:pt x="49716" y="67328"/>
                  <a:pt x="49796" y="67236"/>
                </a:cubicBezTo>
                <a:cubicBezTo>
                  <a:pt x="49899" y="67110"/>
                  <a:pt x="49957" y="66939"/>
                  <a:pt x="49945" y="66778"/>
                </a:cubicBezTo>
                <a:lnTo>
                  <a:pt x="72787" y="60317"/>
                </a:lnTo>
                <a:cubicBezTo>
                  <a:pt x="72867" y="60524"/>
                  <a:pt x="73005" y="60707"/>
                  <a:pt x="73188" y="60856"/>
                </a:cubicBezTo>
                <a:cubicBezTo>
                  <a:pt x="73435" y="61059"/>
                  <a:pt x="73731" y="61157"/>
                  <a:pt x="74026" y="61157"/>
                </a:cubicBezTo>
                <a:cubicBezTo>
                  <a:pt x="74414" y="61157"/>
                  <a:pt x="74800" y="60987"/>
                  <a:pt x="75066" y="60661"/>
                </a:cubicBezTo>
                <a:cubicBezTo>
                  <a:pt x="75318" y="60340"/>
                  <a:pt x="75410" y="59951"/>
                  <a:pt x="75341" y="59573"/>
                </a:cubicBezTo>
                <a:lnTo>
                  <a:pt x="89511" y="50340"/>
                </a:lnTo>
                <a:lnTo>
                  <a:pt x="89168" y="50855"/>
                </a:lnTo>
                <a:cubicBezTo>
                  <a:pt x="89133" y="50901"/>
                  <a:pt x="89156" y="50970"/>
                  <a:pt x="89202" y="51004"/>
                </a:cubicBezTo>
                <a:cubicBezTo>
                  <a:pt x="89214" y="51016"/>
                  <a:pt x="89237" y="51027"/>
                  <a:pt x="89259" y="51027"/>
                </a:cubicBezTo>
                <a:cubicBezTo>
                  <a:pt x="89294" y="51027"/>
                  <a:pt x="89328" y="51004"/>
                  <a:pt x="89351" y="50981"/>
                </a:cubicBezTo>
                <a:lnTo>
                  <a:pt x="89970" y="50042"/>
                </a:lnTo>
                <a:lnTo>
                  <a:pt x="90061" y="49985"/>
                </a:lnTo>
                <a:cubicBezTo>
                  <a:pt x="90086" y="49993"/>
                  <a:pt x="90110" y="50001"/>
                  <a:pt x="90134" y="50001"/>
                </a:cubicBezTo>
                <a:cubicBezTo>
                  <a:pt x="90144" y="50001"/>
                  <a:pt x="90154" y="50000"/>
                  <a:pt x="90164" y="49996"/>
                </a:cubicBezTo>
                <a:cubicBezTo>
                  <a:pt x="90222" y="49973"/>
                  <a:pt x="90268" y="49916"/>
                  <a:pt x="90268" y="49859"/>
                </a:cubicBezTo>
                <a:lnTo>
                  <a:pt x="90268" y="49584"/>
                </a:lnTo>
                <a:lnTo>
                  <a:pt x="105102" y="27258"/>
                </a:lnTo>
                <a:lnTo>
                  <a:pt x="110131" y="28140"/>
                </a:lnTo>
                <a:lnTo>
                  <a:pt x="110142" y="28140"/>
                </a:lnTo>
                <a:cubicBezTo>
                  <a:pt x="110177" y="28140"/>
                  <a:pt x="110211" y="28117"/>
                  <a:pt x="110211" y="28083"/>
                </a:cubicBezTo>
                <a:cubicBezTo>
                  <a:pt x="110222" y="28037"/>
                  <a:pt x="110200" y="28002"/>
                  <a:pt x="110154" y="28002"/>
                </a:cubicBezTo>
                <a:lnTo>
                  <a:pt x="105228" y="27132"/>
                </a:lnTo>
                <a:lnTo>
                  <a:pt x="109455" y="23054"/>
                </a:lnTo>
                <a:lnTo>
                  <a:pt x="110933" y="24256"/>
                </a:lnTo>
                <a:cubicBezTo>
                  <a:pt x="110958" y="24282"/>
                  <a:pt x="110991" y="24294"/>
                  <a:pt x="111025" y="24294"/>
                </a:cubicBezTo>
                <a:cubicBezTo>
                  <a:pt x="111066" y="24294"/>
                  <a:pt x="111107" y="24276"/>
                  <a:pt x="111139" y="24245"/>
                </a:cubicBezTo>
                <a:cubicBezTo>
                  <a:pt x="111185" y="24176"/>
                  <a:pt x="111173" y="24085"/>
                  <a:pt x="111116" y="24039"/>
                </a:cubicBezTo>
                <a:lnTo>
                  <a:pt x="109661" y="22859"/>
                </a:lnTo>
                <a:lnTo>
                  <a:pt x="125779" y="7326"/>
                </a:lnTo>
                <a:cubicBezTo>
                  <a:pt x="125824" y="7280"/>
                  <a:pt x="125824" y="7211"/>
                  <a:pt x="125779" y="7177"/>
                </a:cubicBezTo>
                <a:lnTo>
                  <a:pt x="125790" y="7177"/>
                </a:lnTo>
                <a:cubicBezTo>
                  <a:pt x="125766" y="7152"/>
                  <a:pt x="125734" y="7141"/>
                  <a:pt x="125706" y="7141"/>
                </a:cubicBezTo>
                <a:cubicBezTo>
                  <a:pt x="125680" y="7141"/>
                  <a:pt x="125657" y="7149"/>
                  <a:pt x="125641" y="7165"/>
                </a:cubicBezTo>
                <a:lnTo>
                  <a:pt x="109363" y="21038"/>
                </a:lnTo>
                <a:cubicBezTo>
                  <a:pt x="109329" y="21003"/>
                  <a:pt x="109295" y="20969"/>
                  <a:pt x="109260" y="20934"/>
                </a:cubicBezTo>
                <a:cubicBezTo>
                  <a:pt x="109100" y="20808"/>
                  <a:pt x="108928" y="20728"/>
                  <a:pt x="108745" y="20694"/>
                </a:cubicBezTo>
                <a:lnTo>
                  <a:pt x="112869" y="1816"/>
                </a:lnTo>
                <a:lnTo>
                  <a:pt x="112937" y="1747"/>
                </a:lnTo>
                <a:cubicBezTo>
                  <a:pt x="112983" y="1701"/>
                  <a:pt x="112995" y="1644"/>
                  <a:pt x="112972" y="1587"/>
                </a:cubicBezTo>
                <a:cubicBezTo>
                  <a:pt x="112949" y="1541"/>
                  <a:pt x="112903" y="1506"/>
                  <a:pt x="112846" y="1506"/>
                </a:cubicBezTo>
                <a:lnTo>
                  <a:pt x="97175" y="601"/>
                </a:lnTo>
                <a:cubicBezTo>
                  <a:pt x="97152" y="430"/>
                  <a:pt x="97060" y="269"/>
                  <a:pt x="96923" y="155"/>
                </a:cubicBezTo>
                <a:cubicBezTo>
                  <a:pt x="96795" y="51"/>
                  <a:pt x="96638" y="1"/>
                  <a:pt x="96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Shape 713"/>
        <p:cNvGrpSpPr/>
        <p:nvPr/>
      </p:nvGrpSpPr>
      <p:grpSpPr>
        <a:xfrm>
          <a:off x="0" y="0"/>
          <a:ext cx="0" cy="0"/>
          <a:chOff x="0" y="0"/>
          <a:chExt cx="0" cy="0"/>
        </a:xfrm>
      </p:grpSpPr>
      <p:sp>
        <p:nvSpPr>
          <p:cNvPr id="714" name="Google Shape;714;p48"/>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p>
            <a:pPr marL="0" lvl="0" indent="0" algn="l" rtl="0">
              <a:lnSpc>
                <a:spcPct val="100000"/>
              </a:lnSpc>
              <a:spcBef>
                <a:spcPts val="300"/>
              </a:spcBef>
              <a:spcAft>
                <a:spcPts val="0"/>
              </a:spcAft>
              <a:buClr>
                <a:schemeClr val="dk1"/>
              </a:buClr>
              <a:buSzPts val="1100"/>
              <a:buFont typeface="Arial"/>
              <a:buNone/>
            </a:pPr>
            <a:r>
              <a:rPr lang="en" sz="1200"/>
              <a:t>Did you like the resources on this template? Get them for free at our other websites:</a:t>
            </a:r>
            <a:endParaRPr sz="1200"/>
          </a:p>
          <a:p>
            <a:pPr marL="0" lvl="0" indent="0" algn="l" rtl="0">
              <a:lnSpc>
                <a:spcPct val="100000"/>
              </a:lnSpc>
              <a:spcBef>
                <a:spcPts val="300"/>
              </a:spcBef>
              <a:spcAft>
                <a:spcPts val="0"/>
              </a:spcAft>
              <a:buClr>
                <a:schemeClr val="dk1"/>
              </a:buClr>
              <a:buSzPts val="1100"/>
              <a:buFont typeface="Arial"/>
              <a:buNone/>
            </a:pPr>
            <a:endParaRPr sz="1800">
              <a:latin typeface="Quicksand"/>
              <a:ea typeface="Quicksand"/>
              <a:cs typeface="Quicksand"/>
              <a:sym typeface="Quicksand"/>
            </a:endParaRPr>
          </a:p>
          <a:p>
            <a:pPr marL="0" lvl="0" indent="0" algn="l" rtl="0">
              <a:spcBef>
                <a:spcPts val="0"/>
              </a:spcBef>
              <a:spcAft>
                <a:spcPts val="0"/>
              </a:spcAft>
              <a:buNone/>
            </a:pPr>
            <a:r>
              <a:rPr lang="en" sz="1800"/>
              <a:t>Vectors</a:t>
            </a:r>
            <a:endParaRPr sz="1800"/>
          </a:p>
          <a:p>
            <a:pPr marL="241300" lvl="0" indent="-203200" algn="l" rtl="0">
              <a:lnSpc>
                <a:spcPct val="115000"/>
              </a:lnSpc>
              <a:spcBef>
                <a:spcPts val="0"/>
              </a:spcBef>
              <a:spcAft>
                <a:spcPts val="0"/>
              </a:spcAft>
              <a:buSzPts val="1200"/>
              <a:buFont typeface="Quicksand"/>
              <a:buChar char="●"/>
            </a:pPr>
            <a:r>
              <a:rPr lang="en" u="sng">
                <a:hlinkClick r:id="rId3"/>
              </a:rPr>
              <a:t>Futuristic technology concept gradient background</a:t>
            </a:r>
            <a:endParaRPr/>
          </a:p>
          <a:p>
            <a:pPr marL="241300" lvl="0" indent="-203200" algn="l" rtl="0">
              <a:lnSpc>
                <a:spcPct val="115000"/>
              </a:lnSpc>
              <a:spcBef>
                <a:spcPts val="0"/>
              </a:spcBef>
              <a:spcAft>
                <a:spcPts val="0"/>
              </a:spcAft>
              <a:buSzPts val="1200"/>
              <a:buFont typeface="Quicksand"/>
              <a:buChar char="●"/>
            </a:pPr>
            <a:r>
              <a:rPr lang="en" u="sng">
                <a:hlinkClick r:id="rId4"/>
              </a:rPr>
              <a:t>Futuristic science lab background</a:t>
            </a:r>
            <a:endParaRPr/>
          </a:p>
          <a:p>
            <a:pPr marL="0" lvl="0" indent="0" algn="l" rtl="0">
              <a:spcBef>
                <a:spcPts val="300"/>
              </a:spcBef>
              <a:spcAft>
                <a:spcPts val="0"/>
              </a:spcAft>
              <a:buNone/>
            </a:pPr>
            <a:endParaRPr sz="1800"/>
          </a:p>
          <a:p>
            <a:pPr marL="0" lvl="0" indent="0" algn="l" rtl="0">
              <a:spcBef>
                <a:spcPts val="300"/>
              </a:spcBef>
              <a:spcAft>
                <a:spcPts val="0"/>
              </a:spcAft>
              <a:buNone/>
            </a:pPr>
            <a:r>
              <a:rPr lang="en" sz="1800"/>
              <a:t>Photos</a:t>
            </a:r>
            <a:endParaRPr sz="1800"/>
          </a:p>
          <a:p>
            <a:pPr marL="241300" lvl="0" indent="-203200" algn="l" rtl="0">
              <a:lnSpc>
                <a:spcPct val="115000"/>
              </a:lnSpc>
              <a:spcBef>
                <a:spcPts val="0"/>
              </a:spcBef>
              <a:spcAft>
                <a:spcPts val="0"/>
              </a:spcAft>
              <a:buSzPts val="1200"/>
              <a:buFont typeface="Quicksand"/>
              <a:buChar char="●"/>
            </a:pPr>
            <a:r>
              <a:rPr lang="en" u="sng">
                <a:hlinkClick r:id="rId5"/>
              </a:rPr>
              <a:t>Black man giving presentation on a meeting</a:t>
            </a:r>
            <a:endParaRPr/>
          </a:p>
          <a:p>
            <a:pPr marL="241300" lvl="0" indent="-203200" algn="l" rtl="0">
              <a:lnSpc>
                <a:spcPct val="115000"/>
              </a:lnSpc>
              <a:spcBef>
                <a:spcPts val="0"/>
              </a:spcBef>
              <a:spcAft>
                <a:spcPts val="0"/>
              </a:spcAft>
              <a:buSzPts val="1200"/>
              <a:buFont typeface="Quicksand"/>
              <a:buChar char="●"/>
            </a:pPr>
            <a:r>
              <a:rPr lang="en" u="sng">
                <a:hlinkClick r:id="rId6"/>
              </a:rPr>
              <a:t>Medium shot queer model working with laptop</a:t>
            </a:r>
            <a:endParaRPr/>
          </a:p>
          <a:p>
            <a:pPr marL="0" lvl="0" indent="0" algn="l" rtl="0">
              <a:spcBef>
                <a:spcPts val="300"/>
              </a:spcBef>
              <a:spcAft>
                <a:spcPts val="0"/>
              </a:spcAft>
              <a:buNone/>
            </a:pPr>
            <a:endParaRPr sz="1100"/>
          </a:p>
        </p:txBody>
      </p:sp>
      <p:sp>
        <p:nvSpPr>
          <p:cNvPr id="715" name="Google Shape;715;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719"/>
        <p:cNvGrpSpPr/>
        <p:nvPr/>
      </p:nvGrpSpPr>
      <p:grpSpPr>
        <a:xfrm>
          <a:off x="0" y="0"/>
          <a:ext cx="0" cy="0"/>
          <a:chOff x="0" y="0"/>
          <a:chExt cx="0" cy="0"/>
        </a:xfrm>
      </p:grpSpPr>
      <p:sp>
        <p:nvSpPr>
          <p:cNvPr id="720" name="Google Shape;720;p49"/>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721" name="Google Shape;721;p49"/>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725"/>
        <p:cNvGrpSpPr/>
        <p:nvPr/>
      </p:nvGrpSpPr>
      <p:grpSpPr>
        <a:xfrm>
          <a:off x="0" y="0"/>
          <a:ext cx="0" cy="0"/>
          <a:chOff x="0" y="0"/>
          <a:chExt cx="0" cy="0"/>
        </a:xfrm>
      </p:grpSpPr>
      <p:sp>
        <p:nvSpPr>
          <p:cNvPr id="726" name="Google Shape;726;p50"/>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727" name="Google Shape;727;p50"/>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731"/>
        <p:cNvGrpSpPr/>
        <p:nvPr/>
      </p:nvGrpSpPr>
      <p:grpSpPr>
        <a:xfrm>
          <a:off x="0" y="0"/>
          <a:ext cx="0" cy="0"/>
          <a:chOff x="0" y="0"/>
          <a:chExt cx="0" cy="0"/>
        </a:xfrm>
      </p:grpSpPr>
      <p:sp>
        <p:nvSpPr>
          <p:cNvPr id="732" name="Google Shape;732;p51"/>
          <p:cNvSpPr txBox="1"/>
          <p:nvPr/>
        </p:nvSpPr>
        <p:spPr>
          <a:xfrm>
            <a:off x="716700" y="1492800"/>
            <a:ext cx="7710600" cy="917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Quicksand</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https://fonts.google.com/specimen/Quicksand</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endParaRPr sz="1100">
              <a:solidFill>
                <a:srgbClr val="FFFFFF"/>
              </a:solidFill>
            </a:endParaRPr>
          </a:p>
        </p:txBody>
      </p:sp>
      <p:sp>
        <p:nvSpPr>
          <p:cNvPr id="733" name="Google Shape;733;p51"/>
          <p:cNvSpPr/>
          <p:nvPr/>
        </p:nvSpPr>
        <p:spPr>
          <a:xfrm>
            <a:off x="3114475" y="2643000"/>
            <a:ext cx="791400" cy="754200"/>
          </a:xfrm>
          <a:prstGeom prst="roundRect">
            <a:avLst>
              <a:gd name="adj" fmla="val 16667"/>
            </a:avLst>
          </a:prstGeom>
          <a:solidFill>
            <a:srgbClr val="19191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51"/>
          <p:cNvSpPr/>
          <p:nvPr/>
        </p:nvSpPr>
        <p:spPr>
          <a:xfrm>
            <a:off x="4176295" y="2643000"/>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51"/>
          <p:cNvSpPr/>
          <p:nvPr/>
        </p:nvSpPr>
        <p:spPr>
          <a:xfrm>
            <a:off x="5238114" y="2643000"/>
            <a:ext cx="791400" cy="754200"/>
          </a:xfrm>
          <a:prstGeom prst="roundRect">
            <a:avLst>
              <a:gd name="adj" fmla="val 16667"/>
            </a:avLst>
          </a:prstGeom>
          <a:solidFill>
            <a:srgbClr val="7A7AA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51"/>
          <p:cNvSpPr txBox="1"/>
          <p:nvPr/>
        </p:nvSpPr>
        <p:spPr>
          <a:xfrm>
            <a:off x="3114475" y="28000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dirty="0">
                <a:solidFill>
                  <a:srgbClr val="FFFFFF"/>
                </a:solidFill>
              </a:rPr>
              <a:t>#191919</a:t>
            </a:r>
            <a:endParaRPr sz="1000" dirty="0">
              <a:solidFill>
                <a:srgbClr val="FFFFFF"/>
              </a:solidFill>
            </a:endParaRPr>
          </a:p>
        </p:txBody>
      </p:sp>
      <p:sp>
        <p:nvSpPr>
          <p:cNvPr id="737" name="Google Shape;737;p51"/>
          <p:cNvSpPr txBox="1"/>
          <p:nvPr/>
        </p:nvSpPr>
        <p:spPr>
          <a:xfrm>
            <a:off x="4176300" y="28000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738" name="Google Shape;738;p51"/>
          <p:cNvSpPr txBox="1"/>
          <p:nvPr/>
        </p:nvSpPr>
        <p:spPr>
          <a:xfrm>
            <a:off x="5238125" y="28000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#7a7aa7</a:t>
            </a:r>
            <a:endParaRPr sz="1000">
              <a:solidFill>
                <a:schemeClr val="dk1"/>
              </a:solidFill>
            </a:endParaRPr>
          </a:p>
        </p:txBody>
      </p:sp>
      <p:sp>
        <p:nvSpPr>
          <p:cNvPr id="739" name="Google Shape;739;p51"/>
          <p:cNvSpPr/>
          <p:nvPr/>
        </p:nvSpPr>
        <p:spPr>
          <a:xfrm>
            <a:off x="3114475" y="3565400"/>
            <a:ext cx="791400" cy="754200"/>
          </a:xfrm>
          <a:prstGeom prst="roundRect">
            <a:avLst>
              <a:gd name="adj" fmla="val 16667"/>
            </a:avLst>
          </a:prstGeom>
          <a:solidFill>
            <a:srgbClr val="A37DB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51"/>
          <p:cNvSpPr txBox="1"/>
          <p:nvPr/>
        </p:nvSpPr>
        <p:spPr>
          <a:xfrm>
            <a:off x="3114475" y="37224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dirty="0">
                <a:solidFill>
                  <a:schemeClr val="dk1"/>
                </a:solidFill>
              </a:rPr>
              <a:t>#a37db2</a:t>
            </a:r>
            <a:endParaRPr sz="1000" dirty="0">
              <a:solidFill>
                <a:schemeClr val="dk1"/>
              </a:solidFill>
            </a:endParaRPr>
          </a:p>
        </p:txBody>
      </p:sp>
      <p:sp>
        <p:nvSpPr>
          <p:cNvPr id="741" name="Google Shape;741;p51"/>
          <p:cNvSpPr/>
          <p:nvPr/>
        </p:nvSpPr>
        <p:spPr>
          <a:xfrm>
            <a:off x="5238125" y="3565400"/>
            <a:ext cx="791400" cy="754200"/>
          </a:xfrm>
          <a:prstGeom prst="roundRect">
            <a:avLst>
              <a:gd name="adj" fmla="val 16667"/>
            </a:avLst>
          </a:prstGeom>
          <a:solidFill>
            <a:srgbClr val="96A8D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51"/>
          <p:cNvSpPr txBox="1"/>
          <p:nvPr/>
        </p:nvSpPr>
        <p:spPr>
          <a:xfrm>
            <a:off x="5238125" y="37224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dirty="0">
                <a:solidFill>
                  <a:schemeClr val="dk1"/>
                </a:solidFill>
              </a:rPr>
              <a:t>#96a8d1</a:t>
            </a:r>
            <a:endParaRPr sz="1000" dirty="0">
              <a:solidFill>
                <a:schemeClr val="dk1"/>
              </a:solidFill>
            </a:endParaRPr>
          </a:p>
        </p:txBody>
      </p:sp>
      <p:sp>
        <p:nvSpPr>
          <p:cNvPr id="743" name="Google Shape;743;p51"/>
          <p:cNvSpPr/>
          <p:nvPr/>
        </p:nvSpPr>
        <p:spPr>
          <a:xfrm>
            <a:off x="4176300" y="3565400"/>
            <a:ext cx="791400" cy="754200"/>
          </a:xfrm>
          <a:prstGeom prst="roundRect">
            <a:avLst>
              <a:gd name="adj" fmla="val 16667"/>
            </a:avLst>
          </a:prstGeom>
          <a:solidFill>
            <a:srgbClr val="D2BCD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51"/>
          <p:cNvSpPr txBox="1"/>
          <p:nvPr/>
        </p:nvSpPr>
        <p:spPr>
          <a:xfrm>
            <a:off x="4176300" y="37224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#d2bcd6</a:t>
            </a:r>
            <a:endParaRPr sz="1000">
              <a:solidFill>
                <a:schemeClr val="dk1"/>
              </a:solidFill>
            </a:endParaRPr>
          </a:p>
        </p:txBody>
      </p:sp>
      <p:sp>
        <p:nvSpPr>
          <p:cNvPr id="745" name="Google Shape;745;p51"/>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749"/>
        <p:cNvGrpSpPr/>
        <p:nvPr/>
      </p:nvGrpSpPr>
      <p:grpSpPr>
        <a:xfrm>
          <a:off x="0" y="0"/>
          <a:ext cx="0" cy="0"/>
          <a:chOff x="0" y="0"/>
          <a:chExt cx="0" cy="0"/>
        </a:xfrm>
      </p:grpSpPr>
      <p:sp>
        <p:nvSpPr>
          <p:cNvPr id="750" name="Google Shape;750;p52"/>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751" name="Google Shape;751;p5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752" name="Google Shape;752;p52"/>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753" name="Google Shape;753;p52">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754" name="Google Shape;754;p52">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755" name="Google Shape;755;p52">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756" name="Google Shape;756;p52">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757" name="Google Shape;757;p52"/>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758" name="Google Shape;758;p52"/>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759" name="Google Shape;759;p52"/>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760" name="Google Shape;760;p52"/>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761" name="Google Shape;761;p52">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765"/>
        <p:cNvGrpSpPr/>
        <p:nvPr/>
      </p:nvGrpSpPr>
      <p:grpSpPr>
        <a:xfrm>
          <a:off x="0" y="0"/>
          <a:ext cx="0" cy="0"/>
          <a:chOff x="0" y="0"/>
          <a:chExt cx="0" cy="0"/>
        </a:xfrm>
      </p:grpSpPr>
      <p:sp>
        <p:nvSpPr>
          <p:cNvPr id="766" name="Google Shape;766;p53"/>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767" name="Google Shape;767;p53"/>
          <p:cNvGrpSpPr/>
          <p:nvPr/>
        </p:nvGrpSpPr>
        <p:grpSpPr>
          <a:xfrm>
            <a:off x="5117640" y="3085736"/>
            <a:ext cx="474294" cy="551291"/>
            <a:chOff x="4727025" y="1332775"/>
            <a:chExt cx="59900" cy="69625"/>
          </a:xfrm>
        </p:grpSpPr>
        <p:sp>
          <p:nvSpPr>
            <p:cNvPr id="768" name="Google Shape;768;p53"/>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53"/>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 name="Google Shape;770;p53"/>
          <p:cNvGrpSpPr/>
          <p:nvPr/>
        </p:nvGrpSpPr>
        <p:grpSpPr>
          <a:xfrm>
            <a:off x="5731296" y="2314340"/>
            <a:ext cx="555653" cy="557031"/>
            <a:chOff x="4820425" y="1329900"/>
            <a:chExt cx="70175" cy="70350"/>
          </a:xfrm>
        </p:grpSpPr>
        <p:sp>
          <p:nvSpPr>
            <p:cNvPr id="771" name="Google Shape;771;p53"/>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53"/>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53"/>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53"/>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 name="Google Shape;775;p53"/>
          <p:cNvGrpSpPr/>
          <p:nvPr/>
        </p:nvGrpSpPr>
        <p:grpSpPr>
          <a:xfrm>
            <a:off x="6357664" y="2318845"/>
            <a:ext cx="582574" cy="533871"/>
            <a:chOff x="4903200" y="1331525"/>
            <a:chExt cx="73575" cy="67425"/>
          </a:xfrm>
        </p:grpSpPr>
        <p:sp>
          <p:nvSpPr>
            <p:cNvPr id="776" name="Google Shape;776;p53"/>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53"/>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 name="Google Shape;778;p53"/>
          <p:cNvGrpSpPr/>
          <p:nvPr/>
        </p:nvGrpSpPr>
        <p:grpSpPr>
          <a:xfrm>
            <a:off x="5717142" y="3078709"/>
            <a:ext cx="583960" cy="565345"/>
            <a:chOff x="4815575" y="1416800"/>
            <a:chExt cx="73750" cy="71400"/>
          </a:xfrm>
        </p:grpSpPr>
        <p:sp>
          <p:nvSpPr>
            <p:cNvPr id="779" name="Google Shape;779;p53"/>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53"/>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53"/>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53"/>
          <p:cNvGrpSpPr/>
          <p:nvPr/>
        </p:nvGrpSpPr>
        <p:grpSpPr>
          <a:xfrm>
            <a:off x="6351924" y="3108896"/>
            <a:ext cx="589898" cy="504970"/>
            <a:chOff x="4902475" y="1418875"/>
            <a:chExt cx="74500" cy="63775"/>
          </a:xfrm>
        </p:grpSpPr>
        <p:sp>
          <p:nvSpPr>
            <p:cNvPr id="783" name="Google Shape;783;p53"/>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3"/>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 name="Google Shape;785;p53"/>
          <p:cNvGrpSpPr/>
          <p:nvPr/>
        </p:nvGrpSpPr>
        <p:grpSpPr>
          <a:xfrm>
            <a:off x="5727139" y="3826000"/>
            <a:ext cx="563967" cy="567127"/>
            <a:chOff x="4818100" y="1507675"/>
            <a:chExt cx="71225" cy="71625"/>
          </a:xfrm>
        </p:grpSpPr>
        <p:sp>
          <p:nvSpPr>
            <p:cNvPr id="786" name="Google Shape;786;p53"/>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53"/>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3"/>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53"/>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53"/>
          <p:cNvGrpSpPr/>
          <p:nvPr/>
        </p:nvGrpSpPr>
        <p:grpSpPr>
          <a:xfrm>
            <a:off x="5040636" y="3829461"/>
            <a:ext cx="628301" cy="588505"/>
            <a:chOff x="4721450" y="1509475"/>
            <a:chExt cx="79350" cy="74325"/>
          </a:xfrm>
        </p:grpSpPr>
        <p:sp>
          <p:nvSpPr>
            <p:cNvPr id="791" name="Google Shape;791;p53"/>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53"/>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53"/>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53"/>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 name="Google Shape;795;p53"/>
          <p:cNvGrpSpPr/>
          <p:nvPr/>
        </p:nvGrpSpPr>
        <p:grpSpPr>
          <a:xfrm>
            <a:off x="6386170" y="3814027"/>
            <a:ext cx="557038" cy="562772"/>
            <a:chOff x="4906800" y="1507500"/>
            <a:chExt cx="70350" cy="71075"/>
          </a:xfrm>
        </p:grpSpPr>
        <p:sp>
          <p:nvSpPr>
            <p:cNvPr id="796" name="Google Shape;796;p53"/>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3"/>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53"/>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53"/>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53"/>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 name="Google Shape;801;p53"/>
          <p:cNvGrpSpPr/>
          <p:nvPr/>
        </p:nvGrpSpPr>
        <p:grpSpPr>
          <a:xfrm>
            <a:off x="4423778" y="2340963"/>
            <a:ext cx="517934" cy="517934"/>
            <a:chOff x="3736598" y="2170606"/>
            <a:chExt cx="404889" cy="404889"/>
          </a:xfrm>
        </p:grpSpPr>
        <p:sp>
          <p:nvSpPr>
            <p:cNvPr id="802" name="Google Shape;802;p53"/>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53"/>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53"/>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53"/>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 name="Google Shape;806;p53"/>
          <p:cNvGrpSpPr/>
          <p:nvPr/>
        </p:nvGrpSpPr>
        <p:grpSpPr>
          <a:xfrm>
            <a:off x="3690839" y="2341061"/>
            <a:ext cx="586986" cy="517740"/>
            <a:chOff x="3161917" y="2170682"/>
            <a:chExt cx="458870" cy="404737"/>
          </a:xfrm>
        </p:grpSpPr>
        <p:sp>
          <p:nvSpPr>
            <p:cNvPr id="807" name="Google Shape;807;p53"/>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3"/>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53"/>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 name="Google Shape;810;p53"/>
          <p:cNvGrpSpPr/>
          <p:nvPr/>
        </p:nvGrpSpPr>
        <p:grpSpPr>
          <a:xfrm>
            <a:off x="3713860" y="3102400"/>
            <a:ext cx="540943" cy="517963"/>
            <a:chOff x="3179914" y="2889488"/>
            <a:chExt cx="422876" cy="404911"/>
          </a:xfrm>
        </p:grpSpPr>
        <p:sp>
          <p:nvSpPr>
            <p:cNvPr id="811" name="Google Shape;811;p53"/>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3"/>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53"/>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53"/>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53"/>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53"/>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 name="Google Shape;817;p53"/>
          <p:cNvGrpSpPr/>
          <p:nvPr/>
        </p:nvGrpSpPr>
        <p:grpSpPr>
          <a:xfrm>
            <a:off x="4414654" y="3102358"/>
            <a:ext cx="536180" cy="518047"/>
            <a:chOff x="3729467" y="2889422"/>
            <a:chExt cx="419153" cy="404977"/>
          </a:xfrm>
        </p:grpSpPr>
        <p:sp>
          <p:nvSpPr>
            <p:cNvPr id="818" name="Google Shape;818;p53"/>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53"/>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3"/>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3"/>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3"/>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3"/>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53"/>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 name="Google Shape;825;p53"/>
          <p:cNvGrpSpPr/>
          <p:nvPr/>
        </p:nvGrpSpPr>
        <p:grpSpPr>
          <a:xfrm>
            <a:off x="1951688" y="3445787"/>
            <a:ext cx="965351" cy="134611"/>
            <a:chOff x="4411970" y="2962952"/>
            <a:chExt cx="706544" cy="104212"/>
          </a:xfrm>
        </p:grpSpPr>
        <p:sp>
          <p:nvSpPr>
            <p:cNvPr id="826" name="Google Shape;826;p53"/>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53"/>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3"/>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53"/>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 name="Google Shape;830;p53"/>
          <p:cNvGrpSpPr/>
          <p:nvPr/>
        </p:nvGrpSpPr>
        <p:grpSpPr>
          <a:xfrm>
            <a:off x="1951688" y="3041077"/>
            <a:ext cx="960158" cy="289172"/>
            <a:chOff x="4411970" y="2726085"/>
            <a:chExt cx="643107" cy="193659"/>
          </a:xfrm>
        </p:grpSpPr>
        <p:sp>
          <p:nvSpPr>
            <p:cNvPr id="831" name="Google Shape;831;p53"/>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3"/>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3"/>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 name="Google Shape;834;p53"/>
          <p:cNvGrpSpPr/>
          <p:nvPr/>
        </p:nvGrpSpPr>
        <p:grpSpPr>
          <a:xfrm>
            <a:off x="960185" y="3295400"/>
            <a:ext cx="811503" cy="252584"/>
            <a:chOff x="4411970" y="4340222"/>
            <a:chExt cx="779467" cy="242683"/>
          </a:xfrm>
        </p:grpSpPr>
        <p:sp>
          <p:nvSpPr>
            <p:cNvPr id="835" name="Google Shape;835;p53"/>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3"/>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3"/>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53"/>
          <p:cNvGrpSpPr/>
          <p:nvPr/>
        </p:nvGrpSpPr>
        <p:grpSpPr>
          <a:xfrm>
            <a:off x="1951688" y="2709308"/>
            <a:ext cx="965160" cy="216230"/>
            <a:chOff x="4411970" y="2468674"/>
            <a:chExt cx="747317" cy="167425"/>
          </a:xfrm>
        </p:grpSpPr>
        <p:sp>
          <p:nvSpPr>
            <p:cNvPr id="839" name="Google Shape;839;p53"/>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3"/>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1" name="Google Shape;841;p53"/>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2" name="Google Shape;842;p53"/>
          <p:cNvGrpSpPr/>
          <p:nvPr/>
        </p:nvGrpSpPr>
        <p:grpSpPr>
          <a:xfrm>
            <a:off x="959254" y="2334687"/>
            <a:ext cx="1959041" cy="208784"/>
            <a:chOff x="6336019" y="3733725"/>
            <a:chExt cx="2566206" cy="351310"/>
          </a:xfrm>
        </p:grpSpPr>
        <p:sp>
          <p:nvSpPr>
            <p:cNvPr id="843" name="Google Shape;843;p53"/>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3"/>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3"/>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3"/>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 name="Google Shape;847;p53"/>
          <p:cNvGrpSpPr/>
          <p:nvPr/>
        </p:nvGrpSpPr>
        <p:grpSpPr>
          <a:xfrm>
            <a:off x="1951688" y="3950602"/>
            <a:ext cx="946551" cy="153200"/>
            <a:chOff x="4404545" y="3301592"/>
            <a:chExt cx="782403" cy="129272"/>
          </a:xfrm>
        </p:grpSpPr>
        <p:sp>
          <p:nvSpPr>
            <p:cNvPr id="848" name="Google Shape;848;p53"/>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53"/>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 name="Google Shape;850;p53"/>
          <p:cNvGrpSpPr/>
          <p:nvPr/>
        </p:nvGrpSpPr>
        <p:grpSpPr>
          <a:xfrm>
            <a:off x="1951688" y="3695937"/>
            <a:ext cx="962257" cy="139127"/>
            <a:chOff x="4411970" y="3131459"/>
            <a:chExt cx="710520" cy="117397"/>
          </a:xfrm>
        </p:grpSpPr>
        <p:sp>
          <p:nvSpPr>
            <p:cNvPr id="851" name="Google Shape;851;p53"/>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3"/>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 name="Google Shape;853;p53"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 name="Google Shape;854;p53"/>
          <p:cNvGrpSpPr/>
          <p:nvPr/>
        </p:nvGrpSpPr>
        <p:grpSpPr>
          <a:xfrm>
            <a:off x="951833" y="3621603"/>
            <a:ext cx="823838" cy="458988"/>
            <a:chOff x="4411970" y="1801825"/>
            <a:chExt cx="734586" cy="409262"/>
          </a:xfrm>
        </p:grpSpPr>
        <p:sp>
          <p:nvSpPr>
            <p:cNvPr id="855" name="Google Shape;855;p53"/>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3"/>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 name="Google Shape;857;p53"/>
          <p:cNvGrpSpPr/>
          <p:nvPr/>
        </p:nvGrpSpPr>
        <p:grpSpPr>
          <a:xfrm>
            <a:off x="3056804" y="2339173"/>
            <a:ext cx="521514" cy="521514"/>
            <a:chOff x="5681300" y="2527788"/>
            <a:chExt cx="805800" cy="805800"/>
          </a:xfrm>
        </p:grpSpPr>
        <p:sp>
          <p:nvSpPr>
            <p:cNvPr id="858" name="Google Shape;858;p53"/>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3"/>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 name="Google Shape;860;p53"/>
          <p:cNvGrpSpPr/>
          <p:nvPr/>
        </p:nvGrpSpPr>
        <p:grpSpPr>
          <a:xfrm>
            <a:off x="3051044" y="3094865"/>
            <a:ext cx="533033" cy="533033"/>
            <a:chOff x="4049800" y="640400"/>
            <a:chExt cx="858900" cy="858900"/>
          </a:xfrm>
        </p:grpSpPr>
        <p:sp>
          <p:nvSpPr>
            <p:cNvPr id="861" name="Google Shape;861;p53"/>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3"/>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 name="Google Shape;863;p53"/>
          <p:cNvGrpSpPr/>
          <p:nvPr/>
        </p:nvGrpSpPr>
        <p:grpSpPr>
          <a:xfrm>
            <a:off x="2976527" y="3772543"/>
            <a:ext cx="682068" cy="682068"/>
            <a:chOff x="5080188" y="927900"/>
            <a:chExt cx="961200" cy="961200"/>
          </a:xfrm>
        </p:grpSpPr>
        <p:sp>
          <p:nvSpPr>
            <p:cNvPr id="864" name="Google Shape;864;p53"/>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3"/>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3"/>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3"/>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3"/>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3"/>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3"/>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3"/>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 name="Google Shape;872;p53"/>
          <p:cNvGrpSpPr/>
          <p:nvPr/>
        </p:nvGrpSpPr>
        <p:grpSpPr>
          <a:xfrm>
            <a:off x="4440026" y="3869234"/>
            <a:ext cx="505650" cy="504006"/>
            <a:chOff x="6039282" y="1042577"/>
            <a:chExt cx="734315" cy="731929"/>
          </a:xfrm>
        </p:grpSpPr>
        <p:sp>
          <p:nvSpPr>
            <p:cNvPr id="873" name="Google Shape;873;p53"/>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3"/>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3"/>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3"/>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3"/>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3"/>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3"/>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3"/>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3"/>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3"/>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3"/>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3"/>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3"/>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3"/>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3"/>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53"/>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3"/>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3"/>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3"/>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3"/>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3"/>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 name="Google Shape;894;p53"/>
          <p:cNvGrpSpPr/>
          <p:nvPr/>
        </p:nvGrpSpPr>
        <p:grpSpPr>
          <a:xfrm>
            <a:off x="5052628" y="2298862"/>
            <a:ext cx="567744" cy="602136"/>
            <a:chOff x="1825800" y="1651625"/>
            <a:chExt cx="539989" cy="571775"/>
          </a:xfrm>
        </p:grpSpPr>
        <p:sp>
          <p:nvSpPr>
            <p:cNvPr id="895" name="Google Shape;895;p53"/>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3"/>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3"/>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3"/>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 name="Google Shape;899;p53"/>
          <p:cNvGrpSpPr/>
          <p:nvPr/>
        </p:nvGrpSpPr>
        <p:grpSpPr>
          <a:xfrm>
            <a:off x="3727557" y="3855579"/>
            <a:ext cx="508123" cy="507955"/>
            <a:chOff x="1897577" y="2802432"/>
            <a:chExt cx="492176" cy="492014"/>
          </a:xfrm>
        </p:grpSpPr>
        <p:sp>
          <p:nvSpPr>
            <p:cNvPr id="900" name="Google Shape;900;p53"/>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3"/>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3"/>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3"/>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3"/>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3"/>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3"/>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3"/>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3"/>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3"/>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 name="Google Shape;912;p53"/>
          <p:cNvGrpSpPr/>
          <p:nvPr/>
        </p:nvGrpSpPr>
        <p:grpSpPr>
          <a:xfrm>
            <a:off x="959087" y="4169123"/>
            <a:ext cx="809227" cy="200842"/>
            <a:chOff x="2013045" y="4813233"/>
            <a:chExt cx="921986" cy="228854"/>
          </a:xfrm>
        </p:grpSpPr>
        <p:sp>
          <p:nvSpPr>
            <p:cNvPr id="913" name="Google Shape;913;p53"/>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3"/>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 name="Google Shape;915;p53"/>
          <p:cNvGrpSpPr/>
          <p:nvPr/>
        </p:nvGrpSpPr>
        <p:grpSpPr>
          <a:xfrm>
            <a:off x="967547" y="2656004"/>
            <a:ext cx="792421" cy="269941"/>
            <a:chOff x="1046767" y="4756633"/>
            <a:chExt cx="859646" cy="292841"/>
          </a:xfrm>
        </p:grpSpPr>
        <p:sp>
          <p:nvSpPr>
            <p:cNvPr id="916" name="Google Shape;916;p53"/>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3"/>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53"/>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 name="Google Shape;919;p53"/>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3"/>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3"/>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3"/>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 name="Google Shape;923;p53"/>
          <p:cNvGrpSpPr/>
          <p:nvPr/>
        </p:nvGrpSpPr>
        <p:grpSpPr>
          <a:xfrm>
            <a:off x="7103403" y="2550562"/>
            <a:ext cx="166473" cy="141497"/>
            <a:chOff x="4660325" y="1866850"/>
            <a:chExt cx="68350" cy="58100"/>
          </a:xfrm>
        </p:grpSpPr>
        <p:sp>
          <p:nvSpPr>
            <p:cNvPr id="924" name="Google Shape;924;p53"/>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3"/>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 name="Google Shape;926;p53"/>
          <p:cNvGrpSpPr/>
          <p:nvPr/>
        </p:nvGrpSpPr>
        <p:grpSpPr>
          <a:xfrm>
            <a:off x="7412747" y="2576286"/>
            <a:ext cx="162515" cy="90049"/>
            <a:chOff x="4791775" y="1877500"/>
            <a:chExt cx="66725" cy="36975"/>
          </a:xfrm>
        </p:grpSpPr>
        <p:sp>
          <p:nvSpPr>
            <p:cNvPr id="927" name="Google Shape;927;p53"/>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3"/>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 name="Google Shape;929;p53"/>
          <p:cNvGrpSpPr/>
          <p:nvPr/>
        </p:nvGrpSpPr>
        <p:grpSpPr>
          <a:xfrm>
            <a:off x="7734460" y="2576286"/>
            <a:ext cx="144979" cy="90049"/>
            <a:chOff x="4923925" y="1877500"/>
            <a:chExt cx="59525" cy="36975"/>
          </a:xfrm>
        </p:grpSpPr>
        <p:sp>
          <p:nvSpPr>
            <p:cNvPr id="930" name="Google Shape;930;p53"/>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3"/>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 name="Google Shape;932;p53"/>
          <p:cNvGrpSpPr/>
          <p:nvPr/>
        </p:nvGrpSpPr>
        <p:grpSpPr>
          <a:xfrm>
            <a:off x="8028952" y="2558477"/>
            <a:ext cx="141447" cy="125667"/>
            <a:chOff x="5058450" y="1870100"/>
            <a:chExt cx="58075" cy="51600"/>
          </a:xfrm>
        </p:grpSpPr>
        <p:sp>
          <p:nvSpPr>
            <p:cNvPr id="933" name="Google Shape;933;p53"/>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3"/>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 name="Google Shape;935;p53"/>
          <p:cNvGrpSpPr/>
          <p:nvPr/>
        </p:nvGrpSpPr>
        <p:grpSpPr>
          <a:xfrm>
            <a:off x="7443466" y="2980885"/>
            <a:ext cx="101077" cy="107645"/>
            <a:chOff x="4811425" y="2065025"/>
            <a:chExt cx="41500" cy="44200"/>
          </a:xfrm>
        </p:grpSpPr>
        <p:sp>
          <p:nvSpPr>
            <p:cNvPr id="936" name="Google Shape;936;p53"/>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3"/>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 name="Google Shape;938;p53"/>
          <p:cNvGrpSpPr/>
          <p:nvPr/>
        </p:nvGrpSpPr>
        <p:grpSpPr>
          <a:xfrm>
            <a:off x="7735904" y="2981098"/>
            <a:ext cx="120867" cy="107218"/>
            <a:chOff x="4929875" y="2065025"/>
            <a:chExt cx="49625" cy="44025"/>
          </a:xfrm>
        </p:grpSpPr>
        <p:sp>
          <p:nvSpPr>
            <p:cNvPr id="939" name="Google Shape;939;p53"/>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3"/>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 name="Google Shape;941;p53"/>
          <p:cNvGrpSpPr/>
          <p:nvPr/>
        </p:nvGrpSpPr>
        <p:grpSpPr>
          <a:xfrm>
            <a:off x="8064572" y="2984112"/>
            <a:ext cx="70206" cy="101191"/>
            <a:chOff x="5083925" y="2066350"/>
            <a:chExt cx="28825" cy="41550"/>
          </a:xfrm>
        </p:grpSpPr>
        <p:sp>
          <p:nvSpPr>
            <p:cNvPr id="942" name="Google Shape;942;p53"/>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3"/>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 name="Google Shape;944;p53"/>
          <p:cNvGrpSpPr/>
          <p:nvPr/>
        </p:nvGrpSpPr>
        <p:grpSpPr>
          <a:xfrm>
            <a:off x="7096126" y="2999759"/>
            <a:ext cx="181026" cy="69896"/>
            <a:chOff x="4659775" y="2072775"/>
            <a:chExt cx="74325" cy="28700"/>
          </a:xfrm>
        </p:grpSpPr>
        <p:sp>
          <p:nvSpPr>
            <p:cNvPr id="945" name="Google Shape;945;p53"/>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53"/>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3"/>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 name="Google Shape;948;p53"/>
          <p:cNvGrpSpPr/>
          <p:nvPr/>
        </p:nvGrpSpPr>
        <p:grpSpPr>
          <a:xfrm>
            <a:off x="8015982" y="2790324"/>
            <a:ext cx="167387" cy="89197"/>
            <a:chOff x="4662475" y="1976500"/>
            <a:chExt cx="68725" cy="36625"/>
          </a:xfrm>
        </p:grpSpPr>
        <p:sp>
          <p:nvSpPr>
            <p:cNvPr id="949" name="Google Shape;949;p53"/>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53"/>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53"/>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53"/>
          <p:cNvGrpSpPr/>
          <p:nvPr/>
        </p:nvGrpSpPr>
        <p:grpSpPr>
          <a:xfrm>
            <a:off x="7712887" y="2793764"/>
            <a:ext cx="166899" cy="82317"/>
            <a:chOff x="4920150" y="1977875"/>
            <a:chExt cx="68525" cy="33800"/>
          </a:xfrm>
        </p:grpSpPr>
        <p:sp>
          <p:nvSpPr>
            <p:cNvPr id="953" name="Google Shape;953;p53"/>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53"/>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3"/>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 name="Google Shape;956;p53"/>
          <p:cNvGrpSpPr/>
          <p:nvPr/>
        </p:nvGrpSpPr>
        <p:grpSpPr>
          <a:xfrm>
            <a:off x="7124044" y="3197682"/>
            <a:ext cx="125190" cy="127859"/>
            <a:chOff x="4676550" y="2160575"/>
            <a:chExt cx="51400" cy="52500"/>
          </a:xfrm>
        </p:grpSpPr>
        <p:sp>
          <p:nvSpPr>
            <p:cNvPr id="957" name="Google Shape;957;p53"/>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53"/>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53"/>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53"/>
          <p:cNvGrpSpPr/>
          <p:nvPr/>
        </p:nvGrpSpPr>
        <p:grpSpPr>
          <a:xfrm>
            <a:off x="7421302" y="3204714"/>
            <a:ext cx="145405" cy="113794"/>
            <a:chOff x="4768325" y="2163475"/>
            <a:chExt cx="59700" cy="46725"/>
          </a:xfrm>
        </p:grpSpPr>
        <p:sp>
          <p:nvSpPr>
            <p:cNvPr id="961" name="Google Shape;961;p53"/>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53"/>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 name="Google Shape;963;p53"/>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3"/>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53"/>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3"/>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3"/>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3"/>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 name="Google Shape;969;p53"/>
          <p:cNvGrpSpPr/>
          <p:nvPr/>
        </p:nvGrpSpPr>
        <p:grpSpPr>
          <a:xfrm>
            <a:off x="7437621" y="3459808"/>
            <a:ext cx="112768" cy="106853"/>
            <a:chOff x="4768575" y="2253950"/>
            <a:chExt cx="46300" cy="43875"/>
          </a:xfrm>
        </p:grpSpPr>
        <p:sp>
          <p:nvSpPr>
            <p:cNvPr id="970" name="Google Shape;970;p53"/>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53"/>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 name="Google Shape;972;p53"/>
          <p:cNvGrpSpPr/>
          <p:nvPr/>
        </p:nvGrpSpPr>
        <p:grpSpPr>
          <a:xfrm>
            <a:off x="7737243" y="3948834"/>
            <a:ext cx="118187" cy="146246"/>
            <a:chOff x="4960900" y="2433225"/>
            <a:chExt cx="48525" cy="60050"/>
          </a:xfrm>
        </p:grpSpPr>
        <p:sp>
          <p:nvSpPr>
            <p:cNvPr id="973" name="Google Shape;973;p53"/>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3"/>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 name="Google Shape;975;p53"/>
          <p:cNvGrpSpPr/>
          <p:nvPr/>
        </p:nvGrpSpPr>
        <p:grpSpPr>
          <a:xfrm>
            <a:off x="7425808" y="4212895"/>
            <a:ext cx="136394" cy="143810"/>
            <a:chOff x="4854075" y="2527625"/>
            <a:chExt cx="56000" cy="59050"/>
          </a:xfrm>
        </p:grpSpPr>
        <p:sp>
          <p:nvSpPr>
            <p:cNvPr id="976" name="Google Shape;976;p53"/>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3"/>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 name="Google Shape;978;p53"/>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53"/>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53"/>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 name="Google Shape;981;p53"/>
          <p:cNvGrpSpPr/>
          <p:nvPr/>
        </p:nvGrpSpPr>
        <p:grpSpPr>
          <a:xfrm>
            <a:off x="8050020" y="3676639"/>
            <a:ext cx="99312" cy="160797"/>
            <a:chOff x="5059700" y="2334775"/>
            <a:chExt cx="40775" cy="66025"/>
          </a:xfrm>
        </p:grpSpPr>
        <p:sp>
          <p:nvSpPr>
            <p:cNvPr id="982" name="Google Shape;982;p53"/>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3"/>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53"/>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53"/>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3"/>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3"/>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53"/>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3"/>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3"/>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 name="Google Shape;991;p53"/>
          <p:cNvGrpSpPr/>
          <p:nvPr/>
        </p:nvGrpSpPr>
        <p:grpSpPr>
          <a:xfrm>
            <a:off x="8007184" y="3941771"/>
            <a:ext cx="184984" cy="160371"/>
            <a:chOff x="5037700" y="2430325"/>
            <a:chExt cx="75950" cy="65850"/>
          </a:xfrm>
        </p:grpSpPr>
        <p:sp>
          <p:nvSpPr>
            <p:cNvPr id="992" name="Google Shape;992;p53"/>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3"/>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 name="Google Shape;994;p53"/>
          <p:cNvGrpSpPr/>
          <p:nvPr/>
        </p:nvGrpSpPr>
        <p:grpSpPr>
          <a:xfrm>
            <a:off x="7426689" y="3708223"/>
            <a:ext cx="173014" cy="97629"/>
            <a:chOff x="4756975" y="2341800"/>
            <a:chExt cx="91975" cy="51925"/>
          </a:xfrm>
        </p:grpSpPr>
        <p:sp>
          <p:nvSpPr>
            <p:cNvPr id="995" name="Google Shape;995;p53"/>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3"/>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3"/>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3"/>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3"/>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53"/>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3"/>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3"/>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3"/>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3"/>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3"/>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3"/>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3"/>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3"/>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3"/>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3"/>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3"/>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3"/>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3"/>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3"/>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 name="Google Shape;1015;p53"/>
          <p:cNvGrpSpPr/>
          <p:nvPr/>
        </p:nvGrpSpPr>
        <p:grpSpPr>
          <a:xfrm>
            <a:off x="7693626" y="4196920"/>
            <a:ext cx="212497" cy="175761"/>
            <a:chOff x="4943575" y="2516350"/>
            <a:chExt cx="98675" cy="81700"/>
          </a:xfrm>
        </p:grpSpPr>
        <p:sp>
          <p:nvSpPr>
            <p:cNvPr id="1016" name="Google Shape;1016;p53"/>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3"/>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3"/>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53"/>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3"/>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3"/>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3"/>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3"/>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53"/>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3"/>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3"/>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53"/>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53"/>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3"/>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3"/>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3"/>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3"/>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3"/>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3"/>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3"/>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3"/>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3"/>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3"/>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3"/>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53"/>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3"/>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3"/>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3"/>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53"/>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53"/>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53"/>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53"/>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53"/>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53"/>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53"/>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53"/>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53"/>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53"/>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53"/>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53"/>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53"/>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53"/>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53"/>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53"/>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53"/>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53"/>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53"/>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53"/>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53"/>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53"/>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53"/>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53"/>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53"/>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53"/>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53"/>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53"/>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53"/>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53"/>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53"/>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53"/>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53"/>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53"/>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53"/>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53"/>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53"/>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53"/>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53"/>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53"/>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53"/>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3"/>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53"/>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53"/>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53"/>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53"/>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53"/>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53"/>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53"/>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53"/>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 name="Google Shape;1094;p53"/>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53"/>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53"/>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53"/>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5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Shape 1102"/>
        <p:cNvGrpSpPr/>
        <p:nvPr/>
      </p:nvGrpSpPr>
      <p:grpSpPr>
        <a:xfrm>
          <a:off x="0" y="0"/>
          <a:ext cx="0" cy="0"/>
          <a:chOff x="0" y="0"/>
          <a:chExt cx="0" cy="0"/>
        </a:xfrm>
      </p:grpSpPr>
      <p:grpSp>
        <p:nvGrpSpPr>
          <p:cNvPr id="1103" name="Google Shape;1103;p54"/>
          <p:cNvGrpSpPr/>
          <p:nvPr/>
        </p:nvGrpSpPr>
        <p:grpSpPr>
          <a:xfrm>
            <a:off x="6681268" y="3584496"/>
            <a:ext cx="560636" cy="516497"/>
            <a:chOff x="6652051" y="3714143"/>
            <a:chExt cx="560636" cy="516497"/>
          </a:xfrm>
        </p:grpSpPr>
        <p:grpSp>
          <p:nvGrpSpPr>
            <p:cNvPr id="1104" name="Google Shape;1104;p54"/>
            <p:cNvGrpSpPr/>
            <p:nvPr/>
          </p:nvGrpSpPr>
          <p:grpSpPr>
            <a:xfrm>
              <a:off x="6669657" y="3716715"/>
              <a:ext cx="466768" cy="464314"/>
              <a:chOff x="3139766" y="765669"/>
              <a:chExt cx="886380" cy="881888"/>
            </a:xfrm>
          </p:grpSpPr>
          <p:grpSp>
            <p:nvGrpSpPr>
              <p:cNvPr id="1105" name="Google Shape;1105;p54"/>
              <p:cNvGrpSpPr/>
              <p:nvPr/>
            </p:nvGrpSpPr>
            <p:grpSpPr>
              <a:xfrm>
                <a:off x="3139766" y="765669"/>
                <a:ext cx="886380" cy="881888"/>
                <a:chOff x="3139766" y="765669"/>
                <a:chExt cx="886380" cy="881888"/>
              </a:xfrm>
            </p:grpSpPr>
            <p:sp>
              <p:nvSpPr>
                <p:cNvPr id="1106" name="Google Shape;1106;p54"/>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54"/>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54"/>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54"/>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54"/>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54"/>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54"/>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54"/>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54"/>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 name="Google Shape;1115;p54"/>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54"/>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54"/>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54"/>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9" name="Google Shape;1119;p54"/>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54"/>
          <p:cNvGrpSpPr/>
          <p:nvPr/>
        </p:nvGrpSpPr>
        <p:grpSpPr>
          <a:xfrm>
            <a:off x="7679978" y="3065079"/>
            <a:ext cx="104231" cy="320340"/>
            <a:chOff x="7564426" y="3224343"/>
            <a:chExt cx="119985" cy="368801"/>
          </a:xfrm>
        </p:grpSpPr>
        <p:sp>
          <p:nvSpPr>
            <p:cNvPr id="1121" name="Google Shape;1121;p54"/>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54"/>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 name="Google Shape;1123;p54"/>
          <p:cNvGrpSpPr/>
          <p:nvPr/>
        </p:nvGrpSpPr>
        <p:grpSpPr>
          <a:xfrm>
            <a:off x="7379466" y="3059180"/>
            <a:ext cx="189489" cy="332132"/>
            <a:chOff x="8370831" y="3202002"/>
            <a:chExt cx="218129" cy="382376"/>
          </a:xfrm>
        </p:grpSpPr>
        <p:sp>
          <p:nvSpPr>
            <p:cNvPr id="1124" name="Google Shape;1124;p54"/>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54"/>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 name="Google Shape;1126;p54"/>
          <p:cNvGrpSpPr/>
          <p:nvPr/>
        </p:nvGrpSpPr>
        <p:grpSpPr>
          <a:xfrm>
            <a:off x="8102855" y="3470312"/>
            <a:ext cx="309429" cy="267000"/>
            <a:chOff x="6742064" y="3750480"/>
            <a:chExt cx="399315" cy="344560"/>
          </a:xfrm>
        </p:grpSpPr>
        <p:sp>
          <p:nvSpPr>
            <p:cNvPr id="1127" name="Google Shape;1127;p54"/>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54"/>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54"/>
          <p:cNvGrpSpPr/>
          <p:nvPr/>
        </p:nvGrpSpPr>
        <p:grpSpPr>
          <a:xfrm>
            <a:off x="7641874" y="3821360"/>
            <a:ext cx="180437" cy="281608"/>
            <a:chOff x="7248525" y="3739696"/>
            <a:chExt cx="230531" cy="359790"/>
          </a:xfrm>
        </p:grpSpPr>
        <p:sp>
          <p:nvSpPr>
            <p:cNvPr id="1130" name="Google Shape;1130;p54"/>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54"/>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 name="Google Shape;1132;p54"/>
          <p:cNvGrpSpPr/>
          <p:nvPr/>
        </p:nvGrpSpPr>
        <p:grpSpPr>
          <a:xfrm>
            <a:off x="7887794" y="3464584"/>
            <a:ext cx="162896" cy="278710"/>
            <a:chOff x="7601242" y="3729267"/>
            <a:chExt cx="222566" cy="380803"/>
          </a:xfrm>
        </p:grpSpPr>
        <p:sp>
          <p:nvSpPr>
            <p:cNvPr id="1133" name="Google Shape;1133;p54"/>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54"/>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5" name="Google Shape;1135;p54"/>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 name="Google Shape;1136;p54"/>
          <p:cNvGrpSpPr/>
          <p:nvPr/>
        </p:nvGrpSpPr>
        <p:grpSpPr>
          <a:xfrm>
            <a:off x="7377439" y="3465724"/>
            <a:ext cx="193543" cy="275990"/>
            <a:chOff x="8304647" y="3738687"/>
            <a:chExt cx="225076" cy="320956"/>
          </a:xfrm>
        </p:grpSpPr>
        <p:sp>
          <p:nvSpPr>
            <p:cNvPr id="1137" name="Google Shape;1137;p54"/>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54"/>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54"/>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 name="Google Shape;1140;p54"/>
          <p:cNvGrpSpPr/>
          <p:nvPr/>
        </p:nvGrpSpPr>
        <p:grpSpPr>
          <a:xfrm>
            <a:off x="7649932" y="3465724"/>
            <a:ext cx="178492" cy="275990"/>
            <a:chOff x="8615101" y="3738687"/>
            <a:chExt cx="207573" cy="320956"/>
          </a:xfrm>
        </p:grpSpPr>
        <p:sp>
          <p:nvSpPr>
            <p:cNvPr id="1141" name="Google Shape;1141;p54"/>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54"/>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54"/>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 name="Google Shape;1144;p54"/>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5" name="Google Shape;1145;p54"/>
          <p:cNvGrpSpPr/>
          <p:nvPr/>
        </p:nvGrpSpPr>
        <p:grpSpPr>
          <a:xfrm>
            <a:off x="7875463" y="3868385"/>
            <a:ext cx="187557" cy="187557"/>
            <a:chOff x="8565775" y="671075"/>
            <a:chExt cx="441000" cy="441000"/>
          </a:xfrm>
        </p:grpSpPr>
        <p:sp>
          <p:nvSpPr>
            <p:cNvPr id="1146" name="Google Shape;1146;p54"/>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54"/>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8" name="Google Shape;1148;p54"/>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54"/>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 name="Google Shape;1150;p54"/>
          <p:cNvGrpSpPr/>
          <p:nvPr/>
        </p:nvGrpSpPr>
        <p:grpSpPr>
          <a:xfrm>
            <a:off x="6029935" y="2940910"/>
            <a:ext cx="587865" cy="517731"/>
            <a:chOff x="6000718" y="3070557"/>
            <a:chExt cx="587865" cy="517731"/>
          </a:xfrm>
        </p:grpSpPr>
        <p:sp>
          <p:nvSpPr>
            <p:cNvPr id="1151" name="Google Shape;1151;p54"/>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54"/>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54"/>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4"/>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4"/>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4"/>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4"/>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4"/>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4"/>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4"/>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 name="Google Shape;1161;p54"/>
          <p:cNvGrpSpPr/>
          <p:nvPr/>
        </p:nvGrpSpPr>
        <p:grpSpPr>
          <a:xfrm>
            <a:off x="6044740" y="3584570"/>
            <a:ext cx="557665" cy="516387"/>
            <a:chOff x="6015523" y="3714217"/>
            <a:chExt cx="557665" cy="516387"/>
          </a:xfrm>
        </p:grpSpPr>
        <p:grpSp>
          <p:nvGrpSpPr>
            <p:cNvPr id="1162" name="Google Shape;1162;p54"/>
            <p:cNvGrpSpPr/>
            <p:nvPr/>
          </p:nvGrpSpPr>
          <p:grpSpPr>
            <a:xfrm>
              <a:off x="6036094" y="3716980"/>
              <a:ext cx="529822" cy="510480"/>
              <a:chOff x="3148311" y="-545634"/>
              <a:chExt cx="1006118" cy="969572"/>
            </a:xfrm>
          </p:grpSpPr>
          <p:sp>
            <p:nvSpPr>
              <p:cNvPr id="1163" name="Google Shape;1163;p54"/>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54"/>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4"/>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54"/>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54"/>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54"/>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54"/>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54"/>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4"/>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54"/>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3" name="Google Shape;1173;p54"/>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 name="Google Shape;1174;p54"/>
          <p:cNvGrpSpPr/>
          <p:nvPr/>
        </p:nvGrpSpPr>
        <p:grpSpPr>
          <a:xfrm>
            <a:off x="6673522" y="2943981"/>
            <a:ext cx="576302" cy="511871"/>
            <a:chOff x="6644304" y="3073628"/>
            <a:chExt cx="576302" cy="511871"/>
          </a:xfrm>
        </p:grpSpPr>
        <p:grpSp>
          <p:nvGrpSpPr>
            <p:cNvPr id="1175" name="Google Shape;1175;p54"/>
            <p:cNvGrpSpPr/>
            <p:nvPr/>
          </p:nvGrpSpPr>
          <p:grpSpPr>
            <a:xfrm>
              <a:off x="6712169" y="3073651"/>
              <a:ext cx="481611" cy="506713"/>
              <a:chOff x="1833536" y="-546641"/>
              <a:chExt cx="914567" cy="962419"/>
            </a:xfrm>
          </p:grpSpPr>
          <p:grpSp>
            <p:nvGrpSpPr>
              <p:cNvPr id="1176" name="Google Shape;1176;p54"/>
              <p:cNvGrpSpPr/>
              <p:nvPr/>
            </p:nvGrpSpPr>
            <p:grpSpPr>
              <a:xfrm>
                <a:off x="1833536" y="-524249"/>
                <a:ext cx="914567" cy="940027"/>
                <a:chOff x="1833536" y="-524249"/>
                <a:chExt cx="914567" cy="940027"/>
              </a:xfrm>
            </p:grpSpPr>
            <p:sp>
              <p:nvSpPr>
                <p:cNvPr id="1177" name="Google Shape;1177;p54"/>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54"/>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54"/>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54"/>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54"/>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 name="Google Shape;1182;p54"/>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54"/>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54"/>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54"/>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 name="Google Shape;1186;p54"/>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 name="Google Shape;1187;p54"/>
          <p:cNvGrpSpPr/>
          <p:nvPr/>
        </p:nvGrpSpPr>
        <p:grpSpPr>
          <a:xfrm>
            <a:off x="752796" y="2869970"/>
            <a:ext cx="2622876" cy="1333540"/>
            <a:chOff x="238125" y="1038125"/>
            <a:chExt cx="7146800" cy="3633625"/>
          </a:xfrm>
        </p:grpSpPr>
        <p:sp>
          <p:nvSpPr>
            <p:cNvPr id="1188" name="Google Shape;1188;p54"/>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54"/>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54"/>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54"/>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54"/>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54"/>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54"/>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4"/>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4"/>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4"/>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4"/>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4"/>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4"/>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4"/>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4"/>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4"/>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4"/>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4"/>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4"/>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4"/>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4"/>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4"/>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4"/>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4"/>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4"/>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4"/>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4"/>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4"/>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4"/>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4"/>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4"/>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4"/>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4"/>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4"/>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4"/>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4"/>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4"/>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4"/>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4"/>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4"/>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4"/>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4"/>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54"/>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54"/>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54"/>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54"/>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54"/>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54"/>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4"/>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4"/>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4"/>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4"/>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4"/>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4"/>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4"/>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4"/>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4"/>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4"/>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4"/>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4"/>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4"/>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4"/>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4"/>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4"/>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4"/>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4"/>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4"/>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4"/>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4"/>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4"/>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4"/>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4"/>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4"/>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4"/>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4"/>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4"/>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4"/>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4"/>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4"/>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4"/>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4"/>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4"/>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4"/>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4"/>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4"/>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4"/>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4"/>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4"/>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4"/>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4"/>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4"/>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4"/>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4"/>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4"/>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4"/>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4"/>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4"/>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4"/>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4"/>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4"/>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4"/>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4"/>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4"/>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4"/>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4"/>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4"/>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4"/>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4"/>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4"/>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4"/>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54"/>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4"/>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4"/>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4"/>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4"/>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4"/>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4"/>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4"/>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4"/>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4"/>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4"/>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4"/>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4"/>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4"/>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4"/>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4"/>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4"/>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54"/>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54"/>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4"/>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4"/>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4"/>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4"/>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4"/>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4"/>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4"/>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4"/>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4"/>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4"/>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4"/>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4"/>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4"/>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4"/>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4"/>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4"/>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4"/>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4"/>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4"/>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4"/>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4"/>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4"/>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4"/>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4"/>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4"/>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4"/>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4"/>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4"/>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4"/>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4"/>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4"/>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4"/>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4"/>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4"/>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4"/>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4"/>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4"/>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4"/>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4"/>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4"/>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4"/>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4"/>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4"/>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4"/>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4"/>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4"/>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4"/>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4"/>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4"/>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4"/>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4"/>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4"/>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4"/>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4"/>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4"/>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4"/>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4"/>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4"/>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4"/>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4"/>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4"/>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4"/>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4"/>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4"/>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4"/>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4"/>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4"/>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4"/>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4"/>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4"/>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4"/>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4"/>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4"/>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4"/>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4"/>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4"/>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4"/>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4"/>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54"/>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4"/>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4"/>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4"/>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4"/>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4"/>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4"/>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4"/>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4"/>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4"/>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4"/>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4"/>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4"/>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4"/>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4"/>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4"/>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4"/>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4"/>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4"/>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4"/>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4"/>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4"/>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4"/>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4"/>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4"/>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4"/>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4"/>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4"/>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4"/>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4"/>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4"/>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4"/>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4"/>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4"/>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4"/>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4"/>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4"/>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4"/>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4"/>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4"/>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4"/>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4"/>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4"/>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4"/>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4"/>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4"/>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4"/>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4"/>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4"/>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4"/>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4"/>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4"/>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4"/>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4"/>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4"/>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4"/>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4"/>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4"/>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4"/>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4"/>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4"/>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54"/>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4"/>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4"/>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4"/>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4"/>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4"/>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4"/>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4"/>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4"/>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4"/>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4"/>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4"/>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4"/>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4"/>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4"/>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4"/>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4"/>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4"/>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4"/>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4"/>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4"/>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4"/>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4"/>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4"/>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4"/>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4"/>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4"/>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4"/>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4"/>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4"/>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4"/>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4"/>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4"/>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4"/>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4"/>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54"/>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4"/>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4"/>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4"/>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4"/>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4"/>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4"/>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4"/>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4"/>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4"/>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4"/>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4"/>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4"/>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4"/>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4"/>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4"/>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4"/>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4"/>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4"/>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4"/>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4"/>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4"/>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4"/>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4"/>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4"/>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4"/>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4"/>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4"/>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4"/>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4"/>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4"/>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4"/>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4"/>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4"/>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4"/>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4"/>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4"/>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4"/>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4"/>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4"/>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4"/>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4"/>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4"/>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4"/>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4"/>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4"/>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4"/>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4"/>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4"/>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4"/>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4"/>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4"/>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4"/>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4"/>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4"/>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4"/>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4"/>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4"/>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4"/>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4"/>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4"/>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4"/>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4"/>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54"/>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4"/>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54"/>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4"/>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4"/>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4"/>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4"/>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4"/>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4"/>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4"/>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4"/>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4"/>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4"/>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4"/>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54"/>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4"/>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4"/>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4"/>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4"/>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4"/>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4"/>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54"/>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4"/>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4"/>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4"/>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4"/>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4"/>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54"/>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54"/>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4"/>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4"/>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4"/>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4"/>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4"/>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4"/>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4"/>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54"/>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54"/>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4"/>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4"/>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54"/>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54"/>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4"/>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54"/>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54"/>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4"/>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4"/>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4"/>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4"/>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4"/>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4"/>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4"/>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4"/>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4"/>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54"/>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4"/>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54"/>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54"/>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54"/>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4"/>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4"/>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4"/>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4"/>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4"/>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4"/>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4"/>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4"/>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4"/>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54"/>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4"/>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4"/>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4"/>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4"/>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4"/>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4"/>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4"/>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4"/>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4"/>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4"/>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4"/>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4"/>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54"/>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54"/>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4"/>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4"/>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4"/>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54"/>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4"/>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4"/>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4"/>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4"/>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4"/>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4"/>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4"/>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4"/>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4"/>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4"/>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4"/>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4"/>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4"/>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4"/>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4"/>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54"/>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4"/>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4"/>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4"/>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4"/>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4"/>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4"/>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4"/>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4"/>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4"/>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54"/>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54"/>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4"/>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4"/>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4"/>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54"/>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54"/>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4"/>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4"/>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4"/>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4"/>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4"/>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4"/>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4"/>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4"/>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4"/>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4"/>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4"/>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4"/>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4"/>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4"/>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4"/>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4"/>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4"/>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4"/>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4"/>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4"/>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4"/>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4"/>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4"/>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4"/>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4"/>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4"/>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4"/>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4"/>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4"/>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4"/>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4"/>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54"/>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4"/>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4"/>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4"/>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4"/>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4"/>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4"/>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4"/>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4"/>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4"/>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4"/>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4"/>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4"/>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4"/>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4"/>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4"/>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4"/>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4"/>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54"/>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4"/>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4"/>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4"/>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4"/>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4"/>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4"/>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4"/>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4"/>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4"/>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4"/>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4"/>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4"/>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4"/>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4"/>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4"/>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4"/>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4"/>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4"/>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4"/>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4"/>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4"/>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4"/>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4"/>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4"/>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4"/>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4"/>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4"/>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4"/>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4"/>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4"/>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4"/>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4"/>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4"/>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4"/>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4"/>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4"/>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4"/>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4"/>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4"/>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4"/>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4"/>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4"/>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4"/>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4"/>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4"/>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4"/>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4"/>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4"/>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4"/>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4"/>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4"/>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4"/>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4"/>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4"/>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4"/>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4"/>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4"/>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4"/>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4"/>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4"/>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4"/>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4"/>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4"/>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4"/>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4"/>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4"/>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4"/>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4"/>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4"/>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4"/>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4"/>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4"/>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4"/>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4"/>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4"/>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4"/>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4"/>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4"/>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4"/>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4"/>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4"/>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4"/>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4"/>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4"/>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4"/>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4"/>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4"/>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4"/>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4"/>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4"/>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4"/>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4"/>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4"/>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4"/>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4"/>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4"/>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4"/>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4"/>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4"/>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4"/>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4"/>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4"/>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4"/>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54"/>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4"/>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4"/>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4"/>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4"/>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4"/>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4"/>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4"/>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4"/>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4"/>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4"/>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4"/>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4"/>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4"/>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4"/>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4"/>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4"/>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4"/>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4"/>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4"/>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4"/>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4"/>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4"/>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4"/>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4"/>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4"/>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4"/>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4"/>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4"/>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4"/>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4"/>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4"/>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4"/>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4"/>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4"/>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4"/>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4"/>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4"/>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4"/>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4"/>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4"/>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4"/>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4"/>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4"/>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4"/>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4"/>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4"/>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4"/>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4"/>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4"/>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4"/>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4"/>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4"/>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4"/>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4"/>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4"/>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4"/>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4"/>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4"/>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4"/>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4"/>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4"/>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4"/>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4"/>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4"/>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4"/>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4"/>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4"/>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4"/>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4"/>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4"/>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4"/>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4"/>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4"/>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4"/>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4"/>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4"/>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4"/>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4"/>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4"/>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4"/>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4"/>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4"/>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4"/>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4"/>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4"/>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4"/>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4"/>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4"/>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4"/>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4"/>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4"/>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4"/>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4"/>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4"/>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4"/>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4"/>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4"/>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4"/>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4"/>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4"/>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4"/>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4"/>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4"/>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4"/>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4"/>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4"/>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4"/>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4"/>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4"/>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4"/>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4"/>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4"/>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4"/>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4"/>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4"/>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4"/>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4"/>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4"/>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4"/>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4"/>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4"/>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4"/>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4"/>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4"/>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4"/>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4"/>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4"/>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4"/>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4"/>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4"/>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4"/>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4"/>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4"/>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4"/>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4"/>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4"/>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4"/>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4"/>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4"/>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4"/>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4"/>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4"/>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4"/>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4"/>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4"/>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4"/>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4"/>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4"/>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4"/>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4"/>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4"/>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4"/>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4"/>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4"/>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4"/>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4"/>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4"/>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4"/>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4"/>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4"/>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4"/>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4"/>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4"/>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4"/>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4"/>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4"/>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4"/>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4"/>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4"/>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4"/>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4"/>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4"/>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4"/>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4"/>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4"/>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4"/>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4"/>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4"/>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4"/>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4"/>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4"/>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4"/>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4"/>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4"/>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4"/>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4"/>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4"/>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4"/>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4"/>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4"/>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4"/>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4"/>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4"/>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4"/>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4"/>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4"/>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4"/>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4"/>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4"/>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4"/>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4"/>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4"/>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4"/>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4"/>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4"/>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4"/>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4"/>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4"/>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4"/>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4"/>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4"/>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4"/>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4"/>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4"/>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4"/>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4"/>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4"/>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4"/>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4"/>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4"/>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4"/>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4"/>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4"/>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4"/>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4"/>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4"/>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4"/>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4"/>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4"/>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4"/>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4"/>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4"/>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4"/>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4"/>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4"/>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4"/>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4"/>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4"/>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4"/>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4"/>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4"/>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4"/>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4"/>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4"/>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4"/>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4"/>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4"/>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4"/>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4"/>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4"/>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4"/>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4"/>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4"/>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4"/>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4"/>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4"/>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4"/>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4"/>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4"/>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4"/>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4"/>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4"/>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4"/>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4"/>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4"/>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4"/>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4"/>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4"/>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4"/>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4"/>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4"/>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4"/>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4"/>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4"/>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4"/>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4"/>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4"/>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4"/>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4"/>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4"/>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4"/>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4"/>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4"/>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4"/>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4"/>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4"/>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4"/>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4"/>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4"/>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4"/>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4"/>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4"/>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4"/>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4"/>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4"/>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4"/>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4"/>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4"/>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4"/>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4"/>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4"/>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4"/>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4"/>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4"/>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4"/>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4"/>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4"/>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4"/>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4"/>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4"/>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4"/>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4"/>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4"/>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4"/>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4"/>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4"/>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4"/>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4"/>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4"/>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4"/>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4"/>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4"/>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4"/>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4"/>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4"/>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4"/>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4"/>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4"/>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4"/>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4"/>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4"/>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4"/>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4"/>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4"/>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4"/>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4"/>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4"/>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4"/>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4"/>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4"/>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4"/>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4"/>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4"/>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4"/>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4"/>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4"/>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4"/>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4"/>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4"/>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4"/>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4"/>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4"/>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4"/>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4"/>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4"/>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4"/>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4"/>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4"/>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4"/>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4"/>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4"/>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4"/>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4"/>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4"/>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4"/>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4"/>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4"/>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4"/>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4"/>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4"/>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4"/>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4"/>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4"/>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4"/>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4"/>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4"/>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4"/>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4"/>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4"/>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4"/>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4"/>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4"/>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4"/>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4"/>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4"/>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4"/>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4"/>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4"/>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4"/>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4"/>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4"/>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4"/>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4"/>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4"/>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4"/>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4"/>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4"/>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4"/>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4"/>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4"/>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4"/>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4"/>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4"/>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4"/>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4"/>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4"/>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4"/>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4"/>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4"/>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4"/>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4"/>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4"/>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4"/>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4"/>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4"/>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4"/>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4"/>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4"/>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4"/>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4"/>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4"/>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4"/>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4"/>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4"/>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4"/>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4"/>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4"/>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4"/>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4"/>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4"/>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4"/>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4"/>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4"/>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4"/>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4"/>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4"/>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4"/>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4"/>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4"/>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4"/>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4"/>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4"/>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4"/>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4"/>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4"/>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4"/>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4"/>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4"/>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4"/>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4"/>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4"/>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4"/>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4"/>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4"/>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4"/>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4"/>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4"/>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4"/>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4"/>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4"/>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4"/>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4"/>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4"/>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4"/>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4"/>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4"/>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4"/>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4"/>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4"/>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4"/>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4"/>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4"/>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4"/>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4"/>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4"/>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4"/>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4"/>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4"/>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4"/>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4"/>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4"/>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4"/>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4"/>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4"/>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4"/>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4"/>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4"/>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4"/>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4"/>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4"/>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4"/>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4"/>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4"/>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4"/>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4"/>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4"/>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4"/>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4"/>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4"/>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4"/>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4"/>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4"/>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4"/>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4"/>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4"/>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4"/>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4"/>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4"/>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4"/>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4"/>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4"/>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4"/>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4"/>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4"/>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4"/>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4"/>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4"/>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4"/>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4"/>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4"/>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4"/>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4"/>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4"/>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4"/>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4"/>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4"/>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4"/>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4"/>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4"/>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4"/>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4"/>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4"/>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4"/>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4"/>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4"/>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4"/>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4"/>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4"/>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4"/>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4"/>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4"/>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4"/>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4"/>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4"/>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4"/>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4"/>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4"/>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4"/>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4"/>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4"/>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4"/>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4"/>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4"/>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4"/>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4"/>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4"/>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4"/>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4"/>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4"/>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4"/>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4"/>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4"/>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4"/>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4"/>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4"/>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4"/>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4"/>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4"/>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4"/>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4"/>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4"/>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4"/>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4"/>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4"/>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4"/>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4"/>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4"/>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4"/>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4"/>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4"/>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4"/>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4"/>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4"/>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4"/>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4"/>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4"/>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4"/>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4"/>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4"/>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4"/>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4"/>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4"/>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4"/>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4"/>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4"/>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4"/>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4"/>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4"/>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4"/>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4"/>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4"/>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4"/>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4"/>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4"/>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4"/>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4"/>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4"/>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4"/>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4"/>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4"/>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4"/>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4"/>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4"/>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4"/>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4"/>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4"/>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4"/>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4"/>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4"/>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4"/>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4"/>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4"/>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4"/>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4"/>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4"/>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4"/>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4"/>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4"/>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4"/>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4"/>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4"/>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4"/>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4"/>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4"/>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4"/>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4"/>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4"/>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4"/>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4"/>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4"/>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4"/>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4"/>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4"/>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4"/>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4"/>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4"/>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4"/>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4"/>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4"/>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4"/>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4"/>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4"/>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4"/>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4"/>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4"/>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4"/>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4"/>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4"/>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4"/>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4"/>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4"/>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4"/>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4"/>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4"/>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4"/>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4"/>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4"/>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4"/>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4"/>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4"/>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4"/>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4"/>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4"/>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4"/>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4"/>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4"/>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4"/>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4"/>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4"/>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4"/>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4"/>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4"/>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4"/>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4"/>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4"/>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4"/>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4"/>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4"/>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4"/>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4"/>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4"/>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4"/>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4"/>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4"/>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4"/>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4"/>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4"/>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4"/>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4"/>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4"/>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4"/>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4"/>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4"/>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4"/>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4"/>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4"/>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4"/>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4"/>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4"/>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4"/>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4"/>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4"/>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4"/>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4"/>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4"/>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4"/>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4"/>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4"/>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4"/>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4"/>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4"/>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4"/>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4"/>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4"/>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4"/>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4"/>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4"/>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4"/>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4"/>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4"/>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4"/>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4"/>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4"/>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4"/>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4"/>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4"/>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4"/>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4"/>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4"/>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4"/>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4"/>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4"/>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4"/>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4"/>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4"/>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4"/>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4"/>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4"/>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4"/>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4"/>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4"/>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4"/>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4"/>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4"/>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4"/>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4"/>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4"/>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4"/>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4"/>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4"/>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4"/>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4"/>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4"/>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4"/>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4"/>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4"/>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4"/>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4"/>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4"/>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4"/>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4"/>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4"/>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4"/>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4"/>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4"/>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4"/>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4"/>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4"/>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4"/>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4"/>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4"/>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4"/>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4"/>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4"/>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4"/>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4"/>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4"/>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4"/>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4"/>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4"/>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4"/>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4"/>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4"/>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4"/>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4"/>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4"/>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4"/>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4"/>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4"/>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4"/>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4"/>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4"/>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4"/>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4"/>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4"/>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4"/>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4"/>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4"/>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4"/>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4"/>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4"/>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4"/>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4"/>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4"/>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4"/>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4"/>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4"/>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4"/>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4"/>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4"/>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4"/>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4"/>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4"/>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4"/>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4"/>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4"/>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4"/>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4"/>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4"/>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4"/>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4"/>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4"/>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4"/>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4"/>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4"/>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4"/>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4"/>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4"/>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4"/>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4"/>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4"/>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4"/>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4"/>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4"/>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4"/>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4"/>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4"/>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4"/>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4"/>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4"/>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4"/>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4"/>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4"/>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4"/>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4"/>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4"/>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4"/>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4"/>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4"/>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4"/>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4"/>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4"/>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4"/>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4"/>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4"/>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4"/>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4"/>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4"/>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4"/>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4"/>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4"/>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4"/>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4"/>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4"/>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4"/>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4"/>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4"/>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4"/>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4"/>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4"/>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4"/>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4"/>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4"/>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4"/>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4"/>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4"/>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4"/>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4"/>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4"/>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4"/>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4"/>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4"/>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4"/>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4"/>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4"/>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4"/>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4"/>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4"/>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4"/>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4"/>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4"/>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4"/>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4"/>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4"/>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4"/>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4"/>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4"/>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4"/>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4"/>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4"/>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4"/>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4"/>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4"/>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4"/>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4"/>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4"/>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4"/>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4"/>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4"/>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4"/>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4"/>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4"/>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4"/>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4"/>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4"/>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4"/>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4"/>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4"/>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4"/>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4"/>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4"/>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4"/>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4"/>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0" name="Google Shape;2760;p54"/>
          <p:cNvGrpSpPr/>
          <p:nvPr/>
        </p:nvGrpSpPr>
        <p:grpSpPr>
          <a:xfrm>
            <a:off x="5938558" y="1033351"/>
            <a:ext cx="2435960" cy="1297725"/>
            <a:chOff x="233350" y="949250"/>
            <a:chExt cx="7137300" cy="3802300"/>
          </a:xfrm>
        </p:grpSpPr>
        <p:sp>
          <p:nvSpPr>
            <p:cNvPr id="2761" name="Google Shape;2761;p54"/>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4"/>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4"/>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4"/>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4"/>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4"/>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4"/>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4"/>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4"/>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4"/>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4"/>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4"/>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4"/>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4"/>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4"/>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4"/>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4"/>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4"/>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4"/>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4"/>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4"/>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4"/>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4"/>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4"/>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4"/>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4"/>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4"/>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4"/>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4"/>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4"/>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4"/>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4"/>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4"/>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4"/>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4"/>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4"/>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4"/>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4"/>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4"/>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4"/>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4"/>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4"/>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4"/>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4"/>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4"/>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4"/>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4"/>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4"/>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4"/>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4"/>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4"/>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2" name="Google Shape;2812;p54"/>
          <p:cNvGrpSpPr/>
          <p:nvPr/>
        </p:nvGrpSpPr>
        <p:grpSpPr>
          <a:xfrm>
            <a:off x="731715" y="995041"/>
            <a:ext cx="2665073" cy="1317140"/>
            <a:chOff x="793334" y="1192826"/>
            <a:chExt cx="2665073" cy="1317140"/>
          </a:xfrm>
        </p:grpSpPr>
        <p:sp>
          <p:nvSpPr>
            <p:cNvPr id="2813" name="Google Shape;2813;p54"/>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4"/>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4"/>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4"/>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4"/>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4"/>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4"/>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4"/>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4"/>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4"/>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4"/>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4"/>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4"/>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4"/>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4"/>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4"/>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4"/>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4"/>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4"/>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4"/>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4"/>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4"/>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4"/>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4"/>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4"/>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4"/>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4"/>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4"/>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4"/>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4"/>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4"/>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4"/>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4"/>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4"/>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4"/>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4"/>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4"/>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4"/>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4"/>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4"/>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4"/>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4"/>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4"/>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4"/>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4"/>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4"/>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4"/>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4"/>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4"/>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4"/>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4"/>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4"/>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4"/>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4"/>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4"/>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4"/>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4"/>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4"/>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4"/>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4"/>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4"/>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4"/>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4"/>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4"/>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4"/>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4"/>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4"/>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4"/>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4"/>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4"/>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4"/>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4"/>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4"/>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4"/>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4"/>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4"/>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4"/>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4"/>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4"/>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4"/>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4"/>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4"/>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4"/>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4"/>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4"/>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4"/>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4"/>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4"/>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4"/>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4"/>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4"/>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4"/>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4"/>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4"/>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4"/>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4"/>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4"/>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4"/>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4"/>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4"/>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4"/>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4"/>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4"/>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4"/>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4"/>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4"/>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4"/>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4"/>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4"/>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4"/>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4"/>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4"/>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4"/>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4"/>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4"/>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4"/>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4"/>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4"/>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4"/>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4"/>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4"/>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4"/>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4"/>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4"/>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4"/>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4"/>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4"/>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4"/>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4"/>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4"/>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4"/>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4"/>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4"/>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4"/>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4"/>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4"/>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4"/>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4"/>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4"/>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4"/>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4"/>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4"/>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4"/>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4"/>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4"/>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4"/>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4"/>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4"/>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4"/>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4"/>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4"/>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4"/>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4"/>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4"/>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4"/>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4"/>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4"/>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4"/>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4"/>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4"/>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4"/>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4"/>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4"/>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4"/>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4"/>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4"/>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4"/>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4"/>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4"/>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4"/>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4"/>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4"/>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4"/>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4"/>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4"/>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4"/>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4"/>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4"/>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4"/>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4"/>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4"/>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4"/>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4"/>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4"/>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4"/>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4"/>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4"/>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4"/>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4"/>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4"/>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4"/>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4"/>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4"/>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4"/>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4"/>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4"/>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4"/>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4"/>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4"/>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4"/>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4"/>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4"/>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4"/>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4"/>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4"/>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4"/>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4"/>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4"/>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4"/>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4"/>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4"/>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4"/>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4"/>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4"/>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4"/>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4"/>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4"/>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4"/>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4"/>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4"/>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4"/>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4"/>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4"/>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4"/>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4"/>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4"/>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4"/>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4"/>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4"/>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4"/>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4"/>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4"/>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4"/>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4"/>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4"/>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4"/>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4"/>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4"/>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4"/>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4"/>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4"/>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4"/>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4"/>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4"/>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4"/>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4"/>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4"/>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4"/>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4"/>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4"/>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4"/>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4"/>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4"/>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4"/>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4"/>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4"/>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4"/>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4"/>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4"/>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4"/>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4"/>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4"/>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4"/>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4"/>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4"/>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4"/>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4"/>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4"/>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4"/>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4"/>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4"/>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4"/>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4"/>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4"/>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4"/>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4"/>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4"/>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4"/>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4"/>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4"/>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4"/>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4"/>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4"/>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4"/>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4"/>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4"/>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4"/>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4"/>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4"/>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4"/>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4"/>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4"/>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4"/>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4"/>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4"/>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4"/>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4"/>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4"/>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4"/>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4"/>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4"/>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4"/>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4"/>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4"/>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4"/>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4"/>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4"/>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4"/>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4"/>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4"/>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4"/>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4"/>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4"/>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4"/>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4"/>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4"/>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4"/>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4"/>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4"/>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4"/>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4"/>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4"/>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4"/>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4"/>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4"/>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4"/>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4"/>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4"/>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4"/>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4"/>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4"/>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4"/>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4"/>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4"/>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4"/>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4"/>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4"/>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4"/>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4"/>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4"/>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4"/>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4"/>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4"/>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4"/>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4"/>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4"/>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4"/>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4"/>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4"/>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4"/>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4"/>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4"/>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4"/>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4"/>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4"/>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4"/>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4"/>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4"/>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4"/>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4"/>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4"/>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4"/>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4"/>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4"/>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4"/>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4"/>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4"/>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4"/>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4"/>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4"/>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4"/>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4"/>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4"/>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4"/>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4"/>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4"/>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4"/>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4"/>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4"/>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4"/>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4"/>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4"/>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4"/>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4"/>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4"/>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4"/>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4"/>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4"/>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4"/>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4"/>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4"/>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4"/>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4"/>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4"/>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4"/>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4"/>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4"/>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4"/>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4"/>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4"/>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4"/>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4"/>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4"/>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4"/>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4"/>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4"/>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4"/>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4"/>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4"/>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4"/>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4"/>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4"/>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4"/>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4"/>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4"/>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4"/>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4"/>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4"/>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4"/>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4"/>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4"/>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4"/>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4"/>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4"/>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4"/>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4"/>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4"/>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4"/>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4"/>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4"/>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4"/>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4"/>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4"/>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4"/>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4"/>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4"/>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4"/>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4"/>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4"/>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4"/>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4"/>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4"/>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4"/>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4"/>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4"/>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4"/>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4"/>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4"/>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4"/>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4"/>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4"/>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4"/>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4"/>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4"/>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4"/>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4"/>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4"/>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4"/>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4"/>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4"/>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4"/>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4"/>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4"/>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4"/>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4"/>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4"/>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4"/>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4"/>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4"/>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4"/>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4"/>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4"/>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4"/>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4"/>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4"/>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4"/>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4"/>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4"/>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4"/>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4"/>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4"/>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4"/>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4"/>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4"/>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4"/>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4"/>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4"/>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4"/>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4"/>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4"/>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4"/>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4"/>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4"/>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4"/>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4"/>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4"/>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4"/>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4"/>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4"/>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4"/>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4"/>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4"/>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4"/>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4"/>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4"/>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4"/>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4"/>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4"/>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4"/>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4"/>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4"/>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4"/>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4"/>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4"/>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4"/>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4"/>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4"/>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4"/>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4"/>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4"/>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4"/>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4"/>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4"/>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4"/>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4"/>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4"/>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4"/>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4"/>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4"/>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4"/>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4"/>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4"/>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4"/>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4"/>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4"/>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4"/>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4"/>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4"/>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4"/>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4"/>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4"/>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4"/>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4"/>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4"/>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4"/>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4"/>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4"/>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4"/>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4"/>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4"/>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4"/>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4"/>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4"/>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4"/>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4"/>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4"/>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4"/>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4"/>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4"/>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4"/>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4"/>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4"/>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4"/>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4"/>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4"/>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4"/>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4"/>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4"/>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4"/>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4"/>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4"/>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4"/>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4"/>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4"/>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4"/>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4"/>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4"/>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4"/>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4"/>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4"/>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4"/>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4"/>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4"/>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4"/>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4"/>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4"/>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4"/>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4"/>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4"/>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4"/>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4"/>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4"/>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4"/>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4"/>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4"/>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4"/>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4"/>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4"/>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4"/>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4"/>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4"/>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4"/>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4"/>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4"/>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4"/>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4"/>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4"/>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4"/>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4"/>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4"/>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4"/>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4"/>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4"/>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4"/>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4"/>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4"/>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4"/>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4"/>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4"/>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4"/>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4"/>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4"/>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4"/>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4"/>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4"/>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4"/>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4"/>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4"/>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4"/>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4"/>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4"/>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4"/>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4"/>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4"/>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4"/>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4"/>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4"/>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4"/>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4"/>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4"/>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4"/>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4"/>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4"/>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4"/>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4"/>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4"/>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4"/>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4"/>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4"/>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4"/>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4"/>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4"/>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4"/>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4"/>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4"/>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4"/>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4"/>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4"/>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4"/>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4"/>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4"/>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4"/>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4"/>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4"/>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4"/>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4"/>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4"/>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4"/>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4"/>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4"/>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4"/>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4"/>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4"/>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4"/>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4"/>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4"/>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4"/>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4"/>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4"/>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4"/>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4"/>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4"/>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4"/>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4"/>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4"/>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4"/>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4"/>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4"/>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4"/>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4"/>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4"/>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4"/>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4"/>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4"/>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4"/>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4"/>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4"/>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4"/>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4"/>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4"/>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4"/>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4"/>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4"/>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4"/>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4"/>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4"/>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4"/>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4"/>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4"/>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4"/>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4"/>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4"/>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4"/>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4"/>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4"/>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4"/>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4"/>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4"/>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4"/>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4"/>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4"/>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4"/>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4"/>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4"/>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4"/>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4"/>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4"/>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4"/>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4"/>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4"/>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4"/>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4"/>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4"/>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4"/>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4"/>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4"/>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4"/>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4"/>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4"/>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4"/>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4"/>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4"/>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4"/>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4"/>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4"/>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4"/>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4"/>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4"/>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4"/>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4"/>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4"/>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4"/>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4"/>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4"/>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4"/>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4"/>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4"/>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4"/>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4"/>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4"/>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4"/>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4"/>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4"/>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4"/>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4"/>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4"/>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4"/>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4"/>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4"/>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4"/>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4"/>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4"/>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4"/>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4"/>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4"/>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4"/>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4"/>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4"/>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4"/>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4"/>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4"/>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4"/>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4"/>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4"/>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4"/>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4"/>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4"/>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4"/>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4"/>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4"/>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4"/>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4"/>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4"/>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4"/>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4"/>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4"/>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4"/>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4"/>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4"/>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4"/>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4"/>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4"/>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4"/>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4"/>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4"/>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4"/>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4"/>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4"/>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4"/>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4"/>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4"/>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4"/>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4"/>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4"/>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4"/>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4"/>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4"/>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4"/>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4"/>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4"/>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4"/>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4"/>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4"/>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4"/>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4"/>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4"/>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4"/>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4"/>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4"/>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4"/>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4"/>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4"/>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4"/>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4"/>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4"/>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4"/>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4"/>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4"/>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4"/>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4"/>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4"/>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4"/>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4"/>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4"/>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4"/>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4"/>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4"/>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4"/>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4"/>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4"/>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4"/>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4"/>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4"/>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4"/>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4"/>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4"/>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4"/>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4"/>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4"/>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4"/>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4"/>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4"/>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4"/>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4"/>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4"/>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4"/>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4"/>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4"/>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4"/>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4"/>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4"/>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4"/>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4"/>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4"/>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4"/>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4"/>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4"/>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4"/>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4"/>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4"/>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4"/>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4"/>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4"/>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4"/>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4"/>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4"/>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4"/>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4"/>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4"/>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4"/>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4"/>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4"/>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4"/>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4"/>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4"/>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4"/>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4"/>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4"/>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4"/>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4"/>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4"/>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4"/>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4"/>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4"/>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4"/>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4"/>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4"/>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4"/>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4"/>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4"/>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4"/>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4"/>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4"/>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4"/>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4"/>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4"/>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4"/>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4"/>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4"/>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4"/>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4"/>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4"/>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4"/>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4"/>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4"/>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4"/>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4"/>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4"/>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4"/>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4"/>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4"/>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4"/>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4"/>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4"/>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4"/>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4"/>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4"/>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4"/>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4"/>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4"/>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4"/>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4"/>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4"/>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4"/>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4"/>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4"/>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4"/>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4"/>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4"/>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4"/>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4"/>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4"/>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4"/>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4"/>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4"/>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4"/>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4"/>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4"/>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4"/>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4"/>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4"/>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4"/>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4"/>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4"/>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4"/>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4"/>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4"/>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4"/>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4"/>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4"/>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4"/>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4"/>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4"/>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4"/>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4"/>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4"/>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4"/>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4"/>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4"/>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4"/>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4"/>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4"/>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4"/>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4"/>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4"/>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4"/>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4"/>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4"/>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4"/>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4"/>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4"/>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4"/>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4"/>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4"/>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4"/>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4"/>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4"/>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4"/>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4"/>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4"/>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4"/>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4"/>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4"/>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4"/>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4"/>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4"/>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4"/>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4"/>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4"/>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4"/>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4"/>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4"/>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4"/>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4"/>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4"/>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4"/>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4"/>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4"/>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4"/>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4"/>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4"/>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4"/>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4"/>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4"/>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4"/>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4"/>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4"/>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4"/>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4"/>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4"/>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4"/>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4"/>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4"/>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4"/>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4"/>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4"/>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4"/>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4"/>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4"/>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4"/>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4"/>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4"/>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4"/>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4"/>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4"/>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4"/>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4"/>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4"/>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4"/>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4"/>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4"/>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4"/>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4"/>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4"/>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4"/>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4"/>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4"/>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4"/>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4"/>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4"/>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4"/>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4"/>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4"/>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4"/>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4"/>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4"/>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4"/>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4"/>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4"/>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4"/>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4"/>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4"/>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4"/>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4"/>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4"/>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4"/>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4"/>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4"/>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4"/>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4"/>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4"/>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4"/>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4"/>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4"/>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4"/>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4"/>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4"/>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4"/>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4"/>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4"/>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4"/>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4"/>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4"/>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4"/>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4"/>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4"/>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4"/>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4"/>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4"/>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4"/>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4"/>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4"/>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4"/>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4"/>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4"/>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4"/>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4"/>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4"/>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4"/>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4"/>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4"/>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4"/>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4"/>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4"/>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4"/>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4"/>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4"/>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4"/>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4"/>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4"/>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4"/>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4"/>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4"/>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4"/>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4"/>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4"/>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4"/>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4"/>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4"/>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4"/>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4"/>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4"/>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4"/>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4"/>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4"/>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4"/>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4"/>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4"/>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4"/>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4"/>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4"/>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4"/>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4"/>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4"/>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4"/>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4"/>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4"/>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4"/>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4"/>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4"/>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4"/>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4"/>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4"/>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4"/>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4"/>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4"/>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4"/>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4"/>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4"/>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4"/>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4"/>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4"/>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4"/>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4"/>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4"/>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4"/>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4"/>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4"/>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4"/>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4"/>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4"/>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4"/>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4"/>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4"/>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4"/>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4"/>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4"/>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4"/>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4"/>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4"/>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4"/>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4"/>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4"/>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4"/>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4"/>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4"/>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4"/>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4"/>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4"/>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4"/>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4"/>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4"/>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4"/>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4"/>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4"/>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4"/>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4"/>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4"/>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4"/>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4"/>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4"/>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4"/>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4"/>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4"/>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4"/>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4"/>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4"/>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4"/>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4"/>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4"/>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4"/>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4"/>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4"/>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4"/>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4"/>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4"/>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4"/>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4"/>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4"/>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4"/>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4"/>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4"/>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4"/>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4"/>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4"/>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4"/>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4"/>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4"/>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4"/>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4"/>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4"/>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4"/>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4"/>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4"/>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4"/>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4"/>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4"/>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4"/>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4"/>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4"/>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4"/>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4"/>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4"/>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4"/>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4"/>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4"/>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4"/>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4"/>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4"/>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4"/>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4"/>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4"/>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4"/>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4"/>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4"/>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4"/>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4"/>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4"/>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4"/>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4"/>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4"/>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4"/>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4"/>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4"/>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4"/>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4"/>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4"/>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4"/>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4"/>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4"/>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4"/>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4"/>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4"/>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4"/>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4"/>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4"/>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4"/>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4"/>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4"/>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4"/>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4"/>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4"/>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4"/>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4"/>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4"/>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4"/>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4"/>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4"/>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4"/>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4"/>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4"/>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4"/>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4"/>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4"/>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4"/>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4"/>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4"/>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4"/>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4"/>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4"/>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4"/>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4"/>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4"/>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4"/>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4"/>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4"/>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4"/>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4"/>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4"/>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4"/>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4"/>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4"/>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4"/>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4"/>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4"/>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4"/>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4"/>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4"/>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4"/>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4"/>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4"/>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4"/>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4"/>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4"/>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4"/>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4"/>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4"/>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4"/>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4"/>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4"/>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4"/>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4"/>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4"/>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4"/>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4"/>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4"/>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4"/>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4"/>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4"/>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4"/>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4"/>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4"/>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4"/>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4"/>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4"/>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4"/>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4"/>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4"/>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4"/>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4"/>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4"/>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4"/>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4"/>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4"/>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4"/>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4"/>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4"/>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4"/>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4"/>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4"/>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4"/>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4"/>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4"/>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4"/>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4"/>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4"/>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4"/>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4"/>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4"/>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4"/>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4"/>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4"/>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4"/>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4"/>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4"/>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4"/>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4"/>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4"/>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4"/>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4"/>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4"/>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4"/>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4"/>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4"/>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4"/>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4"/>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4"/>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4"/>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4"/>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4"/>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4"/>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4"/>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4"/>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4"/>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4"/>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4"/>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4"/>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4"/>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4"/>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4"/>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4"/>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4"/>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4"/>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4"/>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4"/>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4"/>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4"/>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4"/>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4"/>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4"/>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4"/>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4"/>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4"/>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4"/>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4"/>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4"/>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4"/>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4"/>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4"/>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4"/>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4"/>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4"/>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4"/>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4"/>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4"/>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4"/>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4"/>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4"/>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4"/>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4"/>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4"/>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4"/>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4"/>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4"/>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4"/>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4"/>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4"/>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4"/>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4"/>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4"/>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4"/>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4"/>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4"/>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4"/>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4"/>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4"/>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4"/>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4"/>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4"/>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4"/>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4"/>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4"/>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4"/>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4"/>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4"/>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4"/>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4"/>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4"/>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4"/>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4"/>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4"/>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4"/>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4"/>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4"/>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4"/>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4"/>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4"/>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4"/>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4"/>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4"/>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4"/>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4"/>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4"/>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4"/>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4"/>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4"/>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4"/>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4"/>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4"/>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4"/>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4"/>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4"/>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4"/>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4"/>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4"/>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4"/>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4"/>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4"/>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4"/>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4"/>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4"/>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4"/>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4"/>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4"/>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4"/>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4"/>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4"/>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4"/>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4"/>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4"/>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4"/>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4"/>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4"/>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4"/>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4"/>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4"/>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4"/>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4"/>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4"/>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4"/>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4"/>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4"/>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4"/>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4"/>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4"/>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4"/>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4"/>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4"/>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4"/>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4"/>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4"/>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4"/>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4"/>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4"/>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4"/>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4"/>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4"/>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4"/>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4"/>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4"/>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4"/>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4"/>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4"/>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4"/>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4"/>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4"/>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4"/>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4"/>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4"/>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4"/>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4"/>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4"/>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4"/>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4"/>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4"/>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4"/>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4"/>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4"/>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4"/>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4"/>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4"/>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4"/>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4"/>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4"/>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4"/>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4"/>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4"/>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4"/>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4"/>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4"/>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4"/>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4"/>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4"/>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4"/>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4"/>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4"/>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4"/>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4"/>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4"/>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4"/>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4"/>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4"/>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4"/>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4"/>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4"/>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4"/>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4"/>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4"/>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4"/>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4"/>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4"/>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4"/>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4"/>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4"/>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4"/>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4"/>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4"/>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4"/>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4"/>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4"/>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4"/>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4"/>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4"/>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4"/>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4"/>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4"/>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4"/>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4"/>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4"/>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4"/>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4"/>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4"/>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4"/>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4"/>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4"/>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4"/>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4"/>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4"/>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4"/>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4"/>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4"/>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4"/>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4"/>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4"/>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4"/>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4"/>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4"/>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4"/>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4"/>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4"/>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4"/>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4"/>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4"/>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4"/>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4"/>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4"/>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4"/>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4"/>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4"/>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4"/>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4"/>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4"/>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4"/>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4"/>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4"/>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4"/>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4"/>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4"/>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4"/>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4"/>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4"/>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4"/>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4"/>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4"/>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4"/>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4"/>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4"/>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4"/>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4"/>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4"/>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4"/>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4"/>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4"/>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4"/>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4"/>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4"/>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4"/>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4"/>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4"/>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4"/>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4"/>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4"/>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4"/>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4"/>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4"/>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4"/>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4"/>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4"/>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4"/>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4"/>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4"/>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4"/>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4"/>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4"/>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4"/>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4"/>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4"/>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4"/>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4"/>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4"/>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4"/>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4"/>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4"/>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4"/>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4"/>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4"/>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4"/>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4"/>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4"/>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4"/>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4"/>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4"/>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4"/>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4"/>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4"/>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4"/>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4"/>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4"/>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4"/>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4"/>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4"/>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4"/>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4"/>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4"/>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4"/>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4"/>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4"/>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4"/>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4"/>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4"/>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4"/>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4"/>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4"/>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4"/>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4"/>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4"/>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4"/>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4"/>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4"/>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4"/>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4"/>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4"/>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4"/>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4"/>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4"/>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4"/>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4"/>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4"/>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4"/>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4"/>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4"/>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4"/>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4"/>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4"/>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4"/>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4"/>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4"/>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4"/>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4"/>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4"/>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4"/>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4"/>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4"/>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4"/>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4"/>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4"/>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4"/>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4"/>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4"/>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4"/>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4"/>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4"/>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4"/>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4"/>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4"/>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4"/>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4"/>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4"/>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4"/>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4"/>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4"/>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4"/>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4"/>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4"/>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4"/>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4"/>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4"/>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4"/>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4"/>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4"/>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4"/>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4"/>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4"/>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4"/>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4"/>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4"/>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4"/>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4"/>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4"/>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4"/>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4"/>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4"/>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4"/>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4"/>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4"/>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4"/>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4"/>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4"/>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4"/>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4"/>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4"/>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4"/>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4"/>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4"/>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4"/>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4"/>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4"/>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4"/>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4"/>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4"/>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4"/>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4"/>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4"/>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4"/>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4"/>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4"/>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4"/>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4"/>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4"/>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4"/>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4"/>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4"/>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4"/>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4"/>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4"/>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4"/>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4"/>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4"/>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4"/>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4"/>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4"/>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4"/>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4"/>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4"/>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4"/>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4"/>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4"/>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4"/>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4"/>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4"/>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4"/>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4"/>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4"/>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4"/>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4"/>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4"/>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4"/>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4"/>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4"/>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4"/>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4"/>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4"/>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4"/>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4"/>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4"/>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4"/>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4"/>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4"/>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4"/>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4"/>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4"/>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4"/>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4"/>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4"/>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4"/>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4"/>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4"/>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4"/>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4"/>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4"/>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4"/>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4"/>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4"/>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4"/>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4"/>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4"/>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4"/>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4"/>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4"/>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4"/>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4"/>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4"/>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4"/>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4"/>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4"/>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4"/>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4"/>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4"/>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4"/>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4"/>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4"/>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4"/>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4"/>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4"/>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4"/>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4"/>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4"/>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4"/>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4"/>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4"/>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4"/>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4"/>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4"/>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4"/>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4"/>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4"/>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4"/>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4"/>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4"/>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4"/>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4"/>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4"/>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4"/>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4"/>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4"/>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4"/>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4"/>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4"/>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4"/>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4"/>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4"/>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4"/>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4"/>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4"/>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4"/>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4"/>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4"/>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4"/>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4"/>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4"/>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4"/>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4"/>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4"/>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4"/>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4"/>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4"/>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4"/>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4"/>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4"/>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4"/>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4"/>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4"/>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4"/>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4"/>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4"/>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4"/>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4"/>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4"/>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4"/>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4"/>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4"/>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4"/>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4"/>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4"/>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4"/>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4"/>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4"/>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4"/>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4"/>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4"/>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4"/>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4"/>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4"/>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4"/>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4"/>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4"/>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4"/>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4"/>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4"/>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4"/>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4"/>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4"/>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4"/>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4"/>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4"/>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4"/>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4"/>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4"/>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4"/>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4"/>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4"/>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4"/>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4"/>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4"/>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4"/>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4"/>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4"/>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4"/>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4"/>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4"/>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4"/>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4"/>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4"/>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4"/>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4"/>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4"/>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4"/>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4"/>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4"/>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4"/>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4"/>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4"/>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4"/>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4"/>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4"/>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4"/>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4"/>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4"/>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4"/>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4"/>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4"/>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4"/>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4"/>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4"/>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4"/>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4"/>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4"/>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4"/>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4"/>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4"/>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4"/>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4"/>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4"/>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4"/>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4"/>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4"/>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4"/>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4"/>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4"/>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4"/>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4"/>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4"/>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4"/>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4"/>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4"/>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4"/>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4"/>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4"/>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4"/>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4"/>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4"/>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4"/>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4"/>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4"/>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4"/>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4"/>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4"/>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4"/>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4"/>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4"/>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4"/>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4"/>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4"/>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4"/>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4"/>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4"/>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4"/>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4"/>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4"/>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4"/>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4"/>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4"/>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4"/>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4"/>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4"/>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4"/>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4"/>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4"/>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4"/>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4"/>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4"/>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4"/>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4"/>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4"/>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4"/>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4"/>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4"/>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4"/>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4"/>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4"/>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4"/>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4"/>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4"/>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4"/>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4"/>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4"/>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4"/>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4"/>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4"/>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4"/>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4"/>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4"/>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4"/>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4"/>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4"/>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4"/>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4"/>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4"/>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4"/>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4"/>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4"/>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4"/>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4"/>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4"/>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4"/>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4"/>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4"/>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4"/>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4"/>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4"/>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4"/>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4"/>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4"/>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4"/>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4"/>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4"/>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4"/>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4"/>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4"/>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4"/>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4"/>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4"/>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4"/>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4"/>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4"/>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4"/>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4"/>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4"/>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4"/>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4"/>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4"/>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4"/>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4"/>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4"/>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4"/>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4"/>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4"/>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4"/>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4"/>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4"/>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4"/>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4"/>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4"/>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4"/>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4"/>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4"/>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4"/>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4"/>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4"/>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4"/>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4"/>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4"/>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4"/>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4"/>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4"/>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4"/>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4"/>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4"/>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4"/>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4"/>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4"/>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4"/>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4"/>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4"/>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4"/>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4"/>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4"/>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4"/>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4"/>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4"/>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4"/>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4"/>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4"/>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4"/>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4"/>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4"/>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4"/>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4"/>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4"/>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4"/>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4"/>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4"/>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4"/>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4"/>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4"/>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4"/>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4"/>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4"/>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4"/>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4"/>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4"/>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4"/>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4"/>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4"/>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4"/>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4"/>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4"/>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4"/>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4"/>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4"/>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4"/>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4"/>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4"/>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4"/>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4"/>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4"/>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4"/>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4"/>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4"/>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4"/>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4"/>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4"/>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4"/>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4"/>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4"/>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4"/>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4"/>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4"/>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4"/>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4"/>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4"/>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4"/>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4"/>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4"/>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4"/>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4"/>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4"/>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4"/>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4"/>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4"/>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4"/>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4"/>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4"/>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4"/>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4"/>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4"/>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4"/>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4"/>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4"/>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4"/>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4"/>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4"/>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4"/>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4"/>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4"/>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4"/>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4"/>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4"/>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4"/>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4"/>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4"/>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4"/>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4"/>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4"/>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4"/>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4"/>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4"/>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4"/>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4"/>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4"/>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4"/>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4"/>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4"/>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4"/>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4"/>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4"/>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4"/>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4"/>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4"/>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4"/>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4"/>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4"/>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4"/>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4"/>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4"/>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4"/>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4"/>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4"/>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4"/>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4"/>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4"/>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4"/>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4"/>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4"/>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4"/>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4"/>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4"/>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4"/>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4"/>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4"/>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4"/>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4"/>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4"/>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4"/>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4"/>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4"/>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4"/>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4"/>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4"/>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4"/>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4"/>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4"/>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4"/>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4"/>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4"/>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4"/>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4"/>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4"/>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4"/>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4"/>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4"/>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4"/>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4"/>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4"/>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4"/>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4"/>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4"/>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4"/>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4"/>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4"/>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4"/>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4"/>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4"/>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4"/>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4"/>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4"/>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4"/>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4"/>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4"/>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4"/>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4"/>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4"/>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4"/>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4"/>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4"/>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4"/>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4"/>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4"/>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4"/>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4"/>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4"/>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4"/>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4"/>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4"/>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4"/>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4"/>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4"/>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4"/>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4"/>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4"/>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4"/>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4"/>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4"/>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4"/>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4"/>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4"/>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4"/>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4"/>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4"/>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4"/>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4"/>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4"/>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4"/>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4"/>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4"/>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4"/>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4"/>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4"/>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4"/>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4"/>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4"/>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4"/>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4"/>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4"/>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4"/>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4"/>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4"/>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4"/>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4"/>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4"/>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4"/>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4"/>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4"/>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4"/>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4"/>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4"/>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4"/>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4"/>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4"/>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4"/>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4"/>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4"/>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4"/>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4"/>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4"/>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4"/>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4"/>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4"/>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4"/>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4"/>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4"/>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4"/>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4"/>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4"/>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4"/>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4"/>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4"/>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4"/>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4"/>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4"/>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4"/>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4"/>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4"/>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4"/>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4"/>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4"/>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4"/>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4"/>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4"/>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4"/>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4"/>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4"/>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4"/>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4"/>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4"/>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4"/>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4"/>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4"/>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4"/>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4"/>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4"/>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4"/>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4"/>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4"/>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4"/>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4"/>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4"/>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4"/>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4"/>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4"/>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4"/>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4"/>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4"/>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4"/>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4"/>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4"/>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4"/>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4"/>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4"/>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4"/>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4"/>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4"/>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4"/>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4"/>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4"/>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4"/>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4"/>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4"/>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4"/>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4"/>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4"/>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4"/>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4"/>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4"/>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4"/>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4"/>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4"/>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4"/>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4"/>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4"/>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4"/>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4"/>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4"/>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4"/>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4"/>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4"/>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4"/>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4"/>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4"/>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4"/>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4"/>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4"/>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4"/>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4"/>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4"/>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4"/>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4"/>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4"/>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4"/>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4"/>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4"/>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4"/>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4"/>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4"/>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4"/>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4"/>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4"/>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4"/>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4"/>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4"/>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4"/>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4"/>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4"/>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4"/>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4"/>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4"/>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4"/>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4"/>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4"/>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4"/>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4"/>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4"/>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4"/>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4"/>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4"/>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4"/>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4"/>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4"/>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4"/>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4"/>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4"/>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4"/>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4"/>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4"/>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4"/>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4"/>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4"/>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4"/>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4"/>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4"/>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4"/>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4"/>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4"/>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4"/>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4"/>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4"/>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4"/>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4"/>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4"/>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4"/>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4"/>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4"/>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4"/>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4"/>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4"/>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4"/>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4"/>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4"/>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4"/>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4"/>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4"/>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4"/>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4"/>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4"/>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4"/>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4"/>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4"/>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4"/>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4"/>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4"/>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4"/>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4"/>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4"/>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4"/>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4"/>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4"/>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4"/>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4"/>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4"/>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4"/>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4"/>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4"/>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4"/>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4"/>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4"/>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4"/>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4"/>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4"/>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4"/>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4"/>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4"/>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4"/>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4"/>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4"/>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4"/>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4"/>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4"/>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4"/>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4"/>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4"/>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4"/>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4"/>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4"/>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4"/>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4"/>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4"/>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4"/>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4"/>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4"/>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4"/>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4"/>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4"/>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4"/>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4"/>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4"/>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4"/>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4"/>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4"/>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4"/>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4"/>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4"/>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4"/>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4"/>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4"/>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4"/>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4"/>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4"/>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4"/>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4"/>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4"/>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4"/>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4"/>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4"/>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4"/>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4"/>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4"/>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4"/>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4"/>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4"/>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4"/>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4"/>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4"/>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4"/>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4"/>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4"/>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4"/>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4"/>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4"/>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4"/>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4"/>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4"/>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4"/>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4"/>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4"/>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4"/>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4"/>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4"/>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4"/>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4"/>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4"/>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4"/>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4"/>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4"/>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4"/>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4"/>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4"/>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4"/>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4"/>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4"/>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4"/>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4"/>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4"/>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4"/>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4"/>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4"/>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4"/>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4"/>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4"/>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4"/>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4"/>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4"/>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4"/>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4"/>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4"/>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4"/>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4"/>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4"/>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4"/>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4"/>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4"/>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4"/>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4"/>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4"/>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4"/>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4"/>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4"/>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4"/>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4"/>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4"/>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4"/>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4"/>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4"/>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4"/>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4"/>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4"/>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4"/>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4"/>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4"/>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4"/>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4"/>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4"/>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4"/>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4"/>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4"/>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4"/>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4"/>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4"/>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4"/>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4"/>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4"/>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4"/>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4"/>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4"/>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4"/>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4"/>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4"/>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4"/>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4"/>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4"/>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4"/>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4"/>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4"/>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4"/>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4"/>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4"/>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4"/>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4"/>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4"/>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4"/>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4"/>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4"/>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4"/>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4"/>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4"/>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4"/>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4"/>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4"/>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4"/>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4"/>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4"/>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4"/>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4"/>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4"/>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4"/>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4"/>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4"/>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4"/>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4"/>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4"/>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4"/>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4"/>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4"/>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4"/>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4"/>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4"/>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4"/>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4"/>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4"/>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4"/>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4"/>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4"/>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4"/>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4"/>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4"/>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4"/>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4"/>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4"/>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4"/>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4"/>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4"/>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4"/>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4"/>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4"/>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4"/>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4"/>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4"/>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4"/>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4"/>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4"/>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4"/>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4"/>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4"/>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4"/>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4"/>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4"/>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4"/>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4"/>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4"/>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4"/>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4"/>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4"/>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4"/>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4"/>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4"/>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4"/>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4"/>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4"/>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4"/>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4"/>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4"/>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4"/>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4"/>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4"/>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4"/>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4"/>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4"/>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4"/>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4"/>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4"/>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4"/>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4"/>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4"/>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4"/>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4"/>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4"/>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4"/>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4"/>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4"/>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4"/>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4"/>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4"/>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4"/>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4"/>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4"/>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4"/>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4"/>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4"/>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4"/>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4"/>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4"/>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4"/>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4"/>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4"/>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4"/>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4"/>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4"/>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4"/>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4"/>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4"/>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4"/>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4"/>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4"/>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4"/>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4"/>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4"/>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4"/>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4"/>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4"/>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4"/>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4"/>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4"/>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4"/>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4"/>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4"/>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4"/>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4"/>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4"/>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4"/>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4"/>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4"/>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4"/>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4"/>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4"/>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4"/>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4"/>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4"/>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4"/>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4"/>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4"/>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4"/>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4"/>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4"/>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4"/>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4"/>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4"/>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4"/>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4"/>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4"/>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4"/>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4"/>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4"/>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4"/>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4"/>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4"/>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4"/>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4"/>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4"/>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4"/>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4"/>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4"/>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4"/>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4"/>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4"/>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4"/>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4"/>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4"/>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4"/>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4"/>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4"/>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4"/>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4"/>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4"/>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4"/>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4"/>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4"/>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4"/>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4"/>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4"/>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4"/>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4"/>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4"/>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4"/>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4"/>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4"/>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4"/>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4"/>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4"/>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4"/>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4"/>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4"/>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4"/>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4"/>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4"/>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4"/>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4"/>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4"/>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4"/>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4"/>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4"/>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4"/>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4"/>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4"/>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4"/>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4"/>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4"/>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4"/>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4"/>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4"/>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4"/>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4"/>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4"/>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4"/>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4"/>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4"/>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4"/>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4"/>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4"/>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4"/>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4"/>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4"/>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4"/>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4"/>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4"/>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4"/>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4"/>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4"/>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4"/>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4"/>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4"/>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4"/>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4"/>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4"/>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4"/>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4"/>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4"/>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4"/>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4"/>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4"/>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4"/>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4"/>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4"/>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4"/>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4"/>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4"/>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4"/>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4"/>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4"/>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4"/>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4"/>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4"/>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4"/>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4"/>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4"/>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4"/>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4"/>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4"/>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4"/>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4"/>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4"/>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4"/>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4"/>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4"/>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4"/>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4"/>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4"/>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4"/>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4"/>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4"/>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4"/>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4"/>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4"/>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4"/>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4"/>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4"/>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4"/>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4"/>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4"/>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4"/>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4"/>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4"/>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4"/>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4"/>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4"/>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4"/>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4"/>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4"/>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4"/>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4"/>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4"/>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4"/>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4"/>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4"/>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4"/>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4"/>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4"/>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4"/>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4"/>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4"/>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4"/>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4"/>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4"/>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4"/>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4"/>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4"/>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4"/>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4"/>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4"/>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4"/>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4"/>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4"/>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4"/>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4"/>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4"/>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4"/>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4"/>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4"/>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4"/>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4"/>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4"/>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4"/>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4"/>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4"/>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4"/>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4"/>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4"/>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4"/>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4"/>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4"/>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4"/>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4"/>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4"/>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4"/>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4"/>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4"/>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4"/>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4"/>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4"/>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4"/>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4"/>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4"/>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4"/>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4"/>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4"/>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4"/>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4"/>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4"/>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4"/>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4"/>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4"/>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4"/>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4"/>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4"/>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4"/>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4"/>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4"/>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4"/>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4"/>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4"/>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4"/>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4"/>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4"/>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4"/>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4"/>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4"/>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4"/>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4"/>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4"/>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4"/>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4"/>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4"/>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4"/>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4"/>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4"/>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4"/>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4"/>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4"/>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4"/>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4"/>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4"/>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4"/>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4"/>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4"/>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4"/>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4"/>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4"/>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4"/>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4"/>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4"/>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4"/>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4"/>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4"/>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4"/>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4"/>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4"/>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4"/>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4"/>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4"/>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4"/>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4"/>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4"/>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4"/>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4"/>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4"/>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4"/>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4"/>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4"/>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4"/>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4"/>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4"/>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4"/>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4"/>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4"/>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4"/>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4"/>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4"/>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4"/>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4"/>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4"/>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4"/>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4"/>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4"/>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4"/>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4"/>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4"/>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4"/>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4"/>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4"/>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4"/>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4"/>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4"/>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4"/>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4"/>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4"/>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4"/>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4"/>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4"/>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4"/>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4"/>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4"/>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4"/>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4"/>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4"/>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4"/>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4"/>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4"/>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4"/>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4"/>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4"/>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4"/>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4"/>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4"/>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4"/>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4"/>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4"/>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4"/>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4"/>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4"/>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4"/>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4"/>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4"/>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4"/>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4"/>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4"/>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4"/>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4"/>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4"/>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4"/>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4"/>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4"/>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4"/>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4"/>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4"/>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4"/>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4"/>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4"/>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4"/>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4"/>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4"/>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4"/>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4"/>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4"/>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4"/>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4"/>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4"/>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4"/>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4"/>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4"/>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4"/>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4"/>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4"/>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4"/>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4"/>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4"/>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4"/>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4"/>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4"/>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4"/>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4"/>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4"/>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4"/>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4"/>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4"/>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4"/>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4"/>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4"/>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4"/>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4"/>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4"/>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4"/>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4"/>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4"/>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4"/>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4"/>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4"/>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4"/>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4"/>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4"/>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4"/>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4"/>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4"/>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4"/>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4"/>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4"/>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4"/>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4"/>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4"/>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4"/>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4"/>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4"/>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4"/>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4"/>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4"/>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4"/>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4"/>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4"/>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4"/>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4"/>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4"/>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4"/>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4"/>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4"/>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4"/>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4"/>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4"/>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4"/>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4"/>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4"/>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4"/>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4"/>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4"/>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4"/>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4"/>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4"/>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4"/>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4"/>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4"/>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4"/>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4"/>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4"/>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4"/>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4"/>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4"/>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4"/>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4"/>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4"/>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4"/>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4"/>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4"/>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4"/>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4"/>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4"/>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4"/>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4"/>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4"/>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4"/>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4"/>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4"/>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4"/>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4"/>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4"/>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4"/>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4"/>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4"/>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4"/>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4"/>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4"/>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4"/>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4"/>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4"/>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4"/>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4"/>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4"/>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4"/>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4"/>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4"/>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4"/>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4"/>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4"/>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4"/>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4"/>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4"/>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4"/>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4"/>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4"/>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4"/>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4"/>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4"/>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4"/>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4"/>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4"/>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4"/>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4"/>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4"/>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4"/>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4"/>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4"/>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4"/>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4"/>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4"/>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4"/>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4"/>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4"/>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4"/>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4"/>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4"/>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4"/>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4"/>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4"/>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4"/>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4"/>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4"/>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4"/>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4"/>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4"/>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4"/>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4"/>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4"/>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4"/>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4"/>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4"/>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4"/>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4"/>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4"/>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4"/>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4"/>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4"/>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4"/>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4"/>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4"/>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4"/>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4"/>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4"/>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4"/>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4"/>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4"/>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4"/>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4"/>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4"/>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4"/>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4"/>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4"/>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4"/>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4"/>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4"/>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4"/>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4"/>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4"/>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4"/>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4"/>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4"/>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4"/>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4"/>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4"/>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4"/>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4"/>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4"/>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4"/>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4"/>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4"/>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4"/>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4"/>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4"/>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4"/>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4"/>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4"/>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4"/>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4"/>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4"/>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4"/>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4"/>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4"/>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4"/>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4"/>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4"/>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4"/>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4"/>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4"/>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4"/>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4"/>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4"/>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4"/>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4"/>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4"/>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4"/>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4"/>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4"/>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4"/>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4"/>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4"/>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4"/>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4"/>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4"/>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4"/>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4"/>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4"/>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4"/>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4"/>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4"/>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4"/>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4"/>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4"/>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4"/>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4"/>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4"/>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4"/>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4"/>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4"/>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4"/>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4"/>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4"/>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4"/>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4"/>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4"/>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4"/>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4"/>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4"/>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4"/>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4"/>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4"/>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4"/>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4"/>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4"/>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4"/>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4"/>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4"/>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4"/>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4"/>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4"/>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4"/>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4"/>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4"/>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4"/>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4"/>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4"/>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4"/>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4"/>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4"/>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4"/>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4"/>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4"/>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4"/>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4"/>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4"/>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4"/>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4"/>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4"/>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4"/>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4"/>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4"/>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4"/>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4"/>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4"/>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4"/>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4"/>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4"/>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4"/>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4"/>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4"/>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4"/>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4"/>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4"/>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4"/>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4"/>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4"/>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4"/>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4"/>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4"/>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4"/>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4"/>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4"/>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4"/>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4"/>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4"/>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4"/>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4"/>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4"/>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4"/>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4"/>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4"/>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4"/>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4"/>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4"/>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4"/>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4"/>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4"/>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4"/>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4"/>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4"/>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4"/>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4"/>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4"/>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4"/>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4"/>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4"/>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4"/>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4"/>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4"/>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4"/>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4"/>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4"/>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4"/>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4"/>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4"/>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4"/>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4"/>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4"/>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4"/>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4"/>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4"/>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4"/>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4"/>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4"/>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4"/>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4"/>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4"/>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4"/>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4"/>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4"/>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4"/>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4"/>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4"/>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4"/>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4"/>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4"/>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4"/>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4"/>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4"/>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4"/>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4"/>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4"/>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4"/>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4"/>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4"/>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4"/>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4"/>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4"/>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4"/>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4"/>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4"/>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4"/>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4"/>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4"/>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4"/>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4"/>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4"/>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4"/>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4"/>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4"/>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4"/>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4"/>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4"/>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4"/>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4"/>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4"/>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4"/>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4"/>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4"/>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4"/>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4"/>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4"/>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4"/>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4"/>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4"/>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4"/>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4"/>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4"/>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4"/>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4"/>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4"/>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4"/>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4"/>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4"/>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4"/>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4"/>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4"/>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4"/>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4"/>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4"/>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4"/>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4"/>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4"/>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4"/>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4"/>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4"/>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4"/>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4"/>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4"/>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4"/>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4"/>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4"/>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4"/>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4"/>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4"/>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4"/>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4"/>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4"/>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4"/>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4"/>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4"/>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4"/>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4"/>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4"/>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4"/>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4"/>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4"/>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4"/>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4"/>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4"/>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4"/>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4"/>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4"/>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4"/>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4"/>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4"/>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4"/>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4"/>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4"/>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4"/>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4"/>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4"/>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4"/>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4"/>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4"/>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4"/>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4"/>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4"/>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4"/>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4"/>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4"/>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4"/>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4"/>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4"/>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4"/>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4"/>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4"/>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4"/>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4"/>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4"/>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4"/>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4"/>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4"/>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4"/>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4"/>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4"/>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4"/>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4"/>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4"/>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4"/>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4"/>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4"/>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4"/>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4"/>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4"/>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4"/>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4"/>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4"/>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4"/>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4"/>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4"/>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4"/>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4"/>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4"/>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4"/>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4"/>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4"/>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4"/>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4"/>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4"/>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4"/>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4"/>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4"/>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4"/>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4"/>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4"/>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4"/>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4"/>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4"/>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4"/>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4"/>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4"/>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4"/>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4"/>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4"/>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4"/>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4"/>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4"/>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4"/>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4"/>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4"/>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4"/>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4"/>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4"/>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4"/>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4"/>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4"/>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4"/>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4"/>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4"/>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4"/>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4"/>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4"/>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4"/>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4"/>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4"/>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4"/>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4"/>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4"/>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4"/>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4"/>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4"/>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4"/>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4"/>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4"/>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4"/>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4"/>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4"/>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4"/>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4"/>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4"/>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4"/>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4"/>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4"/>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4"/>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4"/>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4"/>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4"/>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4"/>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4"/>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4"/>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4"/>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4"/>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4"/>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4"/>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4"/>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4"/>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4"/>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4"/>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4"/>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4"/>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4"/>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4"/>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4"/>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4"/>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4"/>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4"/>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4"/>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4"/>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4"/>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4"/>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4"/>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4"/>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4"/>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4"/>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4"/>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4"/>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4"/>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4"/>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4"/>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4"/>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4"/>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4"/>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4"/>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4"/>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4"/>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4"/>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4"/>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4"/>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4"/>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4"/>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4"/>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4"/>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4"/>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4"/>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4"/>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4"/>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4"/>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4"/>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4"/>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4"/>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4"/>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4"/>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4"/>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4"/>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4"/>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4"/>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4"/>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4"/>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4"/>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4"/>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4"/>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4"/>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4"/>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4"/>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4"/>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4"/>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4"/>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4"/>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4"/>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4"/>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4"/>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4"/>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4"/>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4"/>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4"/>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4"/>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4"/>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4"/>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4"/>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4"/>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4"/>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4"/>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4"/>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4"/>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4"/>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4"/>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4"/>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4"/>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4"/>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4"/>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4"/>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4"/>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4"/>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4"/>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4"/>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4"/>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4"/>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4"/>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4"/>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4"/>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4"/>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4"/>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4"/>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4"/>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4"/>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4"/>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4"/>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4"/>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4"/>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4"/>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4"/>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4"/>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4"/>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4"/>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4"/>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4"/>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4"/>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4"/>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4"/>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4"/>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4"/>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4"/>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4"/>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4"/>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4"/>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4"/>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4"/>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4"/>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4"/>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4"/>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4"/>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4"/>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4"/>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4"/>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4"/>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4"/>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4"/>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4"/>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4"/>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4"/>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4"/>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4"/>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4"/>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4"/>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4"/>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4"/>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4"/>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4"/>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4"/>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4"/>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4"/>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4"/>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4"/>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4"/>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4"/>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4"/>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4"/>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4"/>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4"/>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4"/>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4"/>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4"/>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4"/>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4"/>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4"/>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4"/>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4"/>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4"/>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4"/>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4"/>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4"/>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4"/>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4"/>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4"/>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4"/>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4"/>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4"/>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4"/>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4"/>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4"/>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4"/>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4"/>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4"/>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4"/>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4"/>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4"/>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4"/>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4"/>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4"/>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4"/>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4"/>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4"/>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4"/>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4"/>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0" name="Google Shape;6780;p54"/>
          <p:cNvGrpSpPr/>
          <p:nvPr/>
        </p:nvGrpSpPr>
        <p:grpSpPr>
          <a:xfrm>
            <a:off x="3450485" y="919691"/>
            <a:ext cx="2310381" cy="1488888"/>
            <a:chOff x="229225" y="549050"/>
            <a:chExt cx="7161750" cy="4615275"/>
          </a:xfrm>
        </p:grpSpPr>
        <p:sp>
          <p:nvSpPr>
            <p:cNvPr id="6781" name="Google Shape;6781;p54"/>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4"/>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4"/>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4"/>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4"/>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4"/>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4"/>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4"/>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4"/>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4"/>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4"/>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4"/>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4"/>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4"/>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4"/>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4"/>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4"/>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4"/>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4"/>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4"/>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4"/>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4"/>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4"/>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4"/>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4"/>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4"/>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4"/>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4"/>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4"/>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4"/>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4"/>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4"/>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4"/>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4"/>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4"/>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4"/>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4"/>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4"/>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4"/>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4"/>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4"/>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4"/>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4"/>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4"/>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4"/>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4"/>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4"/>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4"/>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4"/>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4"/>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4"/>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4"/>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4"/>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4"/>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4"/>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4"/>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4"/>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4"/>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4"/>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4"/>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4"/>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4"/>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4"/>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4"/>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4"/>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4"/>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4"/>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4"/>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4"/>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4"/>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4"/>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4"/>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4"/>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4"/>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4"/>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4"/>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4"/>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4"/>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4"/>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4"/>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4"/>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4"/>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4"/>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4"/>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4"/>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4"/>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4"/>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4"/>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4"/>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4"/>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4"/>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4"/>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4"/>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4"/>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4"/>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4"/>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4"/>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4"/>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4"/>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4"/>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4"/>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4"/>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4"/>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4"/>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4"/>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4"/>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4"/>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4"/>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4"/>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4"/>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4"/>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4"/>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4"/>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4"/>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4"/>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4"/>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4"/>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8" name="Google Shape;6898;p54"/>
          <p:cNvGrpSpPr/>
          <p:nvPr/>
        </p:nvGrpSpPr>
        <p:grpSpPr>
          <a:xfrm>
            <a:off x="3548403" y="2849588"/>
            <a:ext cx="2310282" cy="1374222"/>
            <a:chOff x="238125" y="732525"/>
            <a:chExt cx="7130500" cy="4241425"/>
          </a:xfrm>
        </p:grpSpPr>
        <p:sp>
          <p:nvSpPr>
            <p:cNvPr id="6899" name="Google Shape;6899;p54"/>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4"/>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4"/>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4"/>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4"/>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4"/>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4"/>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4"/>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4"/>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4"/>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4"/>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4"/>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4"/>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4"/>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4"/>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4"/>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4"/>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4"/>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4"/>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4"/>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4"/>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4"/>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4"/>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4"/>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4"/>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4"/>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4"/>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4"/>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4"/>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4"/>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4"/>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4"/>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4"/>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4"/>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4"/>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4"/>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4"/>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4"/>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4"/>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4"/>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4"/>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4"/>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4"/>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4"/>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4"/>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4"/>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4"/>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4"/>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4"/>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4"/>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4"/>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4"/>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4"/>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4"/>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4"/>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4"/>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4"/>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4"/>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4"/>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4"/>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4"/>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4"/>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4"/>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4"/>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4"/>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4"/>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4"/>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4"/>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4"/>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4"/>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4"/>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4"/>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4"/>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4"/>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4"/>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4"/>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4"/>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4"/>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4"/>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4"/>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4"/>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4"/>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4"/>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4"/>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4"/>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4"/>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4"/>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4"/>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4"/>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4"/>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4"/>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4"/>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4"/>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4"/>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4"/>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4"/>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4"/>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4"/>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4"/>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4"/>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4"/>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4"/>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4"/>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4"/>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4"/>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4"/>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4"/>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4"/>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4"/>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4"/>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4"/>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4"/>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4"/>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4"/>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Shape 7016"/>
        <p:cNvGrpSpPr/>
        <p:nvPr/>
      </p:nvGrpSpPr>
      <p:grpSpPr>
        <a:xfrm>
          <a:off x="0" y="0"/>
          <a:ext cx="0" cy="0"/>
          <a:chOff x="0" y="0"/>
          <a:chExt cx="0" cy="0"/>
        </a:xfrm>
      </p:grpSpPr>
      <p:grpSp>
        <p:nvGrpSpPr>
          <p:cNvPr id="7017" name="Google Shape;7017;p55"/>
          <p:cNvGrpSpPr/>
          <p:nvPr/>
        </p:nvGrpSpPr>
        <p:grpSpPr>
          <a:xfrm>
            <a:off x="2100560" y="3398663"/>
            <a:ext cx="1102891" cy="760337"/>
            <a:chOff x="4967783" y="2151471"/>
            <a:chExt cx="3920692" cy="2702940"/>
          </a:xfrm>
        </p:grpSpPr>
        <p:grpSp>
          <p:nvGrpSpPr>
            <p:cNvPr id="7018" name="Google Shape;7018;p55"/>
            <p:cNvGrpSpPr/>
            <p:nvPr/>
          </p:nvGrpSpPr>
          <p:grpSpPr>
            <a:xfrm>
              <a:off x="5045709" y="2252109"/>
              <a:ext cx="3761071" cy="2501708"/>
              <a:chOff x="2691784" y="1805334"/>
              <a:chExt cx="3761071" cy="2501708"/>
            </a:xfrm>
          </p:grpSpPr>
          <p:sp>
            <p:nvSpPr>
              <p:cNvPr id="7019" name="Google Shape;7019;p55"/>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5"/>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5"/>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5"/>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5"/>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5"/>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5"/>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6" name="Google Shape;7026;p55"/>
            <p:cNvGrpSpPr/>
            <p:nvPr/>
          </p:nvGrpSpPr>
          <p:grpSpPr>
            <a:xfrm>
              <a:off x="4967783" y="2151471"/>
              <a:ext cx="3920692" cy="2702940"/>
              <a:chOff x="2613858" y="1704696"/>
              <a:chExt cx="3920692" cy="2702940"/>
            </a:xfrm>
          </p:grpSpPr>
          <p:sp>
            <p:nvSpPr>
              <p:cNvPr id="7027" name="Google Shape;7027;p55"/>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5"/>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5"/>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5"/>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5"/>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32" name="Google Shape;7032;p55"/>
          <p:cNvGrpSpPr/>
          <p:nvPr/>
        </p:nvGrpSpPr>
        <p:grpSpPr>
          <a:xfrm>
            <a:off x="3504468" y="1286940"/>
            <a:ext cx="1561911" cy="708580"/>
            <a:chOff x="3530532" y="1496185"/>
            <a:chExt cx="1561911" cy="708580"/>
          </a:xfrm>
        </p:grpSpPr>
        <p:grpSp>
          <p:nvGrpSpPr>
            <p:cNvPr id="7033" name="Google Shape;7033;p55"/>
            <p:cNvGrpSpPr/>
            <p:nvPr/>
          </p:nvGrpSpPr>
          <p:grpSpPr>
            <a:xfrm>
              <a:off x="3720318" y="1857562"/>
              <a:ext cx="1372125" cy="54"/>
              <a:chOff x="3720318" y="1857562"/>
              <a:chExt cx="1372125" cy="54"/>
            </a:xfrm>
          </p:grpSpPr>
          <p:cxnSp>
            <p:nvCxnSpPr>
              <p:cNvPr id="7034" name="Google Shape;7034;p55"/>
              <p:cNvCxnSpPr>
                <a:endCxn id="7035"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036" name="Google Shape;7036;p55"/>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037" name="Google Shape;7037;p55"/>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038" name="Google Shape;7038;p55"/>
              <p:cNvCxnSpPr>
                <a:stCxn id="7035"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039" name="Google Shape;7039;p55"/>
            <p:cNvGrpSpPr/>
            <p:nvPr/>
          </p:nvGrpSpPr>
          <p:grpSpPr>
            <a:xfrm>
              <a:off x="3567462" y="1496185"/>
              <a:ext cx="286500" cy="272914"/>
              <a:chOff x="3567462" y="1496185"/>
              <a:chExt cx="286500" cy="272914"/>
            </a:xfrm>
          </p:grpSpPr>
          <p:cxnSp>
            <p:nvCxnSpPr>
              <p:cNvPr id="7040" name="Google Shape;7040;p55"/>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041" name="Google Shape;7041;p55"/>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2" name="Google Shape;7042;p55"/>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5"/>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4" name="Google Shape;7044;p55"/>
            <p:cNvGrpSpPr/>
            <p:nvPr/>
          </p:nvGrpSpPr>
          <p:grpSpPr>
            <a:xfrm>
              <a:off x="3929014" y="1960574"/>
              <a:ext cx="286500" cy="242342"/>
              <a:chOff x="3929014" y="1960574"/>
              <a:chExt cx="286500" cy="242342"/>
            </a:xfrm>
          </p:grpSpPr>
          <p:cxnSp>
            <p:nvCxnSpPr>
              <p:cNvPr id="7045" name="Google Shape;7045;p55"/>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046" name="Google Shape;7046;p55"/>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7" name="Google Shape;7047;p55"/>
            <p:cNvGrpSpPr/>
            <p:nvPr/>
          </p:nvGrpSpPr>
          <p:grpSpPr>
            <a:xfrm>
              <a:off x="4290828" y="1496185"/>
              <a:ext cx="286500" cy="272914"/>
              <a:chOff x="4290828" y="1496185"/>
              <a:chExt cx="286500" cy="272914"/>
            </a:xfrm>
          </p:grpSpPr>
          <p:cxnSp>
            <p:nvCxnSpPr>
              <p:cNvPr id="7048" name="Google Shape;7048;p55"/>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049" name="Google Shape;7049;p55"/>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0" name="Google Shape;7050;p55"/>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5"/>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1" name="Google Shape;7051;p55"/>
            <p:cNvGrpSpPr/>
            <p:nvPr/>
          </p:nvGrpSpPr>
          <p:grpSpPr>
            <a:xfrm>
              <a:off x="4657726" y="1959674"/>
              <a:ext cx="286500" cy="245092"/>
              <a:chOff x="4657726" y="1959674"/>
              <a:chExt cx="286500" cy="245092"/>
            </a:xfrm>
          </p:grpSpPr>
          <p:cxnSp>
            <p:nvCxnSpPr>
              <p:cNvPr id="7052" name="Google Shape;7052;p55"/>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053" name="Google Shape;7053;p55"/>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54" name="Google Shape;7054;p55"/>
          <p:cNvGrpSpPr/>
          <p:nvPr/>
        </p:nvGrpSpPr>
        <p:grpSpPr>
          <a:xfrm>
            <a:off x="3486488" y="2149036"/>
            <a:ext cx="1597032" cy="378649"/>
            <a:chOff x="3512551" y="2358282"/>
            <a:chExt cx="1597032" cy="378649"/>
          </a:xfrm>
        </p:grpSpPr>
        <p:grpSp>
          <p:nvGrpSpPr>
            <p:cNvPr id="7055" name="Google Shape;7055;p55"/>
            <p:cNvGrpSpPr/>
            <p:nvPr/>
          </p:nvGrpSpPr>
          <p:grpSpPr>
            <a:xfrm>
              <a:off x="3738198" y="2553002"/>
              <a:ext cx="1145834" cy="117"/>
              <a:chOff x="3738198" y="2553002"/>
              <a:chExt cx="1145834" cy="117"/>
            </a:xfrm>
          </p:grpSpPr>
          <p:cxnSp>
            <p:nvCxnSpPr>
              <p:cNvPr id="7056" name="Google Shape;7056;p55"/>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057" name="Google Shape;7057;p55"/>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058" name="Google Shape;7058;p55"/>
              <p:cNvCxnSpPr>
                <a:stCxn id="7059" idx="6"/>
                <a:endCxn id="7060"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061" name="Google Shape;7061;p55"/>
            <p:cNvGrpSpPr/>
            <p:nvPr/>
          </p:nvGrpSpPr>
          <p:grpSpPr>
            <a:xfrm>
              <a:off x="3969644" y="2440153"/>
              <a:ext cx="225900" cy="296779"/>
              <a:chOff x="3969644" y="2440153"/>
              <a:chExt cx="225900" cy="296779"/>
            </a:xfrm>
          </p:grpSpPr>
          <p:cxnSp>
            <p:nvCxnSpPr>
              <p:cNvPr id="7062" name="Google Shape;7062;p55"/>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060" name="Google Shape;7060;p55"/>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5"/>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4" name="Google Shape;7064;p55"/>
            <p:cNvGrpSpPr/>
            <p:nvPr/>
          </p:nvGrpSpPr>
          <p:grpSpPr>
            <a:xfrm>
              <a:off x="4426818" y="2358282"/>
              <a:ext cx="225600" cy="307471"/>
              <a:chOff x="4426818" y="2358282"/>
              <a:chExt cx="225600" cy="307471"/>
            </a:xfrm>
          </p:grpSpPr>
          <p:cxnSp>
            <p:nvCxnSpPr>
              <p:cNvPr id="7065" name="Google Shape;7065;p55"/>
              <p:cNvCxnSpPr>
                <a:stCxn id="7066"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067" name="Google Shape;7067;p55"/>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5"/>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8" name="Google Shape;7068;p55"/>
            <p:cNvGrpSpPr/>
            <p:nvPr/>
          </p:nvGrpSpPr>
          <p:grpSpPr>
            <a:xfrm>
              <a:off x="4883984" y="2440153"/>
              <a:ext cx="225600" cy="296479"/>
              <a:chOff x="4883984" y="2440153"/>
              <a:chExt cx="225600" cy="296479"/>
            </a:xfrm>
          </p:grpSpPr>
          <p:cxnSp>
            <p:nvCxnSpPr>
              <p:cNvPr id="7069" name="Google Shape;7069;p55"/>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070" name="Google Shape;7070;p55"/>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5"/>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2" name="Google Shape;7072;p55"/>
            <p:cNvGrpSpPr/>
            <p:nvPr/>
          </p:nvGrpSpPr>
          <p:grpSpPr>
            <a:xfrm>
              <a:off x="3512551" y="2358356"/>
              <a:ext cx="225647" cy="307629"/>
              <a:chOff x="2182679" y="2005014"/>
              <a:chExt cx="792300" cy="1080158"/>
            </a:xfrm>
          </p:grpSpPr>
          <p:cxnSp>
            <p:nvCxnSpPr>
              <p:cNvPr id="7073" name="Google Shape;7073;p55"/>
              <p:cNvCxnSpPr>
                <a:stCxn id="7074"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059" name="Google Shape;7059;p55"/>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5"/>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75" name="Google Shape;7075;p55"/>
          <p:cNvGrpSpPr/>
          <p:nvPr/>
        </p:nvGrpSpPr>
        <p:grpSpPr>
          <a:xfrm>
            <a:off x="6846570" y="972834"/>
            <a:ext cx="1559809" cy="722610"/>
            <a:chOff x="634175" y="2986275"/>
            <a:chExt cx="3147949" cy="1458344"/>
          </a:xfrm>
        </p:grpSpPr>
        <p:cxnSp>
          <p:nvCxnSpPr>
            <p:cNvPr id="7076" name="Google Shape;7076;p55"/>
            <p:cNvCxnSpPr>
              <a:stCxn id="7077" idx="4"/>
              <a:endCxn id="7078"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079" name="Google Shape;7079;p55"/>
            <p:cNvCxnSpPr>
              <a:stCxn id="7078" idx="0"/>
              <a:endCxn id="7080"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081" name="Google Shape;7081;p55"/>
            <p:cNvCxnSpPr>
              <a:stCxn id="7080" idx="4"/>
              <a:endCxn id="7082"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083" name="Google Shape;7083;p55"/>
            <p:cNvCxnSpPr>
              <a:stCxn id="7082" idx="0"/>
              <a:endCxn id="7084"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084" name="Google Shape;7084;p55"/>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080" name="Google Shape;7080;p55"/>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077" name="Google Shape;7077;p55"/>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082" name="Google Shape;7082;p55"/>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078" name="Google Shape;7078;p55"/>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085" name="Google Shape;7085;p55"/>
          <p:cNvGrpSpPr/>
          <p:nvPr/>
        </p:nvGrpSpPr>
        <p:grpSpPr>
          <a:xfrm>
            <a:off x="3500360" y="2682741"/>
            <a:ext cx="1570719" cy="294123"/>
            <a:chOff x="998425" y="1182125"/>
            <a:chExt cx="1065400" cy="199500"/>
          </a:xfrm>
        </p:grpSpPr>
        <p:sp>
          <p:nvSpPr>
            <p:cNvPr id="7086" name="Google Shape;7086;p55"/>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5"/>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5"/>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5"/>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5"/>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1" name="Google Shape;7091;p55"/>
          <p:cNvGrpSpPr/>
          <p:nvPr/>
        </p:nvGrpSpPr>
        <p:grpSpPr>
          <a:xfrm>
            <a:off x="6843616" y="1800228"/>
            <a:ext cx="1565716" cy="366729"/>
            <a:chOff x="1247650" y="2075423"/>
            <a:chExt cx="6648477" cy="1557238"/>
          </a:xfrm>
        </p:grpSpPr>
        <p:sp>
          <p:nvSpPr>
            <p:cNvPr id="7092" name="Google Shape;7092;p55"/>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5"/>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5"/>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5"/>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5"/>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5"/>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8" name="Google Shape;7098;p55"/>
          <p:cNvGrpSpPr/>
          <p:nvPr/>
        </p:nvGrpSpPr>
        <p:grpSpPr>
          <a:xfrm>
            <a:off x="6827928" y="2949043"/>
            <a:ext cx="1597061" cy="663440"/>
            <a:chOff x="6796238" y="3158297"/>
            <a:chExt cx="1630319" cy="677257"/>
          </a:xfrm>
        </p:grpSpPr>
        <p:cxnSp>
          <p:nvCxnSpPr>
            <p:cNvPr id="7099" name="Google Shape;7099;p55"/>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100" name="Google Shape;7100;p55"/>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101" name="Google Shape;7101;p55"/>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102" name="Google Shape;7102;p55"/>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103" name="Google Shape;7103;p55"/>
            <p:cNvGrpSpPr/>
            <p:nvPr/>
          </p:nvGrpSpPr>
          <p:grpSpPr>
            <a:xfrm>
              <a:off x="6796238" y="3311904"/>
              <a:ext cx="1630319" cy="377697"/>
              <a:chOff x="6796238" y="3311904"/>
              <a:chExt cx="1630319" cy="377697"/>
            </a:xfrm>
          </p:grpSpPr>
          <p:sp>
            <p:nvSpPr>
              <p:cNvPr id="7104" name="Google Shape;7104;p55"/>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5"/>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5"/>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07" name="Google Shape;7107;p55"/>
          <p:cNvGrpSpPr/>
          <p:nvPr/>
        </p:nvGrpSpPr>
        <p:grpSpPr>
          <a:xfrm>
            <a:off x="5349066" y="970435"/>
            <a:ext cx="1368606" cy="1593805"/>
            <a:chOff x="1839112" y="2209163"/>
            <a:chExt cx="1918159" cy="2233784"/>
          </a:xfrm>
        </p:grpSpPr>
        <p:sp>
          <p:nvSpPr>
            <p:cNvPr id="7108" name="Google Shape;7108;p55"/>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5"/>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5"/>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11" name="Google Shape;7111;p55"/>
            <p:cNvCxnSpPr>
              <a:stCxn id="7108" idx="6"/>
              <a:endCxn id="7109"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112" name="Google Shape;7112;p55"/>
            <p:cNvCxnSpPr>
              <a:stCxn id="7109" idx="4"/>
              <a:endCxn id="7113"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114" name="Google Shape;7114;p55"/>
            <p:cNvCxnSpPr>
              <a:stCxn id="7113" idx="6"/>
              <a:endCxn id="7110"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115" name="Google Shape;7115;p55"/>
            <p:cNvCxnSpPr>
              <a:stCxn id="7110" idx="4"/>
              <a:endCxn id="7116"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113" name="Google Shape;7113;p55"/>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5"/>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5"/>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18" name="Google Shape;7118;p55"/>
            <p:cNvCxnSpPr>
              <a:endCxn id="7117"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119" name="Google Shape;7119;p55"/>
          <p:cNvGrpSpPr/>
          <p:nvPr/>
        </p:nvGrpSpPr>
        <p:grpSpPr>
          <a:xfrm>
            <a:off x="3481439" y="976671"/>
            <a:ext cx="1637968" cy="154942"/>
            <a:chOff x="238125" y="2506075"/>
            <a:chExt cx="7115411" cy="673075"/>
          </a:xfrm>
        </p:grpSpPr>
        <p:sp>
          <p:nvSpPr>
            <p:cNvPr id="7120" name="Google Shape;7120;p55"/>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5"/>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5"/>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5"/>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5"/>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5" name="Google Shape;7125;p55"/>
          <p:cNvGrpSpPr/>
          <p:nvPr/>
        </p:nvGrpSpPr>
        <p:grpSpPr>
          <a:xfrm>
            <a:off x="720124" y="1298269"/>
            <a:ext cx="2476762" cy="91743"/>
            <a:chOff x="1464850" y="436376"/>
            <a:chExt cx="6001362" cy="222300"/>
          </a:xfrm>
        </p:grpSpPr>
        <p:sp>
          <p:nvSpPr>
            <p:cNvPr id="7126" name="Google Shape;7126;p55"/>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5"/>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5"/>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5"/>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5"/>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31" name="Google Shape;7131;p55"/>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132" name="Google Shape;7132;p55"/>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133" name="Google Shape;7133;p55"/>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134" name="Google Shape;7134;p55"/>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135" name="Google Shape;7135;p55"/>
          <p:cNvGrpSpPr/>
          <p:nvPr/>
        </p:nvGrpSpPr>
        <p:grpSpPr>
          <a:xfrm>
            <a:off x="706391" y="2533734"/>
            <a:ext cx="1452710" cy="651923"/>
            <a:chOff x="803162" y="2667727"/>
            <a:chExt cx="1411906" cy="633611"/>
          </a:xfrm>
        </p:grpSpPr>
        <p:cxnSp>
          <p:nvCxnSpPr>
            <p:cNvPr id="7136" name="Google Shape;7136;p55"/>
            <p:cNvCxnSpPr>
              <a:stCxn id="7137" idx="2"/>
              <a:endCxn id="7138"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39" name="Google Shape;7139;p55"/>
            <p:cNvCxnSpPr>
              <a:stCxn id="7140" idx="0"/>
              <a:endCxn id="7137"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41" name="Google Shape;7141;p55"/>
            <p:cNvCxnSpPr>
              <a:stCxn id="7140" idx="2"/>
              <a:endCxn id="7142"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43" name="Google Shape;7143;p55"/>
            <p:cNvCxnSpPr>
              <a:stCxn id="7144" idx="0"/>
              <a:endCxn id="7140"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45" name="Google Shape;7145;p55"/>
            <p:cNvCxnSpPr>
              <a:stCxn id="7138" idx="2"/>
              <a:endCxn id="7146"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147" name="Google Shape;7147;p55"/>
            <p:cNvCxnSpPr>
              <a:stCxn id="7148" idx="0"/>
              <a:endCxn id="7138"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144" name="Google Shape;7144;p55"/>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42" name="Google Shape;7142;p55"/>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48" name="Google Shape;7148;p55"/>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46" name="Google Shape;7146;p55"/>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38" name="Google Shape;7138;p55"/>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40" name="Google Shape;7140;p55"/>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137" name="Google Shape;7137;p55"/>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149" name="Google Shape;7149;p55"/>
          <p:cNvGrpSpPr/>
          <p:nvPr/>
        </p:nvGrpSpPr>
        <p:grpSpPr>
          <a:xfrm>
            <a:off x="706393" y="969273"/>
            <a:ext cx="2518541" cy="209309"/>
            <a:chOff x="803163" y="1111966"/>
            <a:chExt cx="2447800" cy="203430"/>
          </a:xfrm>
        </p:grpSpPr>
        <p:grpSp>
          <p:nvGrpSpPr>
            <p:cNvPr id="7150" name="Google Shape;7150;p55"/>
            <p:cNvGrpSpPr/>
            <p:nvPr/>
          </p:nvGrpSpPr>
          <p:grpSpPr>
            <a:xfrm>
              <a:off x="1958180" y="1111966"/>
              <a:ext cx="588019" cy="121396"/>
              <a:chOff x="4808316" y="2800065"/>
              <a:chExt cx="1999386" cy="412910"/>
            </a:xfrm>
          </p:grpSpPr>
          <p:sp>
            <p:nvSpPr>
              <p:cNvPr id="7151" name="Google Shape;7151;p55"/>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52" name="Google Shape;7152;p55"/>
              <p:cNvGrpSpPr/>
              <p:nvPr/>
            </p:nvGrpSpPr>
            <p:grpSpPr>
              <a:xfrm>
                <a:off x="4808316" y="2800065"/>
                <a:ext cx="92400" cy="411825"/>
                <a:chOff x="845575" y="2563700"/>
                <a:chExt cx="92400" cy="411825"/>
              </a:xfrm>
            </p:grpSpPr>
            <p:cxnSp>
              <p:nvCxnSpPr>
                <p:cNvPr id="7153" name="Google Shape;7153;p55"/>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154" name="Google Shape;7154;p55"/>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155" name="Google Shape;7155;p55"/>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156" name="Google Shape;7156;p55"/>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57" name="Google Shape;7157;p55"/>
            <p:cNvGrpSpPr/>
            <p:nvPr/>
          </p:nvGrpSpPr>
          <p:grpSpPr>
            <a:xfrm>
              <a:off x="803163" y="1111974"/>
              <a:ext cx="591158" cy="121545"/>
              <a:chOff x="803163" y="1111974"/>
              <a:chExt cx="591158" cy="121545"/>
            </a:xfrm>
          </p:grpSpPr>
          <p:grpSp>
            <p:nvGrpSpPr>
              <p:cNvPr id="7158" name="Google Shape;7158;p55"/>
              <p:cNvGrpSpPr/>
              <p:nvPr/>
            </p:nvGrpSpPr>
            <p:grpSpPr>
              <a:xfrm>
                <a:off x="803163" y="1111974"/>
                <a:ext cx="27175" cy="121077"/>
                <a:chOff x="845575" y="2563700"/>
                <a:chExt cx="92400" cy="411825"/>
              </a:xfrm>
            </p:grpSpPr>
            <p:cxnSp>
              <p:nvCxnSpPr>
                <p:cNvPr id="7159" name="Google Shape;7159;p55"/>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160" name="Google Shape;7160;p55"/>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1" name="Google Shape;7161;p55"/>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2" name="Google Shape;7162;p55"/>
            <p:cNvGrpSpPr/>
            <p:nvPr/>
          </p:nvGrpSpPr>
          <p:grpSpPr>
            <a:xfrm>
              <a:off x="1381910" y="1194219"/>
              <a:ext cx="588341" cy="121177"/>
              <a:chOff x="1381910" y="1194219"/>
              <a:chExt cx="588341" cy="121177"/>
            </a:xfrm>
          </p:grpSpPr>
          <p:grpSp>
            <p:nvGrpSpPr>
              <p:cNvPr id="7163" name="Google Shape;7163;p55"/>
              <p:cNvGrpSpPr/>
              <p:nvPr/>
            </p:nvGrpSpPr>
            <p:grpSpPr>
              <a:xfrm rot="10800000">
                <a:off x="1381910" y="1194319"/>
                <a:ext cx="27175" cy="121077"/>
                <a:chOff x="2070100" y="2563700"/>
                <a:chExt cx="92400" cy="411825"/>
              </a:xfrm>
            </p:grpSpPr>
            <p:cxnSp>
              <p:nvCxnSpPr>
                <p:cNvPr id="7164" name="Google Shape;7164;p55"/>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165" name="Google Shape;7165;p55"/>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6" name="Google Shape;7166;p55"/>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7" name="Google Shape;7167;p55"/>
            <p:cNvGrpSpPr/>
            <p:nvPr/>
          </p:nvGrpSpPr>
          <p:grpSpPr>
            <a:xfrm>
              <a:off x="2532079" y="1194219"/>
              <a:ext cx="704927" cy="121177"/>
              <a:chOff x="2532079" y="1194219"/>
              <a:chExt cx="704927" cy="121177"/>
            </a:xfrm>
          </p:grpSpPr>
          <p:grpSp>
            <p:nvGrpSpPr>
              <p:cNvPr id="7168" name="Google Shape;7168;p55"/>
              <p:cNvGrpSpPr/>
              <p:nvPr/>
            </p:nvGrpSpPr>
            <p:grpSpPr>
              <a:xfrm rot="10800000">
                <a:off x="2532079" y="1194319"/>
                <a:ext cx="27175" cy="121077"/>
                <a:chOff x="2070100" y="2563700"/>
                <a:chExt cx="92400" cy="411825"/>
              </a:xfrm>
            </p:grpSpPr>
            <p:cxnSp>
              <p:nvCxnSpPr>
                <p:cNvPr id="7169" name="Google Shape;7169;p55"/>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170" name="Google Shape;7170;p55"/>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71" name="Google Shape;7171;p55"/>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72" name="Google Shape;7172;p55"/>
          <p:cNvGrpSpPr/>
          <p:nvPr/>
        </p:nvGrpSpPr>
        <p:grpSpPr>
          <a:xfrm>
            <a:off x="3499403" y="3665904"/>
            <a:ext cx="1567778" cy="491677"/>
            <a:chOff x="5194708" y="3484366"/>
            <a:chExt cx="3148148" cy="987304"/>
          </a:xfrm>
        </p:grpSpPr>
        <p:grpSp>
          <p:nvGrpSpPr>
            <p:cNvPr id="7173" name="Google Shape;7173;p55"/>
            <p:cNvGrpSpPr/>
            <p:nvPr/>
          </p:nvGrpSpPr>
          <p:grpSpPr>
            <a:xfrm>
              <a:off x="7531521" y="3484366"/>
              <a:ext cx="811335" cy="987304"/>
              <a:chOff x="3379425" y="1617275"/>
              <a:chExt cx="1090650" cy="1327200"/>
            </a:xfrm>
          </p:grpSpPr>
          <p:sp>
            <p:nvSpPr>
              <p:cNvPr id="7174" name="Google Shape;7174;p55"/>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5"/>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5"/>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7" name="Google Shape;7177;p55"/>
            <p:cNvGrpSpPr/>
            <p:nvPr/>
          </p:nvGrpSpPr>
          <p:grpSpPr>
            <a:xfrm>
              <a:off x="6752546" y="3484366"/>
              <a:ext cx="811428" cy="987304"/>
              <a:chOff x="2332275" y="1617275"/>
              <a:chExt cx="1090775" cy="1327200"/>
            </a:xfrm>
          </p:grpSpPr>
          <p:sp>
            <p:nvSpPr>
              <p:cNvPr id="7178" name="Google Shape;7178;p55"/>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5"/>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5"/>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1" name="Google Shape;7181;p55"/>
            <p:cNvGrpSpPr/>
            <p:nvPr/>
          </p:nvGrpSpPr>
          <p:grpSpPr>
            <a:xfrm>
              <a:off x="5973664" y="3484366"/>
              <a:ext cx="811335" cy="987304"/>
              <a:chOff x="1285250" y="1617275"/>
              <a:chExt cx="1090650" cy="1327200"/>
            </a:xfrm>
          </p:grpSpPr>
          <p:sp>
            <p:nvSpPr>
              <p:cNvPr id="7182" name="Google Shape;7182;p55"/>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5"/>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5"/>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5" name="Google Shape;7185;p55"/>
            <p:cNvGrpSpPr/>
            <p:nvPr/>
          </p:nvGrpSpPr>
          <p:grpSpPr>
            <a:xfrm>
              <a:off x="5194708" y="3484366"/>
              <a:ext cx="811409" cy="987304"/>
              <a:chOff x="238125" y="1617275"/>
              <a:chExt cx="1090750" cy="1327200"/>
            </a:xfrm>
          </p:grpSpPr>
          <p:sp>
            <p:nvSpPr>
              <p:cNvPr id="7186" name="Google Shape;7186;p55"/>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5"/>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5"/>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89" name="Google Shape;7189;p55"/>
          <p:cNvGrpSpPr/>
          <p:nvPr/>
        </p:nvGrpSpPr>
        <p:grpSpPr>
          <a:xfrm>
            <a:off x="3460012" y="3146315"/>
            <a:ext cx="1616964" cy="346256"/>
            <a:chOff x="1808063" y="4294338"/>
            <a:chExt cx="3370782" cy="721817"/>
          </a:xfrm>
        </p:grpSpPr>
        <p:sp>
          <p:nvSpPr>
            <p:cNvPr id="7190" name="Google Shape;7190;p55"/>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5"/>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5"/>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5"/>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5"/>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5"/>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5"/>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5"/>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5"/>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5"/>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0" name="Google Shape;7200;p55"/>
          <p:cNvGrpSpPr/>
          <p:nvPr/>
        </p:nvGrpSpPr>
        <p:grpSpPr>
          <a:xfrm>
            <a:off x="738224" y="3432344"/>
            <a:ext cx="1295882" cy="646587"/>
            <a:chOff x="834100" y="3642869"/>
            <a:chExt cx="1259483" cy="628426"/>
          </a:xfrm>
        </p:grpSpPr>
        <p:sp>
          <p:nvSpPr>
            <p:cNvPr id="7201" name="Google Shape;7201;p55"/>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5"/>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5"/>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5"/>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5"/>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5"/>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5"/>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5"/>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5"/>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5"/>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5"/>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5"/>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5"/>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5"/>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5"/>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5"/>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5"/>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5"/>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5"/>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5"/>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5"/>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5"/>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5"/>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5"/>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5"/>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26" name="Google Shape;7226;p55"/>
            <p:cNvGrpSpPr/>
            <p:nvPr/>
          </p:nvGrpSpPr>
          <p:grpSpPr>
            <a:xfrm>
              <a:off x="1360364" y="3847835"/>
              <a:ext cx="208119" cy="224359"/>
              <a:chOff x="1360769" y="3847100"/>
              <a:chExt cx="208119" cy="224359"/>
            </a:xfrm>
          </p:grpSpPr>
          <p:sp>
            <p:nvSpPr>
              <p:cNvPr id="7227" name="Google Shape;7227;p55"/>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5"/>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5"/>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5"/>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5"/>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5"/>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5"/>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5"/>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5"/>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5"/>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5"/>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5"/>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5"/>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5"/>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5"/>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5"/>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5"/>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5"/>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5"/>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5"/>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47" name="Google Shape;7247;p55"/>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5"/>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5"/>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5"/>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5"/>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5"/>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5"/>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5"/>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5"/>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5"/>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5"/>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5"/>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5"/>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5"/>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1" name="Google Shape;7261;p55"/>
          <p:cNvGrpSpPr/>
          <p:nvPr/>
        </p:nvGrpSpPr>
        <p:grpSpPr>
          <a:xfrm rot="5400000">
            <a:off x="5951337" y="3228841"/>
            <a:ext cx="164064" cy="1414916"/>
            <a:chOff x="4428249" y="1369375"/>
            <a:chExt cx="36905" cy="429569"/>
          </a:xfrm>
        </p:grpSpPr>
        <p:sp>
          <p:nvSpPr>
            <p:cNvPr id="7262" name="Google Shape;7262;p55"/>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5"/>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5"/>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5"/>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5"/>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5"/>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5"/>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5"/>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5"/>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5"/>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5"/>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5"/>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5"/>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5"/>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5"/>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5"/>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5"/>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5"/>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5"/>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5"/>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5"/>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5"/>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5"/>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5"/>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5"/>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5"/>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5"/>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5"/>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5"/>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5"/>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5"/>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5"/>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4" name="Google Shape;7294;p55"/>
          <p:cNvGrpSpPr/>
          <p:nvPr/>
        </p:nvGrpSpPr>
        <p:grpSpPr>
          <a:xfrm rot="10800000" flipH="1">
            <a:off x="5323766" y="2817385"/>
            <a:ext cx="1419207" cy="24808"/>
            <a:chOff x="219558" y="4738465"/>
            <a:chExt cx="5852400" cy="102300"/>
          </a:xfrm>
        </p:grpSpPr>
        <p:cxnSp>
          <p:nvCxnSpPr>
            <p:cNvPr id="7295" name="Google Shape;7295;p55"/>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296" name="Google Shape;7296;p55"/>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5"/>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5"/>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5"/>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5"/>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1" name="Google Shape;7301;p55"/>
          <p:cNvGrpSpPr/>
          <p:nvPr/>
        </p:nvGrpSpPr>
        <p:grpSpPr>
          <a:xfrm>
            <a:off x="5335084" y="3190448"/>
            <a:ext cx="1396570" cy="385016"/>
            <a:chOff x="5286284" y="2966544"/>
            <a:chExt cx="1396570" cy="385016"/>
          </a:xfrm>
        </p:grpSpPr>
        <p:cxnSp>
          <p:nvCxnSpPr>
            <p:cNvPr id="7302" name="Google Shape;7302;p55"/>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303" name="Google Shape;7303;p55"/>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304" name="Google Shape;7304;p55"/>
            <p:cNvGrpSpPr/>
            <p:nvPr/>
          </p:nvGrpSpPr>
          <p:grpSpPr>
            <a:xfrm>
              <a:off x="5287688" y="3173364"/>
              <a:ext cx="1395166" cy="74100"/>
              <a:chOff x="5287688" y="3173364"/>
              <a:chExt cx="1395166" cy="74100"/>
            </a:xfrm>
          </p:grpSpPr>
          <p:cxnSp>
            <p:nvCxnSpPr>
              <p:cNvPr id="7305" name="Google Shape;7305;p55"/>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306" name="Google Shape;7306;p55"/>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307" name="Google Shape;7307;p55"/>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308" name="Google Shape;7308;p55"/>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309" name="Google Shape;7309;p55"/>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310" name="Google Shape;7310;p55"/>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311" name="Google Shape;7311;p55"/>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312" name="Google Shape;7312;p55"/>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313" name="Google Shape;7313;p55"/>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314" name="Google Shape;7314;p55"/>
          <p:cNvGrpSpPr/>
          <p:nvPr/>
        </p:nvGrpSpPr>
        <p:grpSpPr>
          <a:xfrm>
            <a:off x="2021150" y="1609224"/>
            <a:ext cx="1182276" cy="662027"/>
            <a:chOff x="2029517" y="1732295"/>
            <a:chExt cx="1149068" cy="643432"/>
          </a:xfrm>
        </p:grpSpPr>
        <p:grpSp>
          <p:nvGrpSpPr>
            <p:cNvPr id="7315" name="Google Shape;7315;p55"/>
            <p:cNvGrpSpPr/>
            <p:nvPr/>
          </p:nvGrpSpPr>
          <p:grpSpPr>
            <a:xfrm>
              <a:off x="2708660" y="1746937"/>
              <a:ext cx="455427" cy="244429"/>
              <a:chOff x="2700693" y="1746937"/>
              <a:chExt cx="455427" cy="244429"/>
            </a:xfrm>
          </p:grpSpPr>
          <p:grpSp>
            <p:nvGrpSpPr>
              <p:cNvPr id="7316" name="Google Shape;7316;p55"/>
              <p:cNvGrpSpPr/>
              <p:nvPr/>
            </p:nvGrpSpPr>
            <p:grpSpPr>
              <a:xfrm>
                <a:off x="2905682" y="1782817"/>
                <a:ext cx="250438" cy="208549"/>
                <a:chOff x="2905682" y="1782817"/>
                <a:chExt cx="250438" cy="208549"/>
              </a:xfrm>
            </p:grpSpPr>
            <p:cxnSp>
              <p:nvCxnSpPr>
                <p:cNvPr id="7317" name="Google Shape;7317;p55"/>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318" name="Google Shape;7318;p55"/>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9" name="Google Shape;7319;p55"/>
              <p:cNvGrpSpPr/>
              <p:nvPr/>
            </p:nvGrpSpPr>
            <p:grpSpPr>
              <a:xfrm>
                <a:off x="2700693" y="1746937"/>
                <a:ext cx="449967" cy="72374"/>
                <a:chOff x="2700693" y="1746937"/>
                <a:chExt cx="449967" cy="72374"/>
              </a:xfrm>
            </p:grpSpPr>
            <p:cxnSp>
              <p:nvCxnSpPr>
                <p:cNvPr id="7320" name="Google Shape;7320;p55"/>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321" name="Google Shape;7321;p55"/>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22" name="Google Shape;7322;p55"/>
            <p:cNvGrpSpPr/>
            <p:nvPr/>
          </p:nvGrpSpPr>
          <p:grpSpPr>
            <a:xfrm>
              <a:off x="2029517" y="1732295"/>
              <a:ext cx="1149068" cy="643432"/>
              <a:chOff x="2029517" y="1732295"/>
              <a:chExt cx="1149068" cy="643432"/>
            </a:xfrm>
          </p:grpSpPr>
          <p:grpSp>
            <p:nvGrpSpPr>
              <p:cNvPr id="7323" name="Google Shape;7323;p55"/>
              <p:cNvGrpSpPr/>
              <p:nvPr/>
            </p:nvGrpSpPr>
            <p:grpSpPr>
              <a:xfrm>
                <a:off x="2703618" y="2103152"/>
                <a:ext cx="474966" cy="260017"/>
                <a:chOff x="2703618" y="2103152"/>
                <a:chExt cx="474966" cy="260017"/>
              </a:xfrm>
            </p:grpSpPr>
            <p:grpSp>
              <p:nvGrpSpPr>
                <p:cNvPr id="7324" name="Google Shape;7324;p55"/>
                <p:cNvGrpSpPr/>
                <p:nvPr/>
              </p:nvGrpSpPr>
              <p:grpSpPr>
                <a:xfrm>
                  <a:off x="2703618" y="2290640"/>
                  <a:ext cx="450291" cy="72529"/>
                  <a:chOff x="2703618" y="2290640"/>
                  <a:chExt cx="450291" cy="72529"/>
                </a:xfrm>
              </p:grpSpPr>
              <p:cxnSp>
                <p:nvCxnSpPr>
                  <p:cNvPr id="7325" name="Google Shape;7325;p55"/>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326" name="Google Shape;7326;p55"/>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7" name="Google Shape;7327;p55"/>
                <p:cNvGrpSpPr/>
                <p:nvPr/>
              </p:nvGrpSpPr>
              <p:grpSpPr>
                <a:xfrm>
                  <a:off x="2908607" y="2103152"/>
                  <a:ext cx="269977" cy="223538"/>
                  <a:chOff x="2908607" y="2103152"/>
                  <a:chExt cx="269977" cy="223538"/>
                </a:xfrm>
              </p:grpSpPr>
              <p:cxnSp>
                <p:nvCxnSpPr>
                  <p:cNvPr id="7328" name="Google Shape;7328;p55"/>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329" name="Google Shape;7329;p55"/>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30" name="Google Shape;7330;p55"/>
              <p:cNvGrpSpPr/>
              <p:nvPr/>
            </p:nvGrpSpPr>
            <p:grpSpPr>
              <a:xfrm>
                <a:off x="2029517" y="1732295"/>
                <a:ext cx="685827" cy="643432"/>
                <a:chOff x="2029517" y="1732295"/>
                <a:chExt cx="685827" cy="643432"/>
              </a:xfrm>
            </p:grpSpPr>
            <p:sp>
              <p:nvSpPr>
                <p:cNvPr id="7331" name="Google Shape;7331;p55"/>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32" name="Google Shape;7332;p55"/>
                <p:cNvGrpSpPr/>
                <p:nvPr/>
              </p:nvGrpSpPr>
              <p:grpSpPr>
                <a:xfrm>
                  <a:off x="2158948" y="1732295"/>
                  <a:ext cx="556396" cy="333108"/>
                  <a:chOff x="2158948" y="1732295"/>
                  <a:chExt cx="556396" cy="333108"/>
                </a:xfrm>
              </p:grpSpPr>
              <p:cxnSp>
                <p:nvCxnSpPr>
                  <p:cNvPr id="7333" name="Google Shape;7333;p55"/>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334" name="Google Shape;7334;p55"/>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5" name="Google Shape;7335;p55"/>
                <p:cNvGrpSpPr/>
                <p:nvPr/>
              </p:nvGrpSpPr>
              <p:grpSpPr>
                <a:xfrm>
                  <a:off x="2159908" y="2065057"/>
                  <a:ext cx="550884" cy="310670"/>
                  <a:chOff x="2159908" y="2065057"/>
                  <a:chExt cx="550884" cy="310670"/>
                </a:xfrm>
              </p:grpSpPr>
              <p:cxnSp>
                <p:nvCxnSpPr>
                  <p:cNvPr id="7336" name="Google Shape;7336;p55"/>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337" name="Google Shape;7337;p55"/>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338" name="Google Shape;7338;p55"/>
          <p:cNvGrpSpPr/>
          <p:nvPr/>
        </p:nvGrpSpPr>
        <p:grpSpPr>
          <a:xfrm>
            <a:off x="706399" y="1556837"/>
            <a:ext cx="962651" cy="810058"/>
            <a:chOff x="844912" y="1681380"/>
            <a:chExt cx="935611" cy="787305"/>
          </a:xfrm>
        </p:grpSpPr>
        <p:grpSp>
          <p:nvGrpSpPr>
            <p:cNvPr id="7339" name="Google Shape;7339;p55"/>
            <p:cNvGrpSpPr/>
            <p:nvPr/>
          </p:nvGrpSpPr>
          <p:grpSpPr>
            <a:xfrm>
              <a:off x="844912" y="1819635"/>
              <a:ext cx="329836" cy="510016"/>
              <a:chOff x="844912" y="1819635"/>
              <a:chExt cx="329836" cy="510016"/>
            </a:xfrm>
          </p:grpSpPr>
          <p:sp>
            <p:nvSpPr>
              <p:cNvPr id="7340" name="Google Shape;7340;p55"/>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5"/>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5"/>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5"/>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5"/>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5"/>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6" name="Google Shape;7346;p55"/>
            <p:cNvGrpSpPr/>
            <p:nvPr/>
          </p:nvGrpSpPr>
          <p:grpSpPr>
            <a:xfrm>
              <a:off x="1284601" y="2158168"/>
              <a:ext cx="495923" cy="310517"/>
              <a:chOff x="1284601" y="2158168"/>
              <a:chExt cx="495923" cy="310517"/>
            </a:xfrm>
          </p:grpSpPr>
          <p:sp>
            <p:nvSpPr>
              <p:cNvPr id="7347" name="Google Shape;7347;p55"/>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8" name="Google Shape;7348;p55"/>
              <p:cNvGrpSpPr/>
              <p:nvPr/>
            </p:nvGrpSpPr>
            <p:grpSpPr>
              <a:xfrm>
                <a:off x="1507666" y="2158168"/>
                <a:ext cx="272858" cy="310517"/>
                <a:chOff x="1507666" y="2158168"/>
                <a:chExt cx="272858" cy="310517"/>
              </a:xfrm>
            </p:grpSpPr>
            <p:grpSp>
              <p:nvGrpSpPr>
                <p:cNvPr id="7349" name="Google Shape;7349;p55"/>
                <p:cNvGrpSpPr/>
                <p:nvPr/>
              </p:nvGrpSpPr>
              <p:grpSpPr>
                <a:xfrm>
                  <a:off x="1507666" y="2176104"/>
                  <a:ext cx="166395" cy="273149"/>
                  <a:chOff x="1507666" y="2176104"/>
                  <a:chExt cx="166395" cy="273149"/>
                </a:xfrm>
              </p:grpSpPr>
              <p:sp>
                <p:nvSpPr>
                  <p:cNvPr id="7350" name="Google Shape;7350;p55"/>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5"/>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5"/>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5"/>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5"/>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5"/>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5"/>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57" name="Google Shape;7357;p55"/>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5"/>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59" name="Google Shape;7359;p55"/>
            <p:cNvGrpSpPr/>
            <p:nvPr/>
          </p:nvGrpSpPr>
          <p:grpSpPr>
            <a:xfrm>
              <a:off x="1284601" y="1681380"/>
              <a:ext cx="495923" cy="310517"/>
              <a:chOff x="1284601" y="1681380"/>
              <a:chExt cx="495923" cy="310517"/>
            </a:xfrm>
          </p:grpSpPr>
          <p:sp>
            <p:nvSpPr>
              <p:cNvPr id="7360" name="Google Shape;7360;p55"/>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61" name="Google Shape;7361;p55"/>
              <p:cNvGrpSpPr/>
              <p:nvPr/>
            </p:nvGrpSpPr>
            <p:grpSpPr>
              <a:xfrm>
                <a:off x="1507666" y="1681380"/>
                <a:ext cx="272858" cy="310517"/>
                <a:chOff x="1507666" y="1681380"/>
                <a:chExt cx="272858" cy="310517"/>
              </a:xfrm>
            </p:grpSpPr>
            <p:grpSp>
              <p:nvGrpSpPr>
                <p:cNvPr id="7362" name="Google Shape;7362;p55"/>
                <p:cNvGrpSpPr/>
                <p:nvPr/>
              </p:nvGrpSpPr>
              <p:grpSpPr>
                <a:xfrm>
                  <a:off x="1507666" y="1700120"/>
                  <a:ext cx="166395" cy="272984"/>
                  <a:chOff x="1507666" y="1700120"/>
                  <a:chExt cx="166395" cy="272984"/>
                </a:xfrm>
              </p:grpSpPr>
              <p:sp>
                <p:nvSpPr>
                  <p:cNvPr id="7363" name="Google Shape;7363;p55"/>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5"/>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5"/>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5"/>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5"/>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5"/>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5"/>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70" name="Google Shape;7370;p55"/>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5"/>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72" name="Google Shape;7372;p55"/>
          <p:cNvGrpSpPr/>
          <p:nvPr/>
        </p:nvGrpSpPr>
        <p:grpSpPr>
          <a:xfrm>
            <a:off x="6815339" y="2324267"/>
            <a:ext cx="1622269" cy="552443"/>
            <a:chOff x="6894650" y="2574740"/>
            <a:chExt cx="1445100" cy="492111"/>
          </a:xfrm>
        </p:grpSpPr>
        <p:sp>
          <p:nvSpPr>
            <p:cNvPr id="7373" name="Google Shape;7373;p55"/>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5"/>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5"/>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5"/>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5"/>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78" name="Google Shape;7378;p55"/>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379" name="Google Shape;7379;p55"/>
          <p:cNvGrpSpPr/>
          <p:nvPr/>
        </p:nvGrpSpPr>
        <p:grpSpPr>
          <a:xfrm>
            <a:off x="6834882" y="3698522"/>
            <a:ext cx="1583206" cy="475705"/>
            <a:chOff x="6953919" y="3907920"/>
            <a:chExt cx="1377300" cy="475705"/>
          </a:xfrm>
        </p:grpSpPr>
        <p:cxnSp>
          <p:nvCxnSpPr>
            <p:cNvPr id="7380" name="Google Shape;7380;p55"/>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381" name="Google Shape;7381;p55"/>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382" name="Google Shape;7382;p55"/>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383" name="Google Shape;7383;p55"/>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384" name="Google Shape;7384;p55"/>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385" name="Google Shape;7385;p55"/>
          <p:cNvGrpSpPr/>
          <p:nvPr/>
        </p:nvGrpSpPr>
        <p:grpSpPr>
          <a:xfrm>
            <a:off x="2338470" y="2459668"/>
            <a:ext cx="836286" cy="824529"/>
            <a:chOff x="2389399" y="2595741"/>
            <a:chExt cx="812796" cy="801369"/>
          </a:xfrm>
        </p:grpSpPr>
        <p:grpSp>
          <p:nvGrpSpPr>
            <p:cNvPr id="7386" name="Google Shape;7386;p55"/>
            <p:cNvGrpSpPr/>
            <p:nvPr/>
          </p:nvGrpSpPr>
          <p:grpSpPr>
            <a:xfrm>
              <a:off x="2492145" y="2881565"/>
              <a:ext cx="607300" cy="229751"/>
              <a:chOff x="2492145" y="2881565"/>
              <a:chExt cx="607300" cy="229751"/>
            </a:xfrm>
          </p:grpSpPr>
          <p:sp>
            <p:nvSpPr>
              <p:cNvPr id="7387" name="Google Shape;7387;p55"/>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5"/>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5"/>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0" name="Google Shape;7390;p55"/>
            <p:cNvGrpSpPr/>
            <p:nvPr/>
          </p:nvGrpSpPr>
          <p:grpSpPr>
            <a:xfrm>
              <a:off x="2389399" y="2595741"/>
              <a:ext cx="812796" cy="296825"/>
              <a:chOff x="2389399" y="2595741"/>
              <a:chExt cx="812796" cy="296825"/>
            </a:xfrm>
          </p:grpSpPr>
          <p:grpSp>
            <p:nvGrpSpPr>
              <p:cNvPr id="7391" name="Google Shape;7391;p55"/>
              <p:cNvGrpSpPr/>
              <p:nvPr/>
            </p:nvGrpSpPr>
            <p:grpSpPr>
              <a:xfrm>
                <a:off x="2389399" y="2595741"/>
                <a:ext cx="363638" cy="296825"/>
                <a:chOff x="2389399" y="2595741"/>
                <a:chExt cx="363638" cy="296825"/>
              </a:xfrm>
            </p:grpSpPr>
            <p:grpSp>
              <p:nvGrpSpPr>
                <p:cNvPr id="7392" name="Google Shape;7392;p55"/>
                <p:cNvGrpSpPr/>
                <p:nvPr/>
              </p:nvGrpSpPr>
              <p:grpSpPr>
                <a:xfrm>
                  <a:off x="2493852" y="2794333"/>
                  <a:ext cx="259185" cy="98232"/>
                  <a:chOff x="2493852" y="2794333"/>
                  <a:chExt cx="259185" cy="98232"/>
                </a:xfrm>
              </p:grpSpPr>
              <p:sp>
                <p:nvSpPr>
                  <p:cNvPr id="7393" name="Google Shape;7393;p55"/>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5"/>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5"/>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6" name="Google Shape;7396;p55"/>
                <p:cNvGrpSpPr/>
                <p:nvPr/>
              </p:nvGrpSpPr>
              <p:grpSpPr>
                <a:xfrm>
                  <a:off x="2389399" y="2595741"/>
                  <a:ext cx="224343" cy="182054"/>
                  <a:chOff x="2389399" y="2595741"/>
                  <a:chExt cx="224343" cy="182054"/>
                </a:xfrm>
              </p:grpSpPr>
              <p:sp>
                <p:nvSpPr>
                  <p:cNvPr id="7397" name="Google Shape;7397;p55"/>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5"/>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99" name="Google Shape;7399;p55"/>
              <p:cNvGrpSpPr/>
              <p:nvPr/>
            </p:nvGrpSpPr>
            <p:grpSpPr>
              <a:xfrm>
                <a:off x="2683630" y="2595741"/>
                <a:ext cx="224334" cy="296825"/>
                <a:chOff x="2683630" y="2595741"/>
                <a:chExt cx="224334" cy="296825"/>
              </a:xfrm>
            </p:grpSpPr>
            <p:grpSp>
              <p:nvGrpSpPr>
                <p:cNvPr id="7400" name="Google Shape;7400;p55"/>
                <p:cNvGrpSpPr/>
                <p:nvPr/>
              </p:nvGrpSpPr>
              <p:grpSpPr>
                <a:xfrm>
                  <a:off x="2788083" y="2794333"/>
                  <a:ext cx="15356" cy="98232"/>
                  <a:chOff x="2788083" y="2794333"/>
                  <a:chExt cx="15356" cy="98232"/>
                </a:xfrm>
              </p:grpSpPr>
              <p:sp>
                <p:nvSpPr>
                  <p:cNvPr id="7401" name="Google Shape;7401;p55"/>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5"/>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5"/>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4" name="Google Shape;7404;p55"/>
                <p:cNvGrpSpPr/>
                <p:nvPr/>
              </p:nvGrpSpPr>
              <p:grpSpPr>
                <a:xfrm>
                  <a:off x="2683630" y="2595741"/>
                  <a:ext cx="224334" cy="182054"/>
                  <a:chOff x="2683630" y="2595741"/>
                  <a:chExt cx="224334" cy="182054"/>
                </a:xfrm>
              </p:grpSpPr>
              <p:sp>
                <p:nvSpPr>
                  <p:cNvPr id="7405" name="Google Shape;7405;p55"/>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5"/>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07" name="Google Shape;7407;p55"/>
              <p:cNvGrpSpPr/>
              <p:nvPr/>
            </p:nvGrpSpPr>
            <p:grpSpPr>
              <a:xfrm>
                <a:off x="2838475" y="2595741"/>
                <a:ext cx="363719" cy="296825"/>
                <a:chOff x="2838475" y="2595741"/>
                <a:chExt cx="363719" cy="296825"/>
              </a:xfrm>
            </p:grpSpPr>
            <p:grpSp>
              <p:nvGrpSpPr>
                <p:cNvPr id="7408" name="Google Shape;7408;p55"/>
                <p:cNvGrpSpPr/>
                <p:nvPr/>
              </p:nvGrpSpPr>
              <p:grpSpPr>
                <a:xfrm>
                  <a:off x="2838475" y="2794333"/>
                  <a:ext cx="259185" cy="98232"/>
                  <a:chOff x="2838475" y="2794333"/>
                  <a:chExt cx="259185" cy="98232"/>
                </a:xfrm>
              </p:grpSpPr>
              <p:sp>
                <p:nvSpPr>
                  <p:cNvPr id="7409" name="Google Shape;7409;p55"/>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5"/>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5"/>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2" name="Google Shape;7412;p55"/>
                <p:cNvGrpSpPr/>
                <p:nvPr/>
              </p:nvGrpSpPr>
              <p:grpSpPr>
                <a:xfrm>
                  <a:off x="2977852" y="2595741"/>
                  <a:ext cx="224343" cy="182054"/>
                  <a:chOff x="2977852" y="2595741"/>
                  <a:chExt cx="224343" cy="182054"/>
                </a:xfrm>
              </p:grpSpPr>
              <p:sp>
                <p:nvSpPr>
                  <p:cNvPr id="7413" name="Google Shape;7413;p55"/>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5"/>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415" name="Google Shape;7415;p55"/>
            <p:cNvGrpSpPr/>
            <p:nvPr/>
          </p:nvGrpSpPr>
          <p:grpSpPr>
            <a:xfrm>
              <a:off x="2389399" y="3100241"/>
              <a:ext cx="812796" cy="296869"/>
              <a:chOff x="2389399" y="3100241"/>
              <a:chExt cx="812796" cy="296869"/>
            </a:xfrm>
          </p:grpSpPr>
          <p:grpSp>
            <p:nvGrpSpPr>
              <p:cNvPr id="7416" name="Google Shape;7416;p55"/>
              <p:cNvGrpSpPr/>
              <p:nvPr/>
            </p:nvGrpSpPr>
            <p:grpSpPr>
              <a:xfrm>
                <a:off x="2683630" y="3100241"/>
                <a:ext cx="224334" cy="296869"/>
                <a:chOff x="2683630" y="3100241"/>
                <a:chExt cx="224334" cy="296869"/>
              </a:xfrm>
            </p:grpSpPr>
            <p:grpSp>
              <p:nvGrpSpPr>
                <p:cNvPr id="7417" name="Google Shape;7417;p55"/>
                <p:cNvGrpSpPr/>
                <p:nvPr/>
              </p:nvGrpSpPr>
              <p:grpSpPr>
                <a:xfrm>
                  <a:off x="2788083" y="3100241"/>
                  <a:ext cx="15356" cy="98237"/>
                  <a:chOff x="2788083" y="3100241"/>
                  <a:chExt cx="15356" cy="98237"/>
                </a:xfrm>
              </p:grpSpPr>
              <p:sp>
                <p:nvSpPr>
                  <p:cNvPr id="7418" name="Google Shape;7418;p55"/>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5"/>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5"/>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55"/>
                <p:cNvGrpSpPr/>
                <p:nvPr/>
              </p:nvGrpSpPr>
              <p:grpSpPr>
                <a:xfrm>
                  <a:off x="2683630" y="3215065"/>
                  <a:ext cx="224334" cy="182045"/>
                  <a:chOff x="2683630" y="3215065"/>
                  <a:chExt cx="224334" cy="182045"/>
                </a:xfrm>
              </p:grpSpPr>
              <p:sp>
                <p:nvSpPr>
                  <p:cNvPr id="7422" name="Google Shape;7422;p55"/>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5"/>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24" name="Google Shape;7424;p55"/>
              <p:cNvGrpSpPr/>
              <p:nvPr/>
            </p:nvGrpSpPr>
            <p:grpSpPr>
              <a:xfrm>
                <a:off x="2389399" y="3100241"/>
                <a:ext cx="363638" cy="296869"/>
                <a:chOff x="2389399" y="3100241"/>
                <a:chExt cx="363638" cy="296869"/>
              </a:xfrm>
            </p:grpSpPr>
            <p:grpSp>
              <p:nvGrpSpPr>
                <p:cNvPr id="7425" name="Google Shape;7425;p55"/>
                <p:cNvGrpSpPr/>
                <p:nvPr/>
              </p:nvGrpSpPr>
              <p:grpSpPr>
                <a:xfrm>
                  <a:off x="2493852" y="3100241"/>
                  <a:ext cx="259185" cy="98237"/>
                  <a:chOff x="2493852" y="3100241"/>
                  <a:chExt cx="259185" cy="98237"/>
                </a:xfrm>
              </p:grpSpPr>
              <p:sp>
                <p:nvSpPr>
                  <p:cNvPr id="7426" name="Google Shape;7426;p55"/>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5"/>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5"/>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9" name="Google Shape;7429;p55"/>
                <p:cNvGrpSpPr/>
                <p:nvPr/>
              </p:nvGrpSpPr>
              <p:grpSpPr>
                <a:xfrm>
                  <a:off x="2389399" y="3215065"/>
                  <a:ext cx="224343" cy="182045"/>
                  <a:chOff x="2389399" y="3215065"/>
                  <a:chExt cx="224343" cy="182045"/>
                </a:xfrm>
              </p:grpSpPr>
              <p:sp>
                <p:nvSpPr>
                  <p:cNvPr id="7430" name="Google Shape;7430;p55"/>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5"/>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2" name="Google Shape;7432;p55"/>
              <p:cNvGrpSpPr/>
              <p:nvPr/>
            </p:nvGrpSpPr>
            <p:grpSpPr>
              <a:xfrm>
                <a:off x="2838475" y="3100241"/>
                <a:ext cx="363719" cy="296869"/>
                <a:chOff x="2838475" y="3100241"/>
                <a:chExt cx="363719" cy="296869"/>
              </a:xfrm>
            </p:grpSpPr>
            <p:grpSp>
              <p:nvGrpSpPr>
                <p:cNvPr id="7433" name="Google Shape;7433;p55"/>
                <p:cNvGrpSpPr/>
                <p:nvPr/>
              </p:nvGrpSpPr>
              <p:grpSpPr>
                <a:xfrm>
                  <a:off x="2838475" y="3100241"/>
                  <a:ext cx="259185" cy="98237"/>
                  <a:chOff x="2838475" y="3100241"/>
                  <a:chExt cx="259185" cy="98237"/>
                </a:xfrm>
              </p:grpSpPr>
              <p:sp>
                <p:nvSpPr>
                  <p:cNvPr id="7434" name="Google Shape;7434;p55"/>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5"/>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5"/>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7" name="Google Shape;7437;p55"/>
                <p:cNvGrpSpPr/>
                <p:nvPr/>
              </p:nvGrpSpPr>
              <p:grpSpPr>
                <a:xfrm>
                  <a:off x="2977852" y="3215065"/>
                  <a:ext cx="224343" cy="182045"/>
                  <a:chOff x="2977852" y="3215065"/>
                  <a:chExt cx="224343" cy="182045"/>
                </a:xfrm>
              </p:grpSpPr>
              <p:sp>
                <p:nvSpPr>
                  <p:cNvPr id="7438" name="Google Shape;7438;p55"/>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5"/>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0">
  <p:cSld>
    <p:spTree>
      <p:nvGrpSpPr>
        <p:cNvPr id="1" name="Shape 7443"/>
        <p:cNvGrpSpPr/>
        <p:nvPr/>
      </p:nvGrpSpPr>
      <p:grpSpPr>
        <a:xfrm>
          <a:off x="0" y="0"/>
          <a:ext cx="0" cy="0"/>
          <a:chOff x="0" y="0"/>
          <a:chExt cx="0" cy="0"/>
        </a:xfrm>
      </p:grpSpPr>
      <p:grpSp>
        <p:nvGrpSpPr>
          <p:cNvPr id="7444" name="Google Shape;7444;p56"/>
          <p:cNvGrpSpPr/>
          <p:nvPr/>
        </p:nvGrpSpPr>
        <p:grpSpPr>
          <a:xfrm>
            <a:off x="702088" y="3155922"/>
            <a:ext cx="2390414" cy="1024800"/>
            <a:chOff x="728925" y="3296613"/>
            <a:chExt cx="2390414" cy="1024800"/>
          </a:xfrm>
        </p:grpSpPr>
        <p:grpSp>
          <p:nvGrpSpPr>
            <p:cNvPr id="7445" name="Google Shape;7445;p56"/>
            <p:cNvGrpSpPr/>
            <p:nvPr/>
          </p:nvGrpSpPr>
          <p:grpSpPr>
            <a:xfrm>
              <a:off x="728925" y="3619800"/>
              <a:ext cx="2390414" cy="500893"/>
              <a:chOff x="728925" y="3619800"/>
              <a:chExt cx="2390414" cy="500893"/>
            </a:xfrm>
          </p:grpSpPr>
          <p:sp>
            <p:nvSpPr>
              <p:cNvPr id="7446" name="Google Shape;7446;p56"/>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47" name="Google Shape;7447;p56"/>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448" name="Google Shape;7448;p56"/>
            <p:cNvGrpSpPr/>
            <p:nvPr/>
          </p:nvGrpSpPr>
          <p:grpSpPr>
            <a:xfrm>
              <a:off x="1348050" y="3296613"/>
              <a:ext cx="1706152" cy="1024800"/>
              <a:chOff x="1348050" y="3296613"/>
              <a:chExt cx="1706152" cy="1024800"/>
            </a:xfrm>
          </p:grpSpPr>
          <p:sp>
            <p:nvSpPr>
              <p:cNvPr id="7449" name="Google Shape;7449;p56"/>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50" name="Google Shape;7450;p56"/>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51" name="Google Shape;7451;p56"/>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52" name="Google Shape;7452;p56"/>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453" name="Google Shape;7453;p56"/>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454" name="Google Shape;7454;p56"/>
            <p:cNvGrpSpPr/>
            <p:nvPr/>
          </p:nvGrpSpPr>
          <p:grpSpPr>
            <a:xfrm>
              <a:off x="1455707" y="3654858"/>
              <a:ext cx="1491150" cy="417657"/>
              <a:chOff x="1455707" y="3654858"/>
              <a:chExt cx="1491150" cy="417657"/>
            </a:xfrm>
          </p:grpSpPr>
          <p:sp>
            <p:nvSpPr>
              <p:cNvPr id="7455" name="Google Shape;7455;p56"/>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6"/>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6"/>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6"/>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6"/>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6"/>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6"/>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6"/>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6"/>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6"/>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6"/>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6"/>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6"/>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6"/>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6"/>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6"/>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475" name="Google Shape;7475;p56"/>
          <p:cNvGraphicFramePr/>
          <p:nvPr/>
        </p:nvGraphicFramePr>
        <p:xfrm>
          <a:off x="5937787" y="2153834"/>
          <a:ext cx="2504100" cy="864780"/>
        </p:xfrm>
        <a:graphic>
          <a:graphicData uri="http://schemas.openxmlformats.org/drawingml/2006/table">
            <a:tbl>
              <a:tblPr>
                <a:noFill/>
                <a:tableStyleId>{C6D18687-D70A-4D2C-84B8-69CE667B2E3D}</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476" name="Google Shape;7476;p56"/>
          <p:cNvGrpSpPr/>
          <p:nvPr/>
        </p:nvGrpSpPr>
        <p:grpSpPr>
          <a:xfrm>
            <a:off x="710464" y="981599"/>
            <a:ext cx="2396505" cy="976502"/>
            <a:chOff x="749309" y="1112739"/>
            <a:chExt cx="2371603" cy="976502"/>
          </a:xfrm>
        </p:grpSpPr>
        <p:grpSp>
          <p:nvGrpSpPr>
            <p:cNvPr id="7477" name="Google Shape;7477;p56"/>
            <p:cNvGrpSpPr/>
            <p:nvPr/>
          </p:nvGrpSpPr>
          <p:grpSpPr>
            <a:xfrm>
              <a:off x="1092126" y="1112739"/>
              <a:ext cx="2028786" cy="975464"/>
              <a:chOff x="1092126" y="1112739"/>
              <a:chExt cx="2028786" cy="975464"/>
            </a:xfrm>
          </p:grpSpPr>
          <p:sp>
            <p:nvSpPr>
              <p:cNvPr id="7478" name="Google Shape;7478;p56"/>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6"/>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6"/>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6"/>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6"/>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6"/>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6"/>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6"/>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6"/>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6"/>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6"/>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6"/>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6"/>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6"/>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6"/>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2" name="Google Shape;7502;p56"/>
            <p:cNvGrpSpPr/>
            <p:nvPr/>
          </p:nvGrpSpPr>
          <p:grpSpPr>
            <a:xfrm>
              <a:off x="749309" y="1112739"/>
              <a:ext cx="314700" cy="975464"/>
              <a:chOff x="749309" y="1112739"/>
              <a:chExt cx="314700" cy="975464"/>
            </a:xfrm>
          </p:grpSpPr>
          <p:sp>
            <p:nvSpPr>
              <p:cNvPr id="7503" name="Google Shape;7503;p56"/>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07" name="Google Shape;7507;p56"/>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6"/>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6"/>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6"/>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511" name="Google Shape;7511;p56"/>
          <p:cNvGraphicFramePr/>
          <p:nvPr/>
        </p:nvGraphicFramePr>
        <p:xfrm>
          <a:off x="5937812" y="981584"/>
          <a:ext cx="2504100" cy="976500"/>
        </p:xfrm>
        <a:graphic>
          <a:graphicData uri="http://schemas.openxmlformats.org/drawingml/2006/table">
            <a:tbl>
              <a:tblPr>
                <a:noFill/>
                <a:tableStyleId>{C6D18687-D70A-4D2C-84B8-69CE667B2E3D}</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512" name="Google Shape;7512;p56"/>
          <p:cNvGraphicFramePr/>
          <p:nvPr/>
        </p:nvGraphicFramePr>
        <p:xfrm>
          <a:off x="3358675" y="2153834"/>
          <a:ext cx="2363400" cy="868575"/>
        </p:xfrm>
        <a:graphic>
          <a:graphicData uri="http://schemas.openxmlformats.org/drawingml/2006/table">
            <a:tbl>
              <a:tblPr>
                <a:noFill/>
                <a:tableStyleId>{C6D18687-D70A-4D2C-84B8-69CE667B2E3D}</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513" name="Google Shape;7513;p56"/>
          <p:cNvGrpSpPr/>
          <p:nvPr/>
        </p:nvGrpSpPr>
        <p:grpSpPr>
          <a:xfrm>
            <a:off x="3360661" y="3144795"/>
            <a:ext cx="2363377" cy="1047062"/>
            <a:chOff x="3358399" y="3285485"/>
            <a:chExt cx="2363377" cy="1047062"/>
          </a:xfrm>
        </p:grpSpPr>
        <p:grpSp>
          <p:nvGrpSpPr>
            <p:cNvPr id="7514" name="Google Shape;7514;p56"/>
            <p:cNvGrpSpPr/>
            <p:nvPr/>
          </p:nvGrpSpPr>
          <p:grpSpPr>
            <a:xfrm>
              <a:off x="3358412" y="3285485"/>
              <a:ext cx="2363244" cy="139500"/>
              <a:chOff x="3358412" y="3285485"/>
              <a:chExt cx="2363244" cy="139500"/>
            </a:xfrm>
          </p:grpSpPr>
          <p:sp>
            <p:nvSpPr>
              <p:cNvPr id="7515" name="Google Shape;7515;p56"/>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6"/>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6"/>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6"/>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0" name="Google Shape;7520;p56"/>
            <p:cNvGrpSpPr/>
            <p:nvPr/>
          </p:nvGrpSpPr>
          <p:grpSpPr>
            <a:xfrm>
              <a:off x="3358412" y="3466996"/>
              <a:ext cx="2363244" cy="139500"/>
              <a:chOff x="3358412" y="3466996"/>
              <a:chExt cx="2363244" cy="139500"/>
            </a:xfrm>
          </p:grpSpPr>
          <p:sp>
            <p:nvSpPr>
              <p:cNvPr id="7521" name="Google Shape;7521;p56"/>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6"/>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6"/>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6" name="Google Shape;7526;p56"/>
            <p:cNvGrpSpPr/>
            <p:nvPr/>
          </p:nvGrpSpPr>
          <p:grpSpPr>
            <a:xfrm>
              <a:off x="3358412" y="3648507"/>
              <a:ext cx="2363244" cy="139500"/>
              <a:chOff x="3358412" y="3648507"/>
              <a:chExt cx="2363244" cy="139500"/>
            </a:xfrm>
          </p:grpSpPr>
          <p:sp>
            <p:nvSpPr>
              <p:cNvPr id="7527" name="Google Shape;7527;p56"/>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6"/>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6"/>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2" name="Google Shape;7532;p56"/>
            <p:cNvGrpSpPr/>
            <p:nvPr/>
          </p:nvGrpSpPr>
          <p:grpSpPr>
            <a:xfrm>
              <a:off x="3358412" y="3830018"/>
              <a:ext cx="2363244" cy="139500"/>
              <a:chOff x="3358412" y="3830018"/>
              <a:chExt cx="2363244" cy="139500"/>
            </a:xfrm>
          </p:grpSpPr>
          <p:sp>
            <p:nvSpPr>
              <p:cNvPr id="7533" name="Google Shape;7533;p56"/>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8" name="Google Shape;7538;p56"/>
            <p:cNvGrpSpPr/>
            <p:nvPr/>
          </p:nvGrpSpPr>
          <p:grpSpPr>
            <a:xfrm>
              <a:off x="3358399" y="4011514"/>
              <a:ext cx="2363377" cy="139537"/>
              <a:chOff x="3294800" y="4134603"/>
              <a:chExt cx="2638876" cy="152400"/>
            </a:xfrm>
          </p:grpSpPr>
          <p:sp>
            <p:nvSpPr>
              <p:cNvPr id="7539" name="Google Shape;7539;p56"/>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6"/>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6"/>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6"/>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6"/>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4" name="Google Shape;7544;p56"/>
            <p:cNvGrpSpPr/>
            <p:nvPr/>
          </p:nvGrpSpPr>
          <p:grpSpPr>
            <a:xfrm>
              <a:off x="3358399" y="4193010"/>
              <a:ext cx="2363377" cy="139537"/>
              <a:chOff x="3294800" y="4134603"/>
              <a:chExt cx="2638876" cy="152400"/>
            </a:xfrm>
          </p:grpSpPr>
          <p:sp>
            <p:nvSpPr>
              <p:cNvPr id="7545" name="Google Shape;7545;p56"/>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6"/>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6"/>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6"/>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6"/>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550" name="Google Shape;7550;p56"/>
          <p:cNvGraphicFramePr/>
          <p:nvPr/>
        </p:nvGraphicFramePr>
        <p:xfrm>
          <a:off x="711463" y="2153834"/>
          <a:ext cx="2369800" cy="889350"/>
        </p:xfrm>
        <a:graphic>
          <a:graphicData uri="http://schemas.openxmlformats.org/drawingml/2006/table">
            <a:tbl>
              <a:tblPr>
                <a:noFill/>
                <a:tableStyleId>{C6D18687-D70A-4D2C-84B8-69CE667B2E3D}</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551" name="Google Shape;7551;p56"/>
          <p:cNvGrpSpPr/>
          <p:nvPr/>
        </p:nvGrpSpPr>
        <p:grpSpPr>
          <a:xfrm>
            <a:off x="4161132" y="2557649"/>
            <a:ext cx="1302095" cy="60959"/>
            <a:chOff x="3558802" y="4011427"/>
            <a:chExt cx="1866000" cy="111300"/>
          </a:xfrm>
        </p:grpSpPr>
        <p:sp>
          <p:nvSpPr>
            <p:cNvPr id="7552" name="Google Shape;7552;p5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4" name="Google Shape;7554;p56"/>
          <p:cNvGrpSpPr/>
          <p:nvPr/>
        </p:nvGrpSpPr>
        <p:grpSpPr>
          <a:xfrm>
            <a:off x="4706620" y="2839808"/>
            <a:ext cx="914340" cy="60959"/>
            <a:chOff x="3558802" y="4011427"/>
            <a:chExt cx="1866000" cy="111300"/>
          </a:xfrm>
        </p:grpSpPr>
        <p:sp>
          <p:nvSpPr>
            <p:cNvPr id="7555" name="Google Shape;7555;p5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7" name="Google Shape;7557;p56"/>
          <p:cNvGrpSpPr/>
          <p:nvPr/>
        </p:nvGrpSpPr>
        <p:grpSpPr>
          <a:xfrm>
            <a:off x="5871419" y="3167606"/>
            <a:ext cx="2522867" cy="1001454"/>
            <a:chOff x="1904318" y="789980"/>
            <a:chExt cx="1489472" cy="606868"/>
          </a:xfrm>
        </p:grpSpPr>
        <p:cxnSp>
          <p:nvCxnSpPr>
            <p:cNvPr id="7558" name="Google Shape;7558;p56"/>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559" name="Google Shape;7559;p56"/>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560" name="Google Shape;7560;p56"/>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561" name="Google Shape;7561;p56"/>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562" name="Google Shape;7562;p56"/>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563" name="Google Shape;7563;p56"/>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564" name="Google Shape;7564;p56"/>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565" name="Google Shape;7565;p56"/>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6"/>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6"/>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572" name="Google Shape;7572;p56"/>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573" name="Google Shape;7573;p56"/>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574" name="Google Shape;7574;p56"/>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5" name="Google Shape;7575;p56"/>
          <p:cNvGrpSpPr/>
          <p:nvPr/>
        </p:nvGrpSpPr>
        <p:grpSpPr>
          <a:xfrm>
            <a:off x="3355824" y="951642"/>
            <a:ext cx="2363393" cy="1005865"/>
            <a:chOff x="3292400" y="1193188"/>
            <a:chExt cx="2615240" cy="1131075"/>
          </a:xfrm>
        </p:grpSpPr>
        <p:sp>
          <p:nvSpPr>
            <p:cNvPr id="7576" name="Google Shape;7576;p56"/>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7" name="Google Shape;7577;p56"/>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78" name="Google Shape;7578;p56"/>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579" name="Google Shape;7579;p56"/>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580" name="Google Shape;7580;p56"/>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581" name="Google Shape;7581;p56"/>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582" name="Google Shape;7582;p56"/>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583" name="Google Shape;7583;p56"/>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584" name="Google Shape;7584;p56"/>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585" name="Google Shape;7585;p56"/>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586" name="Google Shape;7586;p56"/>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587" name="Google Shape;7587;p56"/>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588" name="Google Shape;7588;p56"/>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589" name="Google Shape;7589;p56"/>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590" name="Google Shape;7590;p56"/>
            <p:cNvGrpSpPr/>
            <p:nvPr/>
          </p:nvGrpSpPr>
          <p:grpSpPr>
            <a:xfrm>
              <a:off x="3748438" y="1378608"/>
              <a:ext cx="2159202" cy="903971"/>
              <a:chOff x="1683525" y="2179850"/>
              <a:chExt cx="4519050" cy="2134525"/>
            </a:xfrm>
          </p:grpSpPr>
          <p:sp>
            <p:nvSpPr>
              <p:cNvPr id="7591" name="Google Shape;7591;p56"/>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92" name="Google Shape;7592;p56"/>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93" name="Google Shape;7593;p56"/>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94" name="Google Shape;7594;p56"/>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95" name="Google Shape;7595;p56"/>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96" name="Google Shape;7596;p56"/>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97" name="Google Shape;7597;p56"/>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98" name="Google Shape;7598;p56"/>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599" name="Google Shape;7599;p56"/>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00" name="Google Shape;7600;p56"/>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01" name="Google Shape;7601;p56"/>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602" name="Google Shape;7602;p56"/>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0">
  <p:cSld>
    <p:spTree>
      <p:nvGrpSpPr>
        <p:cNvPr id="1" name="Shape 7606"/>
        <p:cNvGrpSpPr/>
        <p:nvPr/>
      </p:nvGrpSpPr>
      <p:grpSpPr>
        <a:xfrm>
          <a:off x="0" y="0"/>
          <a:ext cx="0" cy="0"/>
          <a:chOff x="0" y="0"/>
          <a:chExt cx="0" cy="0"/>
        </a:xfrm>
      </p:grpSpPr>
      <p:grpSp>
        <p:nvGrpSpPr>
          <p:cNvPr id="7607" name="Google Shape;7607;p57"/>
          <p:cNvGrpSpPr/>
          <p:nvPr/>
        </p:nvGrpSpPr>
        <p:grpSpPr>
          <a:xfrm>
            <a:off x="4796690" y="970936"/>
            <a:ext cx="745431" cy="718863"/>
            <a:chOff x="4249973" y="1201875"/>
            <a:chExt cx="1958568" cy="1888762"/>
          </a:xfrm>
        </p:grpSpPr>
        <p:sp>
          <p:nvSpPr>
            <p:cNvPr id="7608" name="Google Shape;7608;p57"/>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09" name="Google Shape;7609;p57"/>
            <p:cNvGrpSpPr/>
            <p:nvPr/>
          </p:nvGrpSpPr>
          <p:grpSpPr>
            <a:xfrm>
              <a:off x="5853086" y="1789142"/>
              <a:ext cx="355454" cy="1048099"/>
              <a:chOff x="5576108" y="2016725"/>
              <a:chExt cx="565200" cy="1666560"/>
            </a:xfrm>
          </p:grpSpPr>
          <p:sp>
            <p:nvSpPr>
              <p:cNvPr id="7610" name="Google Shape;7610;p57"/>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611" name="Google Shape;7611;p57"/>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2" name="Google Shape;7612;p57"/>
            <p:cNvGrpSpPr/>
            <p:nvPr/>
          </p:nvGrpSpPr>
          <p:grpSpPr>
            <a:xfrm>
              <a:off x="4869455" y="2691676"/>
              <a:ext cx="1013897" cy="398961"/>
              <a:chOff x="4012057" y="3451825"/>
              <a:chExt cx="1612175" cy="634379"/>
            </a:xfrm>
          </p:grpSpPr>
          <p:sp>
            <p:nvSpPr>
              <p:cNvPr id="7613" name="Google Shape;7613;p57"/>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614" name="Google Shape;7614;p57"/>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5" name="Google Shape;7615;p57"/>
            <p:cNvGrpSpPr/>
            <p:nvPr/>
          </p:nvGrpSpPr>
          <p:grpSpPr>
            <a:xfrm>
              <a:off x="4276937" y="2155961"/>
              <a:ext cx="651965" cy="891358"/>
              <a:chOff x="3069908" y="2599997"/>
              <a:chExt cx="1036675" cy="1417328"/>
            </a:xfrm>
          </p:grpSpPr>
          <p:sp>
            <p:nvSpPr>
              <p:cNvPr id="7616" name="Google Shape;7616;p57"/>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617" name="Google Shape;7617;p57"/>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8" name="Google Shape;7618;p57"/>
            <p:cNvGrpSpPr/>
            <p:nvPr/>
          </p:nvGrpSpPr>
          <p:grpSpPr>
            <a:xfrm>
              <a:off x="5054918" y="1201875"/>
              <a:ext cx="999548" cy="602711"/>
              <a:chOff x="4306958" y="1082925"/>
              <a:chExt cx="1589359" cy="958358"/>
            </a:xfrm>
          </p:grpSpPr>
          <p:sp>
            <p:nvSpPr>
              <p:cNvPr id="7619" name="Google Shape;7619;p57"/>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620" name="Google Shape;7620;p57"/>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1" name="Google Shape;7621;p57"/>
            <p:cNvGrpSpPr/>
            <p:nvPr/>
          </p:nvGrpSpPr>
          <p:grpSpPr>
            <a:xfrm>
              <a:off x="4249973" y="1303451"/>
              <a:ext cx="799317" cy="841334"/>
              <a:chOff x="3027033" y="1244439"/>
              <a:chExt cx="1270977" cy="1337786"/>
            </a:xfrm>
          </p:grpSpPr>
          <p:sp>
            <p:nvSpPr>
              <p:cNvPr id="7622" name="Google Shape;7622;p57"/>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623" name="Google Shape;7623;p57"/>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24" name="Google Shape;7624;p57"/>
          <p:cNvGrpSpPr/>
          <p:nvPr/>
        </p:nvGrpSpPr>
        <p:grpSpPr>
          <a:xfrm>
            <a:off x="713063" y="1849386"/>
            <a:ext cx="761767" cy="729896"/>
            <a:chOff x="2657744" y="2337745"/>
            <a:chExt cx="832987" cy="798137"/>
          </a:xfrm>
        </p:grpSpPr>
        <p:sp>
          <p:nvSpPr>
            <p:cNvPr id="7625" name="Google Shape;7625;p57"/>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7"/>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7"/>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7"/>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7"/>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7"/>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1" name="Google Shape;7631;p57"/>
          <p:cNvGrpSpPr/>
          <p:nvPr/>
        </p:nvGrpSpPr>
        <p:grpSpPr>
          <a:xfrm>
            <a:off x="3224027" y="1852592"/>
            <a:ext cx="685569" cy="723586"/>
            <a:chOff x="3398134" y="2057755"/>
            <a:chExt cx="704087" cy="743130"/>
          </a:xfrm>
        </p:grpSpPr>
        <p:grpSp>
          <p:nvGrpSpPr>
            <p:cNvPr id="7632" name="Google Shape;7632;p57"/>
            <p:cNvGrpSpPr/>
            <p:nvPr/>
          </p:nvGrpSpPr>
          <p:grpSpPr>
            <a:xfrm>
              <a:off x="3398134" y="2290183"/>
              <a:ext cx="315300" cy="219900"/>
              <a:chOff x="3398134" y="2290183"/>
              <a:chExt cx="315300" cy="219900"/>
            </a:xfrm>
          </p:grpSpPr>
          <p:sp>
            <p:nvSpPr>
              <p:cNvPr id="7633" name="Google Shape;7633;p57"/>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34" name="Google Shape;7634;p57"/>
              <p:cNvCxnSpPr>
                <a:stCxn id="7633"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635" name="Google Shape;7635;p57"/>
            <p:cNvGrpSpPr/>
            <p:nvPr/>
          </p:nvGrpSpPr>
          <p:grpSpPr>
            <a:xfrm>
              <a:off x="3547823" y="2467358"/>
              <a:ext cx="219900" cy="333527"/>
              <a:chOff x="3547823" y="2467358"/>
              <a:chExt cx="219900" cy="333527"/>
            </a:xfrm>
          </p:grpSpPr>
          <p:sp>
            <p:nvSpPr>
              <p:cNvPr id="7636" name="Google Shape;7636;p57"/>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37" name="Google Shape;7637;p57"/>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638" name="Google Shape;7638;p57"/>
            <p:cNvGrpSpPr/>
            <p:nvPr/>
          </p:nvGrpSpPr>
          <p:grpSpPr>
            <a:xfrm>
              <a:off x="3734138" y="2467358"/>
              <a:ext cx="219900" cy="333527"/>
              <a:chOff x="3734138" y="2467358"/>
              <a:chExt cx="219900" cy="333527"/>
            </a:xfrm>
          </p:grpSpPr>
          <p:sp>
            <p:nvSpPr>
              <p:cNvPr id="7639" name="Google Shape;7639;p57"/>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40" name="Google Shape;7640;p57"/>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641" name="Google Shape;7641;p57"/>
            <p:cNvGrpSpPr/>
            <p:nvPr/>
          </p:nvGrpSpPr>
          <p:grpSpPr>
            <a:xfrm>
              <a:off x="3787560" y="2288011"/>
              <a:ext cx="314661" cy="219900"/>
              <a:chOff x="3787560" y="2288011"/>
              <a:chExt cx="314661" cy="219900"/>
            </a:xfrm>
          </p:grpSpPr>
          <p:sp>
            <p:nvSpPr>
              <p:cNvPr id="7642" name="Google Shape;7642;p57"/>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643" name="Google Shape;7643;p57"/>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644" name="Google Shape;7644;p57"/>
            <p:cNvGrpSpPr/>
            <p:nvPr/>
          </p:nvGrpSpPr>
          <p:grpSpPr>
            <a:xfrm>
              <a:off x="3637290" y="2057755"/>
              <a:ext cx="219900" cy="335499"/>
              <a:chOff x="3637290" y="2057755"/>
              <a:chExt cx="219900" cy="335499"/>
            </a:xfrm>
          </p:grpSpPr>
          <p:sp>
            <p:nvSpPr>
              <p:cNvPr id="7645" name="Google Shape;7645;p57"/>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646" name="Google Shape;7646;p57"/>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647" name="Google Shape;7647;p57"/>
          <p:cNvGrpSpPr/>
          <p:nvPr/>
        </p:nvGrpSpPr>
        <p:grpSpPr>
          <a:xfrm>
            <a:off x="4899249" y="1859288"/>
            <a:ext cx="710153" cy="710153"/>
            <a:chOff x="5007123" y="2079403"/>
            <a:chExt cx="687600" cy="687600"/>
          </a:xfrm>
        </p:grpSpPr>
        <p:sp>
          <p:nvSpPr>
            <p:cNvPr id="7648" name="Google Shape;7648;p57"/>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7"/>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7"/>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7"/>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2" name="Google Shape;7652;p57"/>
          <p:cNvGrpSpPr/>
          <p:nvPr/>
        </p:nvGrpSpPr>
        <p:grpSpPr>
          <a:xfrm>
            <a:off x="5708687" y="1853794"/>
            <a:ext cx="720998" cy="721183"/>
            <a:chOff x="5797446" y="2063053"/>
            <a:chExt cx="698100" cy="698280"/>
          </a:xfrm>
        </p:grpSpPr>
        <p:sp>
          <p:nvSpPr>
            <p:cNvPr id="7653" name="Google Shape;7653;p57"/>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7"/>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7"/>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7"/>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7" name="Google Shape;7657;p57"/>
          <p:cNvGrpSpPr/>
          <p:nvPr/>
        </p:nvGrpSpPr>
        <p:grpSpPr>
          <a:xfrm>
            <a:off x="8153834" y="3499399"/>
            <a:ext cx="280585" cy="673164"/>
            <a:chOff x="8075075" y="3754290"/>
            <a:chExt cx="255612" cy="613194"/>
          </a:xfrm>
        </p:grpSpPr>
        <p:grpSp>
          <p:nvGrpSpPr>
            <p:cNvPr id="7658" name="Google Shape;7658;p57"/>
            <p:cNvGrpSpPr/>
            <p:nvPr/>
          </p:nvGrpSpPr>
          <p:grpSpPr>
            <a:xfrm>
              <a:off x="8075075" y="3754290"/>
              <a:ext cx="255612" cy="613194"/>
              <a:chOff x="8075075" y="3754290"/>
              <a:chExt cx="255612" cy="613194"/>
            </a:xfrm>
          </p:grpSpPr>
          <p:sp>
            <p:nvSpPr>
              <p:cNvPr id="7659" name="Google Shape;7659;p57"/>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7"/>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61" name="Google Shape;7661;p57"/>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2" name="Google Shape;7662;p57"/>
          <p:cNvGrpSpPr/>
          <p:nvPr/>
        </p:nvGrpSpPr>
        <p:grpSpPr>
          <a:xfrm>
            <a:off x="5270892" y="3488196"/>
            <a:ext cx="470352" cy="683745"/>
            <a:chOff x="1697726" y="3244179"/>
            <a:chExt cx="788124" cy="1146069"/>
          </a:xfrm>
        </p:grpSpPr>
        <p:sp>
          <p:nvSpPr>
            <p:cNvPr id="7663" name="Google Shape;7663;p57"/>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7"/>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65" name="Google Shape;7665;p57"/>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66" name="Google Shape;7666;p57"/>
          <p:cNvGrpSpPr/>
          <p:nvPr/>
        </p:nvGrpSpPr>
        <p:grpSpPr>
          <a:xfrm>
            <a:off x="5892043" y="3499398"/>
            <a:ext cx="293891" cy="293845"/>
            <a:chOff x="6134814" y="3754290"/>
            <a:chExt cx="293891" cy="293845"/>
          </a:xfrm>
        </p:grpSpPr>
        <p:sp>
          <p:nvSpPr>
            <p:cNvPr id="7667" name="Google Shape;7667;p57"/>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7"/>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9" name="Google Shape;7669;p57"/>
          <p:cNvGrpSpPr/>
          <p:nvPr/>
        </p:nvGrpSpPr>
        <p:grpSpPr>
          <a:xfrm>
            <a:off x="5892043" y="3878069"/>
            <a:ext cx="293891" cy="293891"/>
            <a:chOff x="6134814" y="4086186"/>
            <a:chExt cx="293891" cy="293891"/>
          </a:xfrm>
        </p:grpSpPr>
        <p:sp>
          <p:nvSpPr>
            <p:cNvPr id="7670" name="Google Shape;7670;p57"/>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7"/>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72" name="Google Shape;7672;p57"/>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7"/>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4" name="Google Shape;7674;p57"/>
          <p:cNvGrpSpPr/>
          <p:nvPr/>
        </p:nvGrpSpPr>
        <p:grpSpPr>
          <a:xfrm>
            <a:off x="7817018" y="2706762"/>
            <a:ext cx="622883" cy="621944"/>
            <a:chOff x="1187048" y="238125"/>
            <a:chExt cx="5256397" cy="5248476"/>
          </a:xfrm>
        </p:grpSpPr>
        <p:sp>
          <p:nvSpPr>
            <p:cNvPr id="7675" name="Google Shape;7675;p57"/>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7"/>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7"/>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7"/>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9" name="Google Shape;7679;p57"/>
          <p:cNvGrpSpPr/>
          <p:nvPr/>
        </p:nvGrpSpPr>
        <p:grpSpPr>
          <a:xfrm>
            <a:off x="2274123" y="2716370"/>
            <a:ext cx="1310987" cy="612407"/>
            <a:chOff x="238125" y="1188750"/>
            <a:chExt cx="7140450" cy="3335550"/>
          </a:xfrm>
        </p:grpSpPr>
        <p:sp>
          <p:nvSpPr>
            <p:cNvPr id="7680" name="Google Shape;7680;p57"/>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7"/>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7"/>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7"/>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7"/>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5" name="Google Shape;7685;p57"/>
          <p:cNvGrpSpPr/>
          <p:nvPr/>
        </p:nvGrpSpPr>
        <p:grpSpPr>
          <a:xfrm>
            <a:off x="6599995" y="2706925"/>
            <a:ext cx="1110299" cy="621702"/>
            <a:chOff x="238125" y="1335475"/>
            <a:chExt cx="5418735" cy="3034175"/>
          </a:xfrm>
        </p:grpSpPr>
        <p:sp>
          <p:nvSpPr>
            <p:cNvPr id="7686" name="Google Shape;7686;p57"/>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7"/>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7"/>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9" name="Google Shape;7689;p57"/>
          <p:cNvGrpSpPr/>
          <p:nvPr/>
        </p:nvGrpSpPr>
        <p:grpSpPr>
          <a:xfrm>
            <a:off x="5417655" y="2703822"/>
            <a:ext cx="1074451" cy="627181"/>
            <a:chOff x="5359127" y="2910889"/>
            <a:chExt cx="1097723" cy="640831"/>
          </a:xfrm>
        </p:grpSpPr>
        <p:grpSp>
          <p:nvGrpSpPr>
            <p:cNvPr id="7690" name="Google Shape;7690;p57"/>
            <p:cNvGrpSpPr/>
            <p:nvPr/>
          </p:nvGrpSpPr>
          <p:grpSpPr>
            <a:xfrm>
              <a:off x="5929791" y="3263088"/>
              <a:ext cx="527060" cy="287097"/>
              <a:chOff x="5929791" y="3263088"/>
              <a:chExt cx="527060" cy="287097"/>
            </a:xfrm>
          </p:grpSpPr>
          <p:sp>
            <p:nvSpPr>
              <p:cNvPr id="7691" name="Google Shape;7691;p57"/>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692" name="Google Shape;7692;p57"/>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693" name="Google Shape;7693;p57"/>
            <p:cNvGrpSpPr/>
            <p:nvPr/>
          </p:nvGrpSpPr>
          <p:grpSpPr>
            <a:xfrm>
              <a:off x="5359127" y="3263089"/>
              <a:ext cx="526428" cy="288631"/>
              <a:chOff x="5359127" y="3263089"/>
              <a:chExt cx="526428" cy="288631"/>
            </a:xfrm>
          </p:grpSpPr>
          <p:sp>
            <p:nvSpPr>
              <p:cNvPr id="7694" name="Google Shape;7694;p57"/>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695" name="Google Shape;7695;p57"/>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696" name="Google Shape;7696;p57"/>
            <p:cNvGrpSpPr/>
            <p:nvPr/>
          </p:nvGrpSpPr>
          <p:grpSpPr>
            <a:xfrm>
              <a:off x="5551525" y="2910889"/>
              <a:ext cx="520901" cy="610283"/>
              <a:chOff x="5551525" y="2910889"/>
              <a:chExt cx="520901" cy="610283"/>
            </a:xfrm>
          </p:grpSpPr>
          <p:sp>
            <p:nvSpPr>
              <p:cNvPr id="7697" name="Google Shape;7697;p57"/>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698" name="Google Shape;7698;p57"/>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699" name="Google Shape;7699;p57"/>
            <p:cNvGrpSpPr/>
            <p:nvPr/>
          </p:nvGrpSpPr>
          <p:grpSpPr>
            <a:xfrm>
              <a:off x="5743962" y="2919100"/>
              <a:ext cx="623674" cy="284502"/>
              <a:chOff x="5743962" y="2919100"/>
              <a:chExt cx="623674" cy="284502"/>
            </a:xfrm>
          </p:grpSpPr>
          <p:sp>
            <p:nvSpPr>
              <p:cNvPr id="7700" name="Google Shape;7700;p57"/>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701" name="Google Shape;7701;p57"/>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702" name="Google Shape;7702;p57"/>
          <p:cNvGrpSpPr/>
          <p:nvPr/>
        </p:nvGrpSpPr>
        <p:grpSpPr>
          <a:xfrm>
            <a:off x="7568868" y="1854534"/>
            <a:ext cx="874976" cy="719600"/>
            <a:chOff x="7608988" y="2093194"/>
            <a:chExt cx="817276" cy="672147"/>
          </a:xfrm>
        </p:grpSpPr>
        <p:cxnSp>
          <p:nvCxnSpPr>
            <p:cNvPr id="7703" name="Google Shape;7703;p57"/>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704" name="Google Shape;7704;p57"/>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705" name="Google Shape;7705;p57"/>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706" name="Google Shape;7706;p57"/>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707" name="Google Shape;7707;p57"/>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708" name="Google Shape;7708;p57"/>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709" name="Google Shape;7709;p57"/>
            <p:cNvGrpSpPr/>
            <p:nvPr/>
          </p:nvGrpSpPr>
          <p:grpSpPr>
            <a:xfrm>
              <a:off x="7721175" y="2093194"/>
              <a:ext cx="599587" cy="623846"/>
              <a:chOff x="7721175" y="2093194"/>
              <a:chExt cx="599587" cy="623846"/>
            </a:xfrm>
          </p:grpSpPr>
          <p:grpSp>
            <p:nvGrpSpPr>
              <p:cNvPr id="7710" name="Google Shape;7710;p57"/>
              <p:cNvGrpSpPr/>
              <p:nvPr/>
            </p:nvGrpSpPr>
            <p:grpSpPr>
              <a:xfrm>
                <a:off x="7721175" y="2093194"/>
                <a:ext cx="291605" cy="623846"/>
                <a:chOff x="9405575" y="2061418"/>
                <a:chExt cx="291605" cy="623846"/>
              </a:xfrm>
            </p:grpSpPr>
            <p:sp>
              <p:nvSpPr>
                <p:cNvPr id="7711" name="Google Shape;7711;p57"/>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7"/>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7"/>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7"/>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7"/>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7"/>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7"/>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8" name="Google Shape;7718;p57"/>
              <p:cNvGrpSpPr/>
              <p:nvPr/>
            </p:nvGrpSpPr>
            <p:grpSpPr>
              <a:xfrm flipH="1">
                <a:off x="8029157" y="2093194"/>
                <a:ext cx="291605" cy="623846"/>
                <a:chOff x="9405575" y="2061418"/>
                <a:chExt cx="291605" cy="623846"/>
              </a:xfrm>
            </p:grpSpPr>
            <p:sp>
              <p:nvSpPr>
                <p:cNvPr id="7719" name="Google Shape;7719;p57"/>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7"/>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7"/>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7"/>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7"/>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7"/>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7"/>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726" name="Google Shape;7726;p57"/>
          <p:cNvGrpSpPr/>
          <p:nvPr/>
        </p:nvGrpSpPr>
        <p:grpSpPr>
          <a:xfrm>
            <a:off x="4013304" y="970936"/>
            <a:ext cx="712557" cy="785901"/>
            <a:chOff x="4206459" y="1191441"/>
            <a:chExt cx="712557" cy="785901"/>
          </a:xfrm>
        </p:grpSpPr>
        <p:sp>
          <p:nvSpPr>
            <p:cNvPr id="7727" name="Google Shape;7727;p57"/>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7"/>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7"/>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7"/>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31" name="Google Shape;7731;p57"/>
            <p:cNvGrpSpPr/>
            <p:nvPr/>
          </p:nvGrpSpPr>
          <p:grpSpPr>
            <a:xfrm>
              <a:off x="4644280" y="1290523"/>
              <a:ext cx="143716" cy="29463"/>
              <a:chOff x="4644280" y="1290523"/>
              <a:chExt cx="143716" cy="29463"/>
            </a:xfrm>
          </p:grpSpPr>
          <p:sp>
            <p:nvSpPr>
              <p:cNvPr id="7732" name="Google Shape;7732;p57"/>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7"/>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7"/>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7"/>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6" name="Google Shape;7736;p57"/>
            <p:cNvGrpSpPr/>
            <p:nvPr/>
          </p:nvGrpSpPr>
          <p:grpSpPr>
            <a:xfrm>
              <a:off x="4356567" y="1191441"/>
              <a:ext cx="143690" cy="29488"/>
              <a:chOff x="4356567" y="1191441"/>
              <a:chExt cx="143690" cy="29488"/>
            </a:xfrm>
          </p:grpSpPr>
          <p:sp>
            <p:nvSpPr>
              <p:cNvPr id="7737" name="Google Shape;7737;p57"/>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7"/>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7"/>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7"/>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1" name="Google Shape;7741;p57"/>
            <p:cNvGrpSpPr/>
            <p:nvPr/>
          </p:nvGrpSpPr>
          <p:grpSpPr>
            <a:xfrm>
              <a:off x="4339009" y="1863727"/>
              <a:ext cx="143703" cy="29476"/>
              <a:chOff x="4339009" y="1863727"/>
              <a:chExt cx="143703" cy="29476"/>
            </a:xfrm>
          </p:grpSpPr>
          <p:sp>
            <p:nvSpPr>
              <p:cNvPr id="7742" name="Google Shape;7742;p57"/>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7"/>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7"/>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7"/>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6" name="Google Shape;7746;p57"/>
            <p:cNvGrpSpPr/>
            <p:nvPr/>
          </p:nvGrpSpPr>
          <p:grpSpPr>
            <a:xfrm>
              <a:off x="4206459" y="1607315"/>
              <a:ext cx="29539" cy="142899"/>
              <a:chOff x="4206459" y="1607315"/>
              <a:chExt cx="29539" cy="142899"/>
            </a:xfrm>
          </p:grpSpPr>
          <p:sp>
            <p:nvSpPr>
              <p:cNvPr id="7747" name="Google Shape;7747;p57"/>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7"/>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7"/>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7"/>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51" name="Google Shape;7751;p57"/>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7"/>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7"/>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7"/>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5" name="Google Shape;7755;p57"/>
            <p:cNvGrpSpPr/>
            <p:nvPr/>
          </p:nvGrpSpPr>
          <p:grpSpPr>
            <a:xfrm>
              <a:off x="4889463" y="1423737"/>
              <a:ext cx="29552" cy="142899"/>
              <a:chOff x="4889463" y="1423737"/>
              <a:chExt cx="29552" cy="142899"/>
            </a:xfrm>
          </p:grpSpPr>
          <p:sp>
            <p:nvSpPr>
              <p:cNvPr id="7756" name="Google Shape;7756;p57"/>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7"/>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7"/>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7"/>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0" name="Google Shape;7760;p57"/>
            <p:cNvGrpSpPr/>
            <p:nvPr/>
          </p:nvGrpSpPr>
          <p:grpSpPr>
            <a:xfrm>
              <a:off x="4771663" y="1876896"/>
              <a:ext cx="108651" cy="100447"/>
              <a:chOff x="4771663" y="1876896"/>
              <a:chExt cx="108651" cy="100447"/>
            </a:xfrm>
          </p:grpSpPr>
          <p:sp>
            <p:nvSpPr>
              <p:cNvPr id="7761" name="Google Shape;7761;p57"/>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7"/>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7"/>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7"/>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5" name="Google Shape;7765;p57"/>
          <p:cNvGrpSpPr/>
          <p:nvPr/>
        </p:nvGrpSpPr>
        <p:grpSpPr>
          <a:xfrm>
            <a:off x="4008780" y="1854159"/>
            <a:ext cx="791287" cy="720350"/>
            <a:chOff x="267375" y="1071875"/>
            <a:chExt cx="470500" cy="428550"/>
          </a:xfrm>
        </p:grpSpPr>
        <p:sp>
          <p:nvSpPr>
            <p:cNvPr id="7766" name="Google Shape;7766;p57"/>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7"/>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7"/>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7"/>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7"/>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7"/>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7"/>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7"/>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4" name="Google Shape;7774;p57"/>
          <p:cNvGrpSpPr/>
          <p:nvPr/>
        </p:nvGrpSpPr>
        <p:grpSpPr>
          <a:xfrm>
            <a:off x="709275" y="3498789"/>
            <a:ext cx="1408444" cy="673166"/>
            <a:chOff x="712664" y="3693287"/>
            <a:chExt cx="1460738" cy="698160"/>
          </a:xfrm>
        </p:grpSpPr>
        <p:grpSp>
          <p:nvGrpSpPr>
            <p:cNvPr id="7775" name="Google Shape;7775;p57"/>
            <p:cNvGrpSpPr/>
            <p:nvPr/>
          </p:nvGrpSpPr>
          <p:grpSpPr>
            <a:xfrm>
              <a:off x="1380079" y="4133090"/>
              <a:ext cx="234048" cy="258099"/>
              <a:chOff x="1380079" y="4133090"/>
              <a:chExt cx="234048" cy="258099"/>
            </a:xfrm>
          </p:grpSpPr>
          <p:sp>
            <p:nvSpPr>
              <p:cNvPr id="7776" name="Google Shape;7776;p57"/>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7"/>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7"/>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9" name="Google Shape;7779;p57"/>
            <p:cNvGrpSpPr/>
            <p:nvPr/>
          </p:nvGrpSpPr>
          <p:grpSpPr>
            <a:xfrm>
              <a:off x="884610" y="3864082"/>
              <a:ext cx="1118566" cy="527275"/>
              <a:chOff x="890961" y="3865463"/>
              <a:chExt cx="1115221" cy="525698"/>
            </a:xfrm>
          </p:grpSpPr>
          <p:sp>
            <p:nvSpPr>
              <p:cNvPr id="7780" name="Google Shape;7780;p57"/>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7"/>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7"/>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3" name="Google Shape;7783;p57"/>
            <p:cNvGrpSpPr/>
            <p:nvPr/>
          </p:nvGrpSpPr>
          <p:grpSpPr>
            <a:xfrm>
              <a:off x="712664" y="3693287"/>
              <a:ext cx="1460738" cy="698160"/>
              <a:chOff x="712664" y="3693025"/>
              <a:chExt cx="1460738" cy="698160"/>
            </a:xfrm>
          </p:grpSpPr>
          <p:sp>
            <p:nvSpPr>
              <p:cNvPr id="7784" name="Google Shape;7784;p57"/>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7"/>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7"/>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7"/>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7"/>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7"/>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90" name="Google Shape;7790;p57"/>
          <p:cNvGrpSpPr/>
          <p:nvPr/>
        </p:nvGrpSpPr>
        <p:grpSpPr>
          <a:xfrm>
            <a:off x="3146990" y="970936"/>
            <a:ext cx="795485" cy="738831"/>
            <a:chOff x="3348603" y="1236445"/>
            <a:chExt cx="749256" cy="695894"/>
          </a:xfrm>
        </p:grpSpPr>
        <p:grpSp>
          <p:nvGrpSpPr>
            <p:cNvPr id="7791" name="Google Shape;7791;p57"/>
            <p:cNvGrpSpPr/>
            <p:nvPr/>
          </p:nvGrpSpPr>
          <p:grpSpPr>
            <a:xfrm>
              <a:off x="3583779" y="1236445"/>
              <a:ext cx="293795" cy="285811"/>
              <a:chOff x="3750225" y="1774000"/>
              <a:chExt cx="149575" cy="145525"/>
            </a:xfrm>
          </p:grpSpPr>
          <p:sp>
            <p:nvSpPr>
              <p:cNvPr id="7792" name="Google Shape;7792;p57"/>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7"/>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4" name="Google Shape;7794;p57"/>
            <p:cNvGrpSpPr/>
            <p:nvPr/>
          </p:nvGrpSpPr>
          <p:grpSpPr>
            <a:xfrm>
              <a:off x="3775534" y="1462599"/>
              <a:ext cx="322325" cy="285958"/>
              <a:chOff x="3847850" y="1889150"/>
              <a:chExt cx="164100" cy="145600"/>
            </a:xfrm>
          </p:grpSpPr>
          <p:sp>
            <p:nvSpPr>
              <p:cNvPr id="7795" name="Google Shape;7795;p57"/>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7"/>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7" name="Google Shape;7797;p57"/>
            <p:cNvGrpSpPr/>
            <p:nvPr/>
          </p:nvGrpSpPr>
          <p:grpSpPr>
            <a:xfrm>
              <a:off x="3545329" y="1646528"/>
              <a:ext cx="293746" cy="285811"/>
              <a:chOff x="3730650" y="1982800"/>
              <a:chExt cx="149550" cy="145525"/>
            </a:xfrm>
          </p:grpSpPr>
          <p:sp>
            <p:nvSpPr>
              <p:cNvPr id="7798" name="Google Shape;7798;p57"/>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7"/>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0" name="Google Shape;7800;p57"/>
            <p:cNvGrpSpPr/>
            <p:nvPr/>
          </p:nvGrpSpPr>
          <p:grpSpPr>
            <a:xfrm>
              <a:off x="3348603" y="1415046"/>
              <a:ext cx="294384" cy="284387"/>
              <a:chOff x="3630494" y="1864938"/>
              <a:chExt cx="149875" cy="144800"/>
            </a:xfrm>
          </p:grpSpPr>
          <p:sp>
            <p:nvSpPr>
              <p:cNvPr id="7801" name="Google Shape;7801;p57"/>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7"/>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03" name="Google Shape;7803;p57"/>
          <p:cNvGrpSpPr/>
          <p:nvPr/>
        </p:nvGrpSpPr>
        <p:grpSpPr>
          <a:xfrm>
            <a:off x="2268517" y="3493832"/>
            <a:ext cx="1324924" cy="678083"/>
            <a:chOff x="2413923" y="3711366"/>
            <a:chExt cx="1374117" cy="703260"/>
          </a:xfrm>
        </p:grpSpPr>
        <p:grpSp>
          <p:nvGrpSpPr>
            <p:cNvPr id="7804" name="Google Shape;7804;p57"/>
            <p:cNvGrpSpPr/>
            <p:nvPr/>
          </p:nvGrpSpPr>
          <p:grpSpPr>
            <a:xfrm>
              <a:off x="2413923" y="3711366"/>
              <a:ext cx="1374117" cy="703260"/>
              <a:chOff x="2413923" y="3711366"/>
              <a:chExt cx="1374117" cy="703260"/>
            </a:xfrm>
          </p:grpSpPr>
          <p:sp>
            <p:nvSpPr>
              <p:cNvPr id="7805" name="Google Shape;7805;p57"/>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06" name="Google Shape;7806;p57"/>
              <p:cNvGrpSpPr/>
              <p:nvPr/>
            </p:nvGrpSpPr>
            <p:grpSpPr>
              <a:xfrm>
                <a:off x="2600284" y="3808654"/>
                <a:ext cx="234506" cy="138009"/>
                <a:chOff x="2600284" y="3808654"/>
                <a:chExt cx="234506" cy="138009"/>
              </a:xfrm>
            </p:grpSpPr>
            <p:sp>
              <p:nvSpPr>
                <p:cNvPr id="7807" name="Google Shape;7807;p57"/>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08" name="Google Shape;7808;p57"/>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809" name="Google Shape;7809;p57"/>
              <p:cNvGrpSpPr/>
              <p:nvPr/>
            </p:nvGrpSpPr>
            <p:grpSpPr>
              <a:xfrm>
                <a:off x="3359659" y="3805664"/>
                <a:ext cx="232294" cy="141000"/>
                <a:chOff x="3359659" y="3805664"/>
                <a:chExt cx="232294" cy="141000"/>
              </a:xfrm>
            </p:grpSpPr>
            <p:sp>
              <p:nvSpPr>
                <p:cNvPr id="7810" name="Google Shape;7810;p57"/>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11" name="Google Shape;7811;p57"/>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812" name="Google Shape;7812;p57"/>
              <p:cNvGrpSpPr/>
              <p:nvPr/>
            </p:nvGrpSpPr>
            <p:grpSpPr>
              <a:xfrm>
                <a:off x="3067316" y="3711366"/>
                <a:ext cx="66900" cy="166809"/>
                <a:chOff x="3067316" y="3711366"/>
                <a:chExt cx="66900" cy="166809"/>
              </a:xfrm>
            </p:grpSpPr>
            <p:sp>
              <p:nvSpPr>
                <p:cNvPr id="7813" name="Google Shape;7813;p57"/>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14" name="Google Shape;7814;p57"/>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815" name="Google Shape;7815;p57"/>
              <p:cNvGrpSpPr/>
              <p:nvPr/>
            </p:nvGrpSpPr>
            <p:grpSpPr>
              <a:xfrm>
                <a:off x="2413923" y="4058666"/>
                <a:ext cx="224119" cy="66900"/>
                <a:chOff x="2413923" y="4058666"/>
                <a:chExt cx="224119" cy="66900"/>
              </a:xfrm>
            </p:grpSpPr>
            <p:sp>
              <p:nvSpPr>
                <p:cNvPr id="7816" name="Google Shape;7816;p57"/>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17" name="Google Shape;7817;p57"/>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818" name="Google Shape;7818;p57"/>
              <p:cNvGrpSpPr/>
              <p:nvPr/>
            </p:nvGrpSpPr>
            <p:grpSpPr>
              <a:xfrm>
                <a:off x="3564643" y="4058666"/>
                <a:ext cx="223397" cy="66900"/>
                <a:chOff x="3564643" y="4058666"/>
                <a:chExt cx="223397" cy="66900"/>
              </a:xfrm>
            </p:grpSpPr>
            <p:sp>
              <p:nvSpPr>
                <p:cNvPr id="7819" name="Google Shape;7819;p57"/>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20" name="Google Shape;7820;p57"/>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7821" name="Google Shape;7821;p57"/>
            <p:cNvGrpSpPr/>
            <p:nvPr/>
          </p:nvGrpSpPr>
          <p:grpSpPr>
            <a:xfrm>
              <a:off x="2633353" y="3965763"/>
              <a:ext cx="933975" cy="445687"/>
              <a:chOff x="2633353" y="3965763"/>
              <a:chExt cx="933975" cy="445687"/>
            </a:xfrm>
          </p:grpSpPr>
          <p:sp>
            <p:nvSpPr>
              <p:cNvPr id="7822" name="Google Shape;7822;p57"/>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7"/>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24" name="Google Shape;7824;p57"/>
          <p:cNvGrpSpPr/>
          <p:nvPr/>
        </p:nvGrpSpPr>
        <p:grpSpPr>
          <a:xfrm>
            <a:off x="6392789" y="1044380"/>
            <a:ext cx="1131087" cy="587383"/>
            <a:chOff x="238125" y="999450"/>
            <a:chExt cx="7140700" cy="3708225"/>
          </a:xfrm>
        </p:grpSpPr>
        <p:sp>
          <p:nvSpPr>
            <p:cNvPr id="7825" name="Google Shape;7825;p57"/>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7"/>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7"/>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7"/>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7"/>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7"/>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7"/>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7"/>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7"/>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4" name="Google Shape;7834;p57"/>
          <p:cNvGrpSpPr/>
          <p:nvPr/>
        </p:nvGrpSpPr>
        <p:grpSpPr>
          <a:xfrm>
            <a:off x="3744240" y="3493874"/>
            <a:ext cx="1375854" cy="678131"/>
            <a:chOff x="3913765" y="3641905"/>
            <a:chExt cx="1522805" cy="750560"/>
          </a:xfrm>
        </p:grpSpPr>
        <p:grpSp>
          <p:nvGrpSpPr>
            <p:cNvPr id="7835" name="Google Shape;7835;p57"/>
            <p:cNvGrpSpPr/>
            <p:nvPr/>
          </p:nvGrpSpPr>
          <p:grpSpPr>
            <a:xfrm>
              <a:off x="3913765" y="3997002"/>
              <a:ext cx="1522805" cy="395463"/>
              <a:chOff x="3913765" y="3997002"/>
              <a:chExt cx="1522805" cy="395463"/>
            </a:xfrm>
          </p:grpSpPr>
          <p:grpSp>
            <p:nvGrpSpPr>
              <p:cNvPr id="7836" name="Google Shape;7836;p57"/>
              <p:cNvGrpSpPr/>
              <p:nvPr/>
            </p:nvGrpSpPr>
            <p:grpSpPr>
              <a:xfrm>
                <a:off x="3913765" y="4138659"/>
                <a:ext cx="507602" cy="253806"/>
                <a:chOff x="3913765" y="4138659"/>
                <a:chExt cx="507602" cy="253806"/>
              </a:xfrm>
            </p:grpSpPr>
            <p:sp>
              <p:nvSpPr>
                <p:cNvPr id="7837" name="Google Shape;7837;p57"/>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7"/>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7839" name="Google Shape;7839;p57"/>
              <p:cNvGrpSpPr/>
              <p:nvPr/>
            </p:nvGrpSpPr>
            <p:grpSpPr>
              <a:xfrm>
                <a:off x="4421361" y="3997002"/>
                <a:ext cx="507618" cy="395463"/>
                <a:chOff x="4421361" y="3997002"/>
                <a:chExt cx="507618" cy="395463"/>
              </a:xfrm>
            </p:grpSpPr>
            <p:sp>
              <p:nvSpPr>
                <p:cNvPr id="7840" name="Google Shape;7840;p57"/>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7"/>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2" name="Google Shape;7842;p57"/>
              <p:cNvGrpSpPr/>
              <p:nvPr/>
            </p:nvGrpSpPr>
            <p:grpSpPr>
              <a:xfrm>
                <a:off x="4928973" y="4189418"/>
                <a:ext cx="507596" cy="203047"/>
                <a:chOff x="4928973" y="4189418"/>
                <a:chExt cx="507596" cy="203047"/>
              </a:xfrm>
            </p:grpSpPr>
            <p:sp>
              <p:nvSpPr>
                <p:cNvPr id="7843" name="Google Shape;7843;p57"/>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7"/>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45" name="Google Shape;7845;p57"/>
            <p:cNvGrpSpPr/>
            <p:nvPr/>
          </p:nvGrpSpPr>
          <p:grpSpPr>
            <a:xfrm>
              <a:off x="4482186" y="3641905"/>
              <a:ext cx="397605" cy="349784"/>
              <a:chOff x="2906375" y="1159725"/>
              <a:chExt cx="1860575" cy="1636800"/>
            </a:xfrm>
          </p:grpSpPr>
          <p:sp>
            <p:nvSpPr>
              <p:cNvPr id="7846" name="Google Shape;7846;p57"/>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7"/>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7"/>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7"/>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50" name="Google Shape;7850;p57"/>
          <p:cNvGrpSpPr/>
          <p:nvPr/>
        </p:nvGrpSpPr>
        <p:grpSpPr>
          <a:xfrm>
            <a:off x="6528949" y="1853801"/>
            <a:ext cx="940737" cy="721067"/>
            <a:chOff x="6599718" y="2068734"/>
            <a:chExt cx="940737" cy="721067"/>
          </a:xfrm>
        </p:grpSpPr>
        <p:sp>
          <p:nvSpPr>
            <p:cNvPr id="7851" name="Google Shape;7851;p57"/>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7"/>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7"/>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7"/>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7"/>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7"/>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57" name="Google Shape;7857;p57"/>
            <p:cNvGrpSpPr/>
            <p:nvPr/>
          </p:nvGrpSpPr>
          <p:grpSpPr>
            <a:xfrm>
              <a:off x="6836957" y="2068734"/>
              <a:ext cx="461892" cy="721067"/>
              <a:chOff x="6836957" y="2068734"/>
              <a:chExt cx="461892" cy="721067"/>
            </a:xfrm>
          </p:grpSpPr>
          <p:sp>
            <p:nvSpPr>
              <p:cNvPr id="7858" name="Google Shape;7858;p57"/>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7"/>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7"/>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7"/>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7"/>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7"/>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4" name="Google Shape;7864;p57"/>
              <p:cNvGrpSpPr/>
              <p:nvPr/>
            </p:nvGrpSpPr>
            <p:grpSpPr>
              <a:xfrm>
                <a:off x="6836957" y="2068734"/>
                <a:ext cx="461892" cy="721067"/>
                <a:chOff x="6836957" y="2068734"/>
                <a:chExt cx="461892" cy="721067"/>
              </a:xfrm>
            </p:grpSpPr>
            <p:sp>
              <p:nvSpPr>
                <p:cNvPr id="7865" name="Google Shape;7865;p57"/>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7"/>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7"/>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7"/>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7"/>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7"/>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7"/>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872" name="Google Shape;7872;p57"/>
          <p:cNvGrpSpPr/>
          <p:nvPr/>
        </p:nvGrpSpPr>
        <p:grpSpPr>
          <a:xfrm>
            <a:off x="2412267" y="1858147"/>
            <a:ext cx="712577" cy="712374"/>
            <a:chOff x="2559249" y="2069323"/>
            <a:chExt cx="685566" cy="685634"/>
          </a:xfrm>
        </p:grpSpPr>
        <p:sp>
          <p:nvSpPr>
            <p:cNvPr id="7873" name="Google Shape;7873;p57"/>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7"/>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7"/>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7"/>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7"/>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7"/>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7"/>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7"/>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7"/>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7"/>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7"/>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7"/>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6" name="Google Shape;7886;p57"/>
          <p:cNvGrpSpPr/>
          <p:nvPr/>
        </p:nvGrpSpPr>
        <p:grpSpPr>
          <a:xfrm>
            <a:off x="7594705" y="970936"/>
            <a:ext cx="845645" cy="711911"/>
            <a:chOff x="951975" y="315800"/>
            <a:chExt cx="5860325" cy="4933550"/>
          </a:xfrm>
        </p:grpSpPr>
        <p:sp>
          <p:nvSpPr>
            <p:cNvPr id="7887" name="Google Shape;7887;p57"/>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7"/>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7"/>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7"/>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7"/>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5" name="Google Shape;7895;p57"/>
          <p:cNvGrpSpPr/>
          <p:nvPr/>
        </p:nvGrpSpPr>
        <p:grpSpPr>
          <a:xfrm>
            <a:off x="3691834" y="2707045"/>
            <a:ext cx="1617932" cy="621724"/>
            <a:chOff x="3862800" y="3038525"/>
            <a:chExt cx="1329006" cy="510698"/>
          </a:xfrm>
        </p:grpSpPr>
        <p:sp>
          <p:nvSpPr>
            <p:cNvPr id="7896" name="Google Shape;7896;p57"/>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7"/>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98" name="Google Shape;7898;p57"/>
            <p:cNvGrpSpPr/>
            <p:nvPr/>
          </p:nvGrpSpPr>
          <p:grpSpPr>
            <a:xfrm>
              <a:off x="3967075" y="3040337"/>
              <a:ext cx="1019927" cy="402126"/>
              <a:chOff x="3967075" y="3040337"/>
              <a:chExt cx="1019927" cy="402126"/>
            </a:xfrm>
          </p:grpSpPr>
          <p:sp>
            <p:nvSpPr>
              <p:cNvPr id="7899" name="Google Shape;7899;p57"/>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1" name="Google Shape;7901;p57"/>
            <p:cNvGrpSpPr/>
            <p:nvPr/>
          </p:nvGrpSpPr>
          <p:grpSpPr>
            <a:xfrm>
              <a:off x="4186700" y="3040337"/>
              <a:ext cx="390475" cy="183289"/>
              <a:chOff x="4186700" y="3040337"/>
              <a:chExt cx="390475" cy="183289"/>
            </a:xfrm>
          </p:grpSpPr>
          <p:sp>
            <p:nvSpPr>
              <p:cNvPr id="7902" name="Google Shape;7902;p57"/>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7"/>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4" name="Google Shape;7904;p57"/>
            <p:cNvGrpSpPr/>
            <p:nvPr/>
          </p:nvGrpSpPr>
          <p:grpSpPr>
            <a:xfrm>
              <a:off x="4073727" y="3040337"/>
              <a:ext cx="697794" cy="296263"/>
              <a:chOff x="4073727" y="3040337"/>
              <a:chExt cx="697794" cy="296263"/>
            </a:xfrm>
          </p:grpSpPr>
          <p:sp>
            <p:nvSpPr>
              <p:cNvPr id="7905" name="Google Shape;7905;p57"/>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7"/>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7" name="Google Shape;7907;p57"/>
            <p:cNvGrpSpPr/>
            <p:nvPr/>
          </p:nvGrpSpPr>
          <p:grpSpPr>
            <a:xfrm>
              <a:off x="3862800" y="3038525"/>
              <a:ext cx="1329006" cy="510698"/>
              <a:chOff x="3862800" y="3038525"/>
              <a:chExt cx="1329006" cy="510698"/>
            </a:xfrm>
          </p:grpSpPr>
          <p:sp>
            <p:nvSpPr>
              <p:cNvPr id="7908" name="Google Shape;7908;p57"/>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7"/>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0" name="Google Shape;7910;p57"/>
          <p:cNvGrpSpPr/>
          <p:nvPr/>
        </p:nvGrpSpPr>
        <p:grpSpPr>
          <a:xfrm>
            <a:off x="700156" y="970936"/>
            <a:ext cx="883205" cy="775176"/>
            <a:chOff x="649648" y="271400"/>
            <a:chExt cx="6215377" cy="5455143"/>
          </a:xfrm>
        </p:grpSpPr>
        <p:sp>
          <p:nvSpPr>
            <p:cNvPr id="7911" name="Google Shape;7911;p57"/>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7"/>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7"/>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7"/>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7"/>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7"/>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7"/>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7"/>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7"/>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7"/>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7"/>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7"/>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3" name="Google Shape;7923;p57"/>
          <p:cNvGrpSpPr/>
          <p:nvPr/>
        </p:nvGrpSpPr>
        <p:grpSpPr>
          <a:xfrm>
            <a:off x="2308457" y="970936"/>
            <a:ext cx="767704" cy="815489"/>
            <a:chOff x="2499700" y="1135950"/>
            <a:chExt cx="732402" cy="777990"/>
          </a:xfrm>
        </p:grpSpPr>
        <p:grpSp>
          <p:nvGrpSpPr>
            <p:cNvPr id="7924" name="Google Shape;7924;p57"/>
            <p:cNvGrpSpPr/>
            <p:nvPr/>
          </p:nvGrpSpPr>
          <p:grpSpPr>
            <a:xfrm>
              <a:off x="2499700" y="1135950"/>
              <a:ext cx="732402" cy="694705"/>
              <a:chOff x="2499700" y="1135950"/>
              <a:chExt cx="732402" cy="694705"/>
            </a:xfrm>
          </p:grpSpPr>
          <p:sp>
            <p:nvSpPr>
              <p:cNvPr id="7925" name="Google Shape;7925;p57"/>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7"/>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7"/>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7"/>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7"/>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7"/>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7"/>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7"/>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7"/>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7"/>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7"/>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7"/>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7"/>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7"/>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7"/>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7"/>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7"/>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7"/>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7"/>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7"/>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7"/>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7"/>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7"/>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7"/>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7"/>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7"/>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2" name="Google Shape;7952;p57"/>
            <p:cNvGrpSpPr/>
            <p:nvPr/>
          </p:nvGrpSpPr>
          <p:grpSpPr>
            <a:xfrm>
              <a:off x="2517909" y="1188726"/>
              <a:ext cx="702702" cy="725214"/>
              <a:chOff x="2517909" y="1188726"/>
              <a:chExt cx="702702" cy="725214"/>
            </a:xfrm>
          </p:grpSpPr>
          <p:sp>
            <p:nvSpPr>
              <p:cNvPr id="7953" name="Google Shape;7953;p57"/>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7"/>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7"/>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7"/>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7"/>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58" name="Google Shape;7958;p57"/>
          <p:cNvGrpSpPr/>
          <p:nvPr/>
        </p:nvGrpSpPr>
        <p:grpSpPr>
          <a:xfrm>
            <a:off x="1654189" y="970936"/>
            <a:ext cx="583439" cy="870229"/>
            <a:chOff x="1716825" y="1121550"/>
            <a:chExt cx="622800" cy="928938"/>
          </a:xfrm>
        </p:grpSpPr>
        <p:grpSp>
          <p:nvGrpSpPr>
            <p:cNvPr id="7959" name="Google Shape;7959;p57"/>
            <p:cNvGrpSpPr/>
            <p:nvPr/>
          </p:nvGrpSpPr>
          <p:grpSpPr>
            <a:xfrm>
              <a:off x="1716825" y="1121550"/>
              <a:ext cx="622800" cy="928938"/>
              <a:chOff x="1716825" y="1121550"/>
              <a:chExt cx="622800" cy="928938"/>
            </a:xfrm>
          </p:grpSpPr>
          <p:cxnSp>
            <p:nvCxnSpPr>
              <p:cNvPr id="7960" name="Google Shape;7960;p57"/>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7961" name="Google Shape;7961;p57"/>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57"/>
            <p:cNvGrpSpPr/>
            <p:nvPr/>
          </p:nvGrpSpPr>
          <p:grpSpPr>
            <a:xfrm>
              <a:off x="1768050" y="1172775"/>
              <a:ext cx="520200" cy="832000"/>
              <a:chOff x="1768050" y="1172775"/>
              <a:chExt cx="520200" cy="832000"/>
            </a:xfrm>
          </p:grpSpPr>
          <p:cxnSp>
            <p:nvCxnSpPr>
              <p:cNvPr id="7963" name="Google Shape;7963;p57"/>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7964" name="Google Shape;7964;p57"/>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5" name="Google Shape;7965;p57"/>
            <p:cNvGrpSpPr/>
            <p:nvPr/>
          </p:nvGrpSpPr>
          <p:grpSpPr>
            <a:xfrm>
              <a:off x="1820100" y="1225475"/>
              <a:ext cx="416400" cy="729575"/>
              <a:chOff x="1820100" y="1225475"/>
              <a:chExt cx="416400" cy="729575"/>
            </a:xfrm>
          </p:grpSpPr>
          <p:cxnSp>
            <p:nvCxnSpPr>
              <p:cNvPr id="7966" name="Google Shape;7966;p57"/>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7967" name="Google Shape;7967;p57"/>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8" name="Google Shape;7968;p57"/>
            <p:cNvGrpSpPr/>
            <p:nvPr/>
          </p:nvGrpSpPr>
          <p:grpSpPr>
            <a:xfrm>
              <a:off x="1874250" y="1278825"/>
              <a:ext cx="308100" cy="605275"/>
              <a:chOff x="1874250" y="1278825"/>
              <a:chExt cx="308100" cy="605275"/>
            </a:xfrm>
          </p:grpSpPr>
          <p:cxnSp>
            <p:nvCxnSpPr>
              <p:cNvPr id="7969" name="Google Shape;7969;p57"/>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7970" name="Google Shape;7970;p57"/>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71" name="Google Shape;7971;p57"/>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2" name="Google Shape;7972;p57"/>
          <p:cNvGrpSpPr/>
          <p:nvPr/>
        </p:nvGrpSpPr>
        <p:grpSpPr>
          <a:xfrm>
            <a:off x="1574012" y="1857258"/>
            <a:ext cx="739072" cy="714152"/>
            <a:chOff x="4334725" y="1355875"/>
            <a:chExt cx="3106650" cy="3001900"/>
          </a:xfrm>
        </p:grpSpPr>
        <p:grpSp>
          <p:nvGrpSpPr>
            <p:cNvPr id="7973" name="Google Shape;7973;p57"/>
            <p:cNvGrpSpPr/>
            <p:nvPr/>
          </p:nvGrpSpPr>
          <p:grpSpPr>
            <a:xfrm>
              <a:off x="4516050" y="1724875"/>
              <a:ext cx="2693725" cy="2632900"/>
              <a:chOff x="4516050" y="1724875"/>
              <a:chExt cx="2693725" cy="2632900"/>
            </a:xfrm>
          </p:grpSpPr>
          <p:sp>
            <p:nvSpPr>
              <p:cNvPr id="7974" name="Google Shape;7974;p57"/>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7"/>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7"/>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57"/>
            <p:cNvGrpSpPr/>
            <p:nvPr/>
          </p:nvGrpSpPr>
          <p:grpSpPr>
            <a:xfrm>
              <a:off x="4334725" y="1355875"/>
              <a:ext cx="3106650" cy="2709650"/>
              <a:chOff x="4334725" y="1355875"/>
              <a:chExt cx="3106650" cy="2709650"/>
            </a:xfrm>
          </p:grpSpPr>
          <p:sp>
            <p:nvSpPr>
              <p:cNvPr id="7978" name="Google Shape;7978;p57"/>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7"/>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7"/>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81" name="Google Shape;7981;p57"/>
          <p:cNvGrpSpPr/>
          <p:nvPr/>
        </p:nvGrpSpPr>
        <p:grpSpPr>
          <a:xfrm>
            <a:off x="7690961" y="3488029"/>
            <a:ext cx="312074" cy="684173"/>
            <a:chOff x="7645573" y="3754300"/>
            <a:chExt cx="293855" cy="644170"/>
          </a:xfrm>
        </p:grpSpPr>
        <p:sp>
          <p:nvSpPr>
            <p:cNvPr id="7982" name="Google Shape;7982;p57"/>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7"/>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4" name="Google Shape;7984;p57"/>
          <p:cNvGrpSpPr/>
          <p:nvPr/>
        </p:nvGrpSpPr>
        <p:grpSpPr>
          <a:xfrm>
            <a:off x="5612949" y="970936"/>
            <a:ext cx="709011" cy="739359"/>
            <a:chOff x="5830645" y="1256617"/>
            <a:chExt cx="530340" cy="553040"/>
          </a:xfrm>
        </p:grpSpPr>
        <p:grpSp>
          <p:nvGrpSpPr>
            <p:cNvPr id="7985" name="Google Shape;7985;p57"/>
            <p:cNvGrpSpPr/>
            <p:nvPr/>
          </p:nvGrpSpPr>
          <p:grpSpPr>
            <a:xfrm>
              <a:off x="5830645" y="1256617"/>
              <a:ext cx="259743" cy="269909"/>
              <a:chOff x="5830645" y="1256617"/>
              <a:chExt cx="259743" cy="269909"/>
            </a:xfrm>
          </p:grpSpPr>
          <p:sp>
            <p:nvSpPr>
              <p:cNvPr id="7986" name="Google Shape;7986;p57"/>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7"/>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8" name="Google Shape;7988;p57"/>
            <p:cNvGrpSpPr/>
            <p:nvPr/>
          </p:nvGrpSpPr>
          <p:grpSpPr>
            <a:xfrm>
              <a:off x="6101293" y="1256617"/>
              <a:ext cx="259692" cy="269909"/>
              <a:chOff x="6101293" y="1256617"/>
              <a:chExt cx="259692" cy="269909"/>
            </a:xfrm>
          </p:grpSpPr>
          <p:sp>
            <p:nvSpPr>
              <p:cNvPr id="7989" name="Google Shape;7989;p57"/>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7"/>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1" name="Google Shape;7991;p57"/>
            <p:cNvGrpSpPr/>
            <p:nvPr/>
          </p:nvGrpSpPr>
          <p:grpSpPr>
            <a:xfrm>
              <a:off x="5830645" y="1539749"/>
              <a:ext cx="259692" cy="269909"/>
              <a:chOff x="5830645" y="1539749"/>
              <a:chExt cx="259692" cy="269909"/>
            </a:xfrm>
          </p:grpSpPr>
          <p:sp>
            <p:nvSpPr>
              <p:cNvPr id="7992" name="Google Shape;7992;p57"/>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7"/>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4" name="Google Shape;7994;p57"/>
            <p:cNvGrpSpPr/>
            <p:nvPr/>
          </p:nvGrpSpPr>
          <p:grpSpPr>
            <a:xfrm>
              <a:off x="6101293" y="1539749"/>
              <a:ext cx="259692" cy="269909"/>
              <a:chOff x="6101293" y="1539749"/>
              <a:chExt cx="259692" cy="269909"/>
            </a:xfrm>
          </p:grpSpPr>
          <p:sp>
            <p:nvSpPr>
              <p:cNvPr id="7995" name="Google Shape;7995;p57"/>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7"/>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97" name="Google Shape;7997;p57"/>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8" name="Google Shape;7998;p57"/>
          <p:cNvGrpSpPr/>
          <p:nvPr/>
        </p:nvGrpSpPr>
        <p:grpSpPr>
          <a:xfrm>
            <a:off x="714444" y="2707052"/>
            <a:ext cx="1452955" cy="621360"/>
            <a:chOff x="732422" y="2990152"/>
            <a:chExt cx="1337773" cy="572102"/>
          </a:xfrm>
        </p:grpSpPr>
        <p:sp>
          <p:nvSpPr>
            <p:cNvPr id="7999" name="Google Shape;7999;p57"/>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7"/>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7"/>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7"/>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7"/>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7"/>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0">
  <p:cSld>
    <p:spTree>
      <p:nvGrpSpPr>
        <p:cNvPr id="1" name="Shape 8008"/>
        <p:cNvGrpSpPr/>
        <p:nvPr/>
      </p:nvGrpSpPr>
      <p:grpSpPr>
        <a:xfrm>
          <a:off x="0" y="0"/>
          <a:ext cx="0" cy="0"/>
          <a:chOff x="0" y="0"/>
          <a:chExt cx="0" cy="0"/>
        </a:xfrm>
      </p:grpSpPr>
      <p:grpSp>
        <p:nvGrpSpPr>
          <p:cNvPr id="8009" name="Google Shape;8009;p58"/>
          <p:cNvGrpSpPr/>
          <p:nvPr/>
        </p:nvGrpSpPr>
        <p:grpSpPr>
          <a:xfrm>
            <a:off x="708579" y="965872"/>
            <a:ext cx="1636117" cy="1526144"/>
            <a:chOff x="729238" y="1179665"/>
            <a:chExt cx="1636117" cy="1526144"/>
          </a:xfrm>
        </p:grpSpPr>
        <p:grpSp>
          <p:nvGrpSpPr>
            <p:cNvPr id="8010" name="Google Shape;8010;p58"/>
            <p:cNvGrpSpPr/>
            <p:nvPr/>
          </p:nvGrpSpPr>
          <p:grpSpPr>
            <a:xfrm>
              <a:off x="729238" y="1179665"/>
              <a:ext cx="80700" cy="1526144"/>
              <a:chOff x="729238" y="1179665"/>
              <a:chExt cx="80700" cy="1526144"/>
            </a:xfrm>
          </p:grpSpPr>
          <p:sp>
            <p:nvSpPr>
              <p:cNvPr id="8011" name="Google Shape;8011;p58"/>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8"/>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8"/>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8"/>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58"/>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8"/>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8"/>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8"/>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8"/>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8"/>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58"/>
            <p:cNvGrpSpPr/>
            <p:nvPr/>
          </p:nvGrpSpPr>
          <p:grpSpPr>
            <a:xfrm>
              <a:off x="903098" y="1179665"/>
              <a:ext cx="80700" cy="1526144"/>
              <a:chOff x="903098" y="1179665"/>
              <a:chExt cx="80700" cy="1526144"/>
            </a:xfrm>
          </p:grpSpPr>
          <p:sp>
            <p:nvSpPr>
              <p:cNvPr id="8022" name="Google Shape;8022;p58"/>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8"/>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8"/>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58"/>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58"/>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58"/>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8"/>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8"/>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58"/>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8"/>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58"/>
            <p:cNvGrpSpPr/>
            <p:nvPr/>
          </p:nvGrpSpPr>
          <p:grpSpPr>
            <a:xfrm>
              <a:off x="1076958" y="1179665"/>
              <a:ext cx="80700" cy="1526144"/>
              <a:chOff x="1076958" y="1179665"/>
              <a:chExt cx="80700" cy="1526144"/>
            </a:xfrm>
          </p:grpSpPr>
          <p:sp>
            <p:nvSpPr>
              <p:cNvPr id="8033" name="Google Shape;8033;p58"/>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8"/>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58"/>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58"/>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8"/>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8"/>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8"/>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8"/>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8"/>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58"/>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3" name="Google Shape;8043;p58"/>
            <p:cNvGrpSpPr/>
            <p:nvPr/>
          </p:nvGrpSpPr>
          <p:grpSpPr>
            <a:xfrm>
              <a:off x="1247707" y="1179665"/>
              <a:ext cx="80700" cy="1526144"/>
              <a:chOff x="1247707" y="1179665"/>
              <a:chExt cx="80700" cy="1526144"/>
            </a:xfrm>
          </p:grpSpPr>
          <p:sp>
            <p:nvSpPr>
              <p:cNvPr id="8044" name="Google Shape;8044;p58"/>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8"/>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8"/>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58"/>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8"/>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8"/>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8"/>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8"/>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8"/>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8"/>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4" name="Google Shape;8054;p58"/>
            <p:cNvGrpSpPr/>
            <p:nvPr/>
          </p:nvGrpSpPr>
          <p:grpSpPr>
            <a:xfrm>
              <a:off x="1421567" y="1179665"/>
              <a:ext cx="80700" cy="1526144"/>
              <a:chOff x="1421567" y="1179665"/>
              <a:chExt cx="80700" cy="1526144"/>
            </a:xfrm>
          </p:grpSpPr>
          <p:sp>
            <p:nvSpPr>
              <p:cNvPr id="8055" name="Google Shape;8055;p58"/>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8"/>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8"/>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8"/>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8"/>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8"/>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8"/>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8"/>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8"/>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8"/>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58"/>
            <p:cNvGrpSpPr/>
            <p:nvPr/>
          </p:nvGrpSpPr>
          <p:grpSpPr>
            <a:xfrm>
              <a:off x="1592327" y="1179665"/>
              <a:ext cx="80700" cy="1526144"/>
              <a:chOff x="1592327" y="1179665"/>
              <a:chExt cx="80700" cy="1526144"/>
            </a:xfrm>
          </p:grpSpPr>
          <p:sp>
            <p:nvSpPr>
              <p:cNvPr id="8066" name="Google Shape;8066;p58"/>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8"/>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8"/>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8"/>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8"/>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8"/>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8"/>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8"/>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8"/>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8"/>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6" name="Google Shape;8076;p58"/>
            <p:cNvGrpSpPr/>
            <p:nvPr/>
          </p:nvGrpSpPr>
          <p:grpSpPr>
            <a:xfrm>
              <a:off x="1766187" y="1179665"/>
              <a:ext cx="80700" cy="1526144"/>
              <a:chOff x="1766187" y="1179665"/>
              <a:chExt cx="80700" cy="1526144"/>
            </a:xfrm>
          </p:grpSpPr>
          <p:sp>
            <p:nvSpPr>
              <p:cNvPr id="8077" name="Google Shape;8077;p58"/>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8"/>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8"/>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8"/>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8"/>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8"/>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8"/>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8"/>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8"/>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8"/>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7" name="Google Shape;8087;p58"/>
            <p:cNvGrpSpPr/>
            <p:nvPr/>
          </p:nvGrpSpPr>
          <p:grpSpPr>
            <a:xfrm>
              <a:off x="1936935" y="1179665"/>
              <a:ext cx="80700" cy="1526144"/>
              <a:chOff x="1936935" y="1179665"/>
              <a:chExt cx="80700" cy="1526144"/>
            </a:xfrm>
          </p:grpSpPr>
          <p:sp>
            <p:nvSpPr>
              <p:cNvPr id="8088" name="Google Shape;8088;p58"/>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8"/>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8"/>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8"/>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58"/>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8"/>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8"/>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8"/>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8"/>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8"/>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8" name="Google Shape;8098;p58"/>
            <p:cNvGrpSpPr/>
            <p:nvPr/>
          </p:nvGrpSpPr>
          <p:grpSpPr>
            <a:xfrm>
              <a:off x="2110795" y="1179665"/>
              <a:ext cx="80700" cy="1526144"/>
              <a:chOff x="2110795" y="1179665"/>
              <a:chExt cx="80700" cy="1526144"/>
            </a:xfrm>
          </p:grpSpPr>
          <p:sp>
            <p:nvSpPr>
              <p:cNvPr id="8099" name="Google Shape;8099;p58"/>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8"/>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8"/>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8"/>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8"/>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8"/>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8"/>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8"/>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8"/>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8"/>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9" name="Google Shape;8109;p58"/>
            <p:cNvGrpSpPr/>
            <p:nvPr/>
          </p:nvGrpSpPr>
          <p:grpSpPr>
            <a:xfrm>
              <a:off x="2284655" y="1179665"/>
              <a:ext cx="80700" cy="1526144"/>
              <a:chOff x="2284655" y="1179665"/>
              <a:chExt cx="80700" cy="1526144"/>
            </a:xfrm>
          </p:grpSpPr>
          <p:sp>
            <p:nvSpPr>
              <p:cNvPr id="8110" name="Google Shape;8110;p58"/>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8"/>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8"/>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8"/>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8"/>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8"/>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8"/>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8"/>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8"/>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8"/>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20" name="Google Shape;8120;p58"/>
          <p:cNvGrpSpPr/>
          <p:nvPr/>
        </p:nvGrpSpPr>
        <p:grpSpPr>
          <a:xfrm>
            <a:off x="2603245" y="985011"/>
            <a:ext cx="1364248" cy="1102133"/>
            <a:chOff x="2623904" y="1198803"/>
            <a:chExt cx="1364248" cy="1102133"/>
          </a:xfrm>
        </p:grpSpPr>
        <p:grpSp>
          <p:nvGrpSpPr>
            <p:cNvPr id="8121" name="Google Shape;8121;p58"/>
            <p:cNvGrpSpPr/>
            <p:nvPr/>
          </p:nvGrpSpPr>
          <p:grpSpPr>
            <a:xfrm>
              <a:off x="2623907" y="1198803"/>
              <a:ext cx="1364245" cy="273000"/>
              <a:chOff x="2623907" y="1198803"/>
              <a:chExt cx="1364245" cy="273000"/>
            </a:xfrm>
          </p:grpSpPr>
          <p:sp>
            <p:nvSpPr>
              <p:cNvPr id="8122" name="Google Shape;8122;p58"/>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8"/>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8"/>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8"/>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8"/>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7" name="Google Shape;8127;p58"/>
            <p:cNvGrpSpPr/>
            <p:nvPr/>
          </p:nvGrpSpPr>
          <p:grpSpPr>
            <a:xfrm>
              <a:off x="2623904" y="1476964"/>
              <a:ext cx="1364245" cy="273000"/>
              <a:chOff x="2623904" y="1476964"/>
              <a:chExt cx="1364245" cy="273000"/>
            </a:xfrm>
          </p:grpSpPr>
          <p:sp>
            <p:nvSpPr>
              <p:cNvPr id="8128" name="Google Shape;8128;p58"/>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8"/>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8"/>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8"/>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8"/>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58"/>
            <p:cNvGrpSpPr/>
            <p:nvPr/>
          </p:nvGrpSpPr>
          <p:grpSpPr>
            <a:xfrm>
              <a:off x="2623907" y="1749775"/>
              <a:ext cx="1364245" cy="273000"/>
              <a:chOff x="2623907" y="1749775"/>
              <a:chExt cx="1364245" cy="273000"/>
            </a:xfrm>
          </p:grpSpPr>
          <p:sp>
            <p:nvSpPr>
              <p:cNvPr id="8134" name="Google Shape;8134;p58"/>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8"/>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8"/>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8"/>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8"/>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9" name="Google Shape;8139;p58"/>
            <p:cNvGrpSpPr/>
            <p:nvPr/>
          </p:nvGrpSpPr>
          <p:grpSpPr>
            <a:xfrm>
              <a:off x="2623904" y="2027936"/>
              <a:ext cx="1364245" cy="273000"/>
              <a:chOff x="2623904" y="2027936"/>
              <a:chExt cx="1364245" cy="273000"/>
            </a:xfrm>
          </p:grpSpPr>
          <p:sp>
            <p:nvSpPr>
              <p:cNvPr id="8140" name="Google Shape;8140;p58"/>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8"/>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8"/>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8"/>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8"/>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45" name="Google Shape;8145;p58"/>
          <p:cNvGrpSpPr/>
          <p:nvPr/>
        </p:nvGrpSpPr>
        <p:grpSpPr>
          <a:xfrm>
            <a:off x="2592706" y="2444193"/>
            <a:ext cx="1387541" cy="159124"/>
            <a:chOff x="3200660" y="2180272"/>
            <a:chExt cx="2563824" cy="378237"/>
          </a:xfrm>
        </p:grpSpPr>
        <p:sp>
          <p:nvSpPr>
            <p:cNvPr id="8146" name="Google Shape;8146;p58"/>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8"/>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8"/>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8"/>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8"/>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8"/>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8"/>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8"/>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8"/>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8"/>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8"/>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8"/>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8"/>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58"/>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58"/>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58"/>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8"/>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8"/>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4" name="Google Shape;8164;p58"/>
          <p:cNvGrpSpPr/>
          <p:nvPr/>
        </p:nvGrpSpPr>
        <p:grpSpPr>
          <a:xfrm>
            <a:off x="2589231" y="2722018"/>
            <a:ext cx="1390502" cy="159625"/>
            <a:chOff x="3530150" y="2790075"/>
            <a:chExt cx="1962600" cy="225300"/>
          </a:xfrm>
        </p:grpSpPr>
        <p:sp>
          <p:nvSpPr>
            <p:cNvPr id="8165" name="Google Shape;8165;p58"/>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8"/>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58"/>
          <p:cNvGrpSpPr/>
          <p:nvPr/>
        </p:nvGrpSpPr>
        <p:grpSpPr>
          <a:xfrm>
            <a:off x="2589884" y="3000344"/>
            <a:ext cx="1411629" cy="153761"/>
            <a:chOff x="3558802" y="4011427"/>
            <a:chExt cx="1866000" cy="111300"/>
          </a:xfrm>
        </p:grpSpPr>
        <p:sp>
          <p:nvSpPr>
            <p:cNvPr id="8168" name="Google Shape;8168;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8"/>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0" name="Google Shape;8170;p58"/>
          <p:cNvGrpSpPr/>
          <p:nvPr/>
        </p:nvGrpSpPr>
        <p:grpSpPr>
          <a:xfrm>
            <a:off x="2589576" y="2205744"/>
            <a:ext cx="1383503" cy="119749"/>
            <a:chOff x="3465975" y="2270276"/>
            <a:chExt cx="1986364" cy="171929"/>
          </a:xfrm>
        </p:grpSpPr>
        <p:sp>
          <p:nvSpPr>
            <p:cNvPr id="8171" name="Google Shape;8171;p58"/>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58"/>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58"/>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58"/>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8"/>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8"/>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58"/>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58"/>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9" name="Google Shape;8179;p58"/>
          <p:cNvGrpSpPr/>
          <p:nvPr/>
        </p:nvGrpSpPr>
        <p:grpSpPr>
          <a:xfrm>
            <a:off x="2600584" y="3569394"/>
            <a:ext cx="1369531" cy="195460"/>
            <a:chOff x="723300" y="4253549"/>
            <a:chExt cx="2276482" cy="324900"/>
          </a:xfrm>
        </p:grpSpPr>
        <p:sp>
          <p:nvSpPr>
            <p:cNvPr id="8180" name="Google Shape;8180;p58"/>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58"/>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58"/>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58"/>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8"/>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5" name="Google Shape;8185;p58"/>
          <p:cNvGrpSpPr/>
          <p:nvPr/>
        </p:nvGrpSpPr>
        <p:grpSpPr>
          <a:xfrm>
            <a:off x="2590145" y="3270574"/>
            <a:ext cx="1389066" cy="180119"/>
            <a:chOff x="705948" y="3788465"/>
            <a:chExt cx="2308953" cy="299400"/>
          </a:xfrm>
        </p:grpSpPr>
        <p:sp>
          <p:nvSpPr>
            <p:cNvPr id="8186" name="Google Shape;8186;p58"/>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58"/>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8"/>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58"/>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58"/>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1" name="Google Shape;8191;p58"/>
          <p:cNvGrpSpPr/>
          <p:nvPr/>
        </p:nvGrpSpPr>
        <p:grpSpPr>
          <a:xfrm>
            <a:off x="2638082" y="3883554"/>
            <a:ext cx="1304609" cy="294074"/>
            <a:chOff x="2658741" y="4097347"/>
            <a:chExt cx="1304609" cy="294074"/>
          </a:xfrm>
        </p:grpSpPr>
        <p:grpSp>
          <p:nvGrpSpPr>
            <p:cNvPr id="8192" name="Google Shape;8192;p58"/>
            <p:cNvGrpSpPr/>
            <p:nvPr/>
          </p:nvGrpSpPr>
          <p:grpSpPr>
            <a:xfrm>
              <a:off x="2658741" y="4097347"/>
              <a:ext cx="118572" cy="294074"/>
              <a:chOff x="3343310" y="4475555"/>
              <a:chExt cx="127717" cy="316753"/>
            </a:xfrm>
          </p:grpSpPr>
          <p:sp>
            <p:nvSpPr>
              <p:cNvPr id="8193" name="Google Shape;8193;p58"/>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58"/>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5" name="Google Shape;8195;p58"/>
            <p:cNvGrpSpPr/>
            <p:nvPr/>
          </p:nvGrpSpPr>
          <p:grpSpPr>
            <a:xfrm>
              <a:off x="3815519" y="4098388"/>
              <a:ext cx="147831" cy="291991"/>
              <a:chOff x="3527539" y="4476677"/>
              <a:chExt cx="159232" cy="314510"/>
            </a:xfrm>
          </p:grpSpPr>
          <p:sp>
            <p:nvSpPr>
              <p:cNvPr id="8196" name="Google Shape;8196;p58"/>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8"/>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8" name="Google Shape;8198;p58"/>
            <p:cNvGrpSpPr/>
            <p:nvPr/>
          </p:nvGrpSpPr>
          <p:grpSpPr>
            <a:xfrm>
              <a:off x="3511696" y="4098388"/>
              <a:ext cx="147831" cy="291991"/>
              <a:chOff x="3527539" y="4476677"/>
              <a:chExt cx="159232" cy="314510"/>
            </a:xfrm>
          </p:grpSpPr>
          <p:sp>
            <p:nvSpPr>
              <p:cNvPr id="8199" name="Google Shape;8199;p58"/>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58"/>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1" name="Google Shape;8201;p58"/>
            <p:cNvGrpSpPr/>
            <p:nvPr/>
          </p:nvGrpSpPr>
          <p:grpSpPr>
            <a:xfrm>
              <a:off x="3207874" y="4098388"/>
              <a:ext cx="147831" cy="291991"/>
              <a:chOff x="3527539" y="4476677"/>
              <a:chExt cx="159232" cy="314510"/>
            </a:xfrm>
          </p:grpSpPr>
          <p:sp>
            <p:nvSpPr>
              <p:cNvPr id="8202" name="Google Shape;8202;p58"/>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58"/>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4" name="Google Shape;8204;p58"/>
            <p:cNvGrpSpPr/>
            <p:nvPr/>
          </p:nvGrpSpPr>
          <p:grpSpPr>
            <a:xfrm>
              <a:off x="2933305" y="4097347"/>
              <a:ext cx="118572" cy="294074"/>
              <a:chOff x="3343310" y="4475555"/>
              <a:chExt cx="127717" cy="316753"/>
            </a:xfrm>
          </p:grpSpPr>
          <p:sp>
            <p:nvSpPr>
              <p:cNvPr id="8205" name="Google Shape;8205;p58"/>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8"/>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07" name="Google Shape;8207;p58"/>
          <p:cNvGrpSpPr/>
          <p:nvPr/>
        </p:nvGrpSpPr>
        <p:grpSpPr>
          <a:xfrm>
            <a:off x="4256912" y="1866676"/>
            <a:ext cx="1433821" cy="191501"/>
            <a:chOff x="4273350" y="2080469"/>
            <a:chExt cx="1433821" cy="191501"/>
          </a:xfrm>
        </p:grpSpPr>
        <p:grpSp>
          <p:nvGrpSpPr>
            <p:cNvPr id="8208" name="Google Shape;8208;p58"/>
            <p:cNvGrpSpPr/>
            <p:nvPr/>
          </p:nvGrpSpPr>
          <p:grpSpPr>
            <a:xfrm>
              <a:off x="4273350" y="2080469"/>
              <a:ext cx="1433821" cy="0"/>
              <a:chOff x="5224975" y="2962250"/>
              <a:chExt cx="1544400" cy="0"/>
            </a:xfrm>
          </p:grpSpPr>
          <p:cxnSp>
            <p:nvCxnSpPr>
              <p:cNvPr id="8209" name="Google Shape;8209;p58"/>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210" name="Google Shape;8210;p58"/>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211" name="Google Shape;8211;p58"/>
            <p:cNvGrpSpPr/>
            <p:nvPr/>
          </p:nvGrpSpPr>
          <p:grpSpPr>
            <a:xfrm>
              <a:off x="4273350" y="2271969"/>
              <a:ext cx="1433821" cy="0"/>
              <a:chOff x="5224975" y="2962250"/>
              <a:chExt cx="1544400" cy="0"/>
            </a:xfrm>
          </p:grpSpPr>
          <p:cxnSp>
            <p:nvCxnSpPr>
              <p:cNvPr id="8212" name="Google Shape;8212;p58"/>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213" name="Google Shape;8213;p58"/>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214" name="Google Shape;8214;p58"/>
          <p:cNvGrpSpPr/>
          <p:nvPr/>
        </p:nvGrpSpPr>
        <p:grpSpPr>
          <a:xfrm>
            <a:off x="4258467" y="969244"/>
            <a:ext cx="1430711" cy="743389"/>
            <a:chOff x="5159450" y="1919950"/>
            <a:chExt cx="1541050" cy="862500"/>
          </a:xfrm>
        </p:grpSpPr>
        <p:sp>
          <p:nvSpPr>
            <p:cNvPr id="8215" name="Google Shape;8215;p58"/>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zh-TW" altLang="en-US"/>
            </a:p>
          </p:txBody>
        </p:sp>
        <p:grpSp>
          <p:nvGrpSpPr>
            <p:cNvPr id="8216" name="Google Shape;8216;p58"/>
            <p:cNvGrpSpPr/>
            <p:nvPr/>
          </p:nvGrpSpPr>
          <p:grpSpPr>
            <a:xfrm>
              <a:off x="5159450" y="1919950"/>
              <a:ext cx="1541050" cy="862500"/>
              <a:chOff x="5159450" y="1919950"/>
              <a:chExt cx="1541050" cy="862500"/>
            </a:xfrm>
          </p:grpSpPr>
          <p:cxnSp>
            <p:nvCxnSpPr>
              <p:cNvPr id="8217" name="Google Shape;8217;p58"/>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218" name="Google Shape;8218;p58"/>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219" name="Google Shape;8219;p58"/>
          <p:cNvGrpSpPr/>
          <p:nvPr/>
        </p:nvGrpSpPr>
        <p:grpSpPr>
          <a:xfrm>
            <a:off x="4248581" y="2192571"/>
            <a:ext cx="1450484" cy="1052087"/>
            <a:chOff x="5230575" y="1554475"/>
            <a:chExt cx="2137150" cy="1550150"/>
          </a:xfrm>
        </p:grpSpPr>
        <p:sp>
          <p:nvSpPr>
            <p:cNvPr id="8220" name="Google Shape;8220;p58"/>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8"/>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58"/>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8"/>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58"/>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58"/>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8"/>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58"/>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58"/>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8"/>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8"/>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8"/>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8"/>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3" name="Google Shape;8233;p58"/>
          <p:cNvGrpSpPr/>
          <p:nvPr/>
        </p:nvGrpSpPr>
        <p:grpSpPr>
          <a:xfrm rot="10800000">
            <a:off x="4265131" y="3284761"/>
            <a:ext cx="1417383" cy="887946"/>
            <a:chOff x="5645403" y="2920021"/>
            <a:chExt cx="2650800" cy="2180614"/>
          </a:xfrm>
        </p:grpSpPr>
        <p:sp>
          <p:nvSpPr>
            <p:cNvPr id="8234" name="Google Shape;8234;p58"/>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35" name="Google Shape;8235;p58"/>
            <p:cNvCxnSpPr>
              <a:stCxn id="823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236" name="Google Shape;8236;p58"/>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37" name="Google Shape;8237;p58"/>
            <p:cNvCxnSpPr>
              <a:endCxn id="823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238" name="Google Shape;8238;p58"/>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39" name="Google Shape;8239;p58"/>
            <p:cNvCxnSpPr>
              <a:stCxn id="823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240" name="Google Shape;8240;p58"/>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41" name="Google Shape;8241;p58"/>
            <p:cNvCxnSpPr>
              <a:endCxn id="824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242" name="Google Shape;8242;p58"/>
          <p:cNvGrpSpPr/>
          <p:nvPr/>
        </p:nvGrpSpPr>
        <p:grpSpPr>
          <a:xfrm>
            <a:off x="7365491" y="2188116"/>
            <a:ext cx="1071743" cy="1021579"/>
            <a:chOff x="7189833" y="2022667"/>
            <a:chExt cx="1251159" cy="1192597"/>
          </a:xfrm>
        </p:grpSpPr>
        <p:sp>
          <p:nvSpPr>
            <p:cNvPr id="8243" name="Google Shape;8243;p58"/>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58"/>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8"/>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58"/>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7" name="Google Shape;8247;p58"/>
          <p:cNvGrpSpPr/>
          <p:nvPr/>
        </p:nvGrpSpPr>
        <p:grpSpPr>
          <a:xfrm>
            <a:off x="706762" y="2614523"/>
            <a:ext cx="1695374" cy="1560837"/>
            <a:chOff x="727421" y="2828315"/>
            <a:chExt cx="1695374" cy="1560837"/>
          </a:xfrm>
        </p:grpSpPr>
        <p:grpSp>
          <p:nvGrpSpPr>
            <p:cNvPr id="8248" name="Google Shape;8248;p58"/>
            <p:cNvGrpSpPr/>
            <p:nvPr/>
          </p:nvGrpSpPr>
          <p:grpSpPr>
            <a:xfrm>
              <a:off x="819108" y="2882501"/>
              <a:ext cx="103104" cy="1426186"/>
              <a:chOff x="4674013" y="3100904"/>
              <a:chExt cx="122758" cy="1698043"/>
            </a:xfrm>
          </p:grpSpPr>
          <p:sp>
            <p:nvSpPr>
              <p:cNvPr id="8249" name="Google Shape;8249;p58"/>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8"/>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8"/>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8"/>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8"/>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8"/>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8"/>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6" name="Google Shape;8256;p58"/>
            <p:cNvGrpSpPr/>
            <p:nvPr/>
          </p:nvGrpSpPr>
          <p:grpSpPr>
            <a:xfrm>
              <a:off x="1062475" y="2882501"/>
              <a:ext cx="103104" cy="1426186"/>
              <a:chOff x="4940438" y="3100904"/>
              <a:chExt cx="122758" cy="1698043"/>
            </a:xfrm>
          </p:grpSpPr>
          <p:sp>
            <p:nvSpPr>
              <p:cNvPr id="8257" name="Google Shape;8257;p58"/>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58"/>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8"/>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8"/>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8"/>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8"/>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8"/>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4" name="Google Shape;8264;p58"/>
            <p:cNvGrpSpPr/>
            <p:nvPr/>
          </p:nvGrpSpPr>
          <p:grpSpPr>
            <a:xfrm>
              <a:off x="1299324" y="2882501"/>
              <a:ext cx="103104" cy="1426186"/>
              <a:chOff x="5206863" y="3100904"/>
              <a:chExt cx="122758" cy="1698043"/>
            </a:xfrm>
          </p:grpSpPr>
          <p:sp>
            <p:nvSpPr>
              <p:cNvPr id="8265" name="Google Shape;8265;p58"/>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8"/>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8"/>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8"/>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8"/>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58"/>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8"/>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2" name="Google Shape;8272;p58"/>
            <p:cNvGrpSpPr/>
            <p:nvPr/>
          </p:nvGrpSpPr>
          <p:grpSpPr>
            <a:xfrm>
              <a:off x="1786057" y="2882501"/>
              <a:ext cx="103104" cy="1426186"/>
              <a:chOff x="6006138" y="3143629"/>
              <a:chExt cx="122758" cy="1698043"/>
            </a:xfrm>
          </p:grpSpPr>
          <p:sp>
            <p:nvSpPr>
              <p:cNvPr id="8273" name="Google Shape;8273;p58"/>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8"/>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8"/>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8"/>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58"/>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8"/>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8"/>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0" name="Google Shape;8280;p58"/>
            <p:cNvGrpSpPr/>
            <p:nvPr/>
          </p:nvGrpSpPr>
          <p:grpSpPr>
            <a:xfrm>
              <a:off x="2029422" y="2882501"/>
              <a:ext cx="103104" cy="1426186"/>
              <a:chOff x="6805413" y="3100904"/>
              <a:chExt cx="122758" cy="1698043"/>
            </a:xfrm>
          </p:grpSpPr>
          <p:sp>
            <p:nvSpPr>
              <p:cNvPr id="8281" name="Google Shape;8281;p58"/>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58"/>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8"/>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8"/>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8"/>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58"/>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58"/>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8" name="Google Shape;8288;p58"/>
            <p:cNvGrpSpPr/>
            <p:nvPr/>
          </p:nvGrpSpPr>
          <p:grpSpPr>
            <a:xfrm>
              <a:off x="727421" y="2828315"/>
              <a:ext cx="1695374" cy="1560837"/>
              <a:chOff x="734799" y="2782450"/>
              <a:chExt cx="1571100" cy="1577400"/>
            </a:xfrm>
          </p:grpSpPr>
          <p:cxnSp>
            <p:nvCxnSpPr>
              <p:cNvPr id="8289" name="Google Shape;8289;p58"/>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290" name="Google Shape;8290;p58"/>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291" name="Google Shape;8291;p58"/>
            <p:cNvGrpSpPr/>
            <p:nvPr/>
          </p:nvGrpSpPr>
          <p:grpSpPr>
            <a:xfrm>
              <a:off x="2272795" y="2882501"/>
              <a:ext cx="103104" cy="1426186"/>
              <a:chOff x="5206863" y="3100904"/>
              <a:chExt cx="122758" cy="1698043"/>
            </a:xfrm>
          </p:grpSpPr>
          <p:sp>
            <p:nvSpPr>
              <p:cNvPr id="8292" name="Google Shape;8292;p58"/>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8"/>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8"/>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8"/>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8"/>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58"/>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58"/>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9" name="Google Shape;8299;p58"/>
            <p:cNvGrpSpPr/>
            <p:nvPr/>
          </p:nvGrpSpPr>
          <p:grpSpPr>
            <a:xfrm>
              <a:off x="1542694" y="2882501"/>
              <a:ext cx="103104" cy="1426186"/>
              <a:chOff x="6006138" y="3143629"/>
              <a:chExt cx="122758" cy="1698043"/>
            </a:xfrm>
          </p:grpSpPr>
          <p:sp>
            <p:nvSpPr>
              <p:cNvPr id="8300" name="Google Shape;8300;p58"/>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8"/>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58"/>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58"/>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8"/>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58"/>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58"/>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07" name="Google Shape;8307;p58"/>
          <p:cNvGrpSpPr/>
          <p:nvPr/>
        </p:nvGrpSpPr>
        <p:grpSpPr>
          <a:xfrm>
            <a:off x="5915341" y="2192094"/>
            <a:ext cx="1248543" cy="1025319"/>
            <a:chOff x="5183758" y="1210600"/>
            <a:chExt cx="3605380" cy="2960783"/>
          </a:xfrm>
        </p:grpSpPr>
        <p:sp>
          <p:nvSpPr>
            <p:cNvPr id="8308" name="Google Shape;8308;p58"/>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58"/>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58"/>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58"/>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12" name="Google Shape;8312;p58"/>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313" name="Google Shape;8313;p58"/>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314" name="Google Shape;8314;p58"/>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315" name="Google Shape;8315;p58"/>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316" name="Google Shape;8316;p58"/>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7" name="Google Shape;8317;p58"/>
          <p:cNvGrpSpPr/>
          <p:nvPr/>
        </p:nvGrpSpPr>
        <p:grpSpPr>
          <a:xfrm>
            <a:off x="5772403" y="3330411"/>
            <a:ext cx="2664831" cy="843440"/>
            <a:chOff x="5916567" y="1099697"/>
            <a:chExt cx="2556683" cy="809211"/>
          </a:xfrm>
        </p:grpSpPr>
        <p:sp>
          <p:nvSpPr>
            <p:cNvPr id="8318" name="Google Shape;8318;p58"/>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58"/>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58"/>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8"/>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8"/>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8"/>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8"/>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8"/>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58"/>
          <p:cNvGrpSpPr/>
          <p:nvPr/>
        </p:nvGrpSpPr>
        <p:grpSpPr>
          <a:xfrm>
            <a:off x="5879943" y="979270"/>
            <a:ext cx="1299851" cy="1023338"/>
            <a:chOff x="5900602" y="1193063"/>
            <a:chExt cx="1299851" cy="1023338"/>
          </a:xfrm>
        </p:grpSpPr>
        <p:grpSp>
          <p:nvGrpSpPr>
            <p:cNvPr id="8327" name="Google Shape;8327;p58"/>
            <p:cNvGrpSpPr/>
            <p:nvPr/>
          </p:nvGrpSpPr>
          <p:grpSpPr>
            <a:xfrm>
              <a:off x="6743564" y="1193063"/>
              <a:ext cx="456889" cy="700379"/>
              <a:chOff x="6743564" y="1193063"/>
              <a:chExt cx="456889" cy="700379"/>
            </a:xfrm>
          </p:grpSpPr>
          <p:grpSp>
            <p:nvGrpSpPr>
              <p:cNvPr id="8328" name="Google Shape;8328;p58"/>
              <p:cNvGrpSpPr/>
              <p:nvPr/>
            </p:nvGrpSpPr>
            <p:grpSpPr>
              <a:xfrm>
                <a:off x="6743564" y="1690731"/>
                <a:ext cx="214402" cy="202710"/>
                <a:chOff x="6743564" y="1690731"/>
                <a:chExt cx="214402" cy="202710"/>
              </a:xfrm>
            </p:grpSpPr>
            <p:sp>
              <p:nvSpPr>
                <p:cNvPr id="8329" name="Google Shape;8329;p58"/>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8"/>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1" name="Google Shape;8331;p58"/>
              <p:cNvGrpSpPr/>
              <p:nvPr/>
            </p:nvGrpSpPr>
            <p:grpSpPr>
              <a:xfrm>
                <a:off x="6915505" y="1193063"/>
                <a:ext cx="284947" cy="589637"/>
                <a:chOff x="6915505" y="1193063"/>
                <a:chExt cx="284947" cy="589637"/>
              </a:xfrm>
            </p:grpSpPr>
            <p:sp>
              <p:nvSpPr>
                <p:cNvPr id="8332" name="Google Shape;8332;p58"/>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33" name="Google Shape;8333;p58"/>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334" name="Google Shape;8334;p58"/>
            <p:cNvGrpSpPr/>
            <p:nvPr/>
          </p:nvGrpSpPr>
          <p:grpSpPr>
            <a:xfrm>
              <a:off x="6520337" y="1193063"/>
              <a:ext cx="341815" cy="801589"/>
              <a:chOff x="6520337" y="1193063"/>
              <a:chExt cx="341815" cy="801589"/>
            </a:xfrm>
          </p:grpSpPr>
          <p:grpSp>
            <p:nvGrpSpPr>
              <p:cNvPr id="8335" name="Google Shape;8335;p58"/>
              <p:cNvGrpSpPr/>
              <p:nvPr/>
            </p:nvGrpSpPr>
            <p:grpSpPr>
              <a:xfrm>
                <a:off x="6520337" y="1589527"/>
                <a:ext cx="213950" cy="405125"/>
                <a:chOff x="6520337" y="1589527"/>
                <a:chExt cx="213950" cy="405125"/>
              </a:xfrm>
            </p:grpSpPr>
            <p:sp>
              <p:nvSpPr>
                <p:cNvPr id="8336" name="Google Shape;8336;p58"/>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8"/>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8" name="Google Shape;8338;p58"/>
              <p:cNvGrpSpPr/>
              <p:nvPr/>
            </p:nvGrpSpPr>
            <p:grpSpPr>
              <a:xfrm>
                <a:off x="6577204" y="1193063"/>
                <a:ext cx="284947" cy="453562"/>
                <a:chOff x="6577204" y="1193063"/>
                <a:chExt cx="284947" cy="453562"/>
              </a:xfrm>
            </p:grpSpPr>
            <p:sp>
              <p:nvSpPr>
                <p:cNvPr id="8339" name="Google Shape;8339;p58"/>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40" name="Google Shape;8340;p58"/>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341" name="Google Shape;8341;p58"/>
            <p:cNvGrpSpPr/>
            <p:nvPr/>
          </p:nvGrpSpPr>
          <p:grpSpPr>
            <a:xfrm>
              <a:off x="6238903" y="1193063"/>
              <a:ext cx="300475" cy="901782"/>
              <a:chOff x="6238903" y="1193063"/>
              <a:chExt cx="300475" cy="901782"/>
            </a:xfrm>
          </p:grpSpPr>
          <p:grpSp>
            <p:nvGrpSpPr>
              <p:cNvPr id="8342" name="Google Shape;8342;p58"/>
              <p:cNvGrpSpPr/>
              <p:nvPr/>
            </p:nvGrpSpPr>
            <p:grpSpPr>
              <a:xfrm>
                <a:off x="6290865" y="1489315"/>
                <a:ext cx="248514" cy="605530"/>
                <a:chOff x="6290865" y="1489315"/>
                <a:chExt cx="248514" cy="605530"/>
              </a:xfrm>
            </p:grpSpPr>
            <p:sp>
              <p:nvSpPr>
                <p:cNvPr id="8343" name="Google Shape;8343;p58"/>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8"/>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58"/>
              <p:cNvGrpSpPr/>
              <p:nvPr/>
            </p:nvGrpSpPr>
            <p:grpSpPr>
              <a:xfrm>
                <a:off x="6238903" y="1193063"/>
                <a:ext cx="284947" cy="327512"/>
                <a:chOff x="6238903" y="1193063"/>
                <a:chExt cx="284947" cy="327512"/>
              </a:xfrm>
            </p:grpSpPr>
            <p:sp>
              <p:nvSpPr>
                <p:cNvPr id="8346" name="Google Shape;8346;p58"/>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47" name="Google Shape;8347;p58"/>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348" name="Google Shape;8348;p58"/>
            <p:cNvGrpSpPr/>
            <p:nvPr/>
          </p:nvGrpSpPr>
          <p:grpSpPr>
            <a:xfrm>
              <a:off x="5900602" y="1193063"/>
              <a:ext cx="444345" cy="1023338"/>
              <a:chOff x="5900602" y="1193063"/>
              <a:chExt cx="444345" cy="1023338"/>
            </a:xfrm>
          </p:grpSpPr>
          <p:grpSp>
            <p:nvGrpSpPr>
              <p:cNvPr id="8349" name="Google Shape;8349;p58"/>
              <p:cNvGrpSpPr/>
              <p:nvPr/>
            </p:nvGrpSpPr>
            <p:grpSpPr>
              <a:xfrm>
                <a:off x="6046501" y="1367785"/>
                <a:ext cx="298446" cy="848616"/>
                <a:chOff x="6046501" y="1367785"/>
                <a:chExt cx="298446" cy="848616"/>
              </a:xfrm>
            </p:grpSpPr>
            <p:sp>
              <p:nvSpPr>
                <p:cNvPr id="8350" name="Google Shape;8350;p58"/>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2" name="Google Shape;8352;p58"/>
              <p:cNvGrpSpPr/>
              <p:nvPr/>
            </p:nvGrpSpPr>
            <p:grpSpPr>
              <a:xfrm>
                <a:off x="5900602" y="1193063"/>
                <a:ext cx="284947" cy="182312"/>
                <a:chOff x="5900602" y="1193063"/>
                <a:chExt cx="284947" cy="182312"/>
              </a:xfrm>
            </p:grpSpPr>
            <p:sp>
              <p:nvSpPr>
                <p:cNvPr id="8353" name="Google Shape;8353;p58"/>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54" name="Google Shape;8354;p58"/>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355" name="Google Shape;8355;p58"/>
          <p:cNvGrpSpPr/>
          <p:nvPr/>
        </p:nvGrpSpPr>
        <p:grpSpPr>
          <a:xfrm>
            <a:off x="7217825" y="979415"/>
            <a:ext cx="1219413" cy="1051365"/>
            <a:chOff x="7287122" y="1165658"/>
            <a:chExt cx="1219413" cy="1051365"/>
          </a:xfrm>
        </p:grpSpPr>
        <p:grpSp>
          <p:nvGrpSpPr>
            <p:cNvPr id="8356" name="Google Shape;8356;p58"/>
            <p:cNvGrpSpPr/>
            <p:nvPr/>
          </p:nvGrpSpPr>
          <p:grpSpPr>
            <a:xfrm>
              <a:off x="7287122" y="1969723"/>
              <a:ext cx="1219413" cy="247300"/>
              <a:chOff x="7287122" y="1969723"/>
              <a:chExt cx="1219413" cy="247300"/>
            </a:xfrm>
          </p:grpSpPr>
          <p:sp>
            <p:nvSpPr>
              <p:cNvPr id="8357" name="Google Shape;8357;p58"/>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8" name="Google Shape;8358;p58"/>
              <p:cNvGrpSpPr/>
              <p:nvPr/>
            </p:nvGrpSpPr>
            <p:grpSpPr>
              <a:xfrm>
                <a:off x="7287122" y="2063892"/>
                <a:ext cx="1151753" cy="73428"/>
                <a:chOff x="7287122" y="2063892"/>
                <a:chExt cx="1151753" cy="73428"/>
              </a:xfrm>
            </p:grpSpPr>
            <p:sp>
              <p:nvSpPr>
                <p:cNvPr id="8359" name="Google Shape;8359;p58"/>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60" name="Google Shape;8360;p58"/>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361" name="Google Shape;8361;p58"/>
            <p:cNvGrpSpPr/>
            <p:nvPr/>
          </p:nvGrpSpPr>
          <p:grpSpPr>
            <a:xfrm>
              <a:off x="7287122" y="1712201"/>
              <a:ext cx="1219403" cy="246767"/>
              <a:chOff x="7287122" y="1712201"/>
              <a:chExt cx="1219403" cy="246767"/>
            </a:xfrm>
          </p:grpSpPr>
          <p:sp>
            <p:nvSpPr>
              <p:cNvPr id="8362" name="Google Shape;8362;p58"/>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3" name="Google Shape;8363;p58"/>
              <p:cNvGrpSpPr/>
              <p:nvPr/>
            </p:nvGrpSpPr>
            <p:grpSpPr>
              <a:xfrm>
                <a:off x="7287122" y="1842861"/>
                <a:ext cx="1005303" cy="73419"/>
                <a:chOff x="7287122" y="1842861"/>
                <a:chExt cx="1005303" cy="73419"/>
              </a:xfrm>
            </p:grpSpPr>
            <p:sp>
              <p:nvSpPr>
                <p:cNvPr id="8364" name="Google Shape;8364;p58"/>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65" name="Google Shape;8365;p58"/>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366" name="Google Shape;8366;p58"/>
            <p:cNvGrpSpPr/>
            <p:nvPr/>
          </p:nvGrpSpPr>
          <p:grpSpPr>
            <a:xfrm>
              <a:off x="7287122" y="1447520"/>
              <a:ext cx="1219403" cy="286667"/>
              <a:chOff x="7287122" y="1447520"/>
              <a:chExt cx="1219403" cy="286667"/>
            </a:xfrm>
          </p:grpSpPr>
          <p:sp>
            <p:nvSpPr>
              <p:cNvPr id="8367" name="Google Shape;8367;p58"/>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8" name="Google Shape;8368;p58"/>
              <p:cNvGrpSpPr/>
              <p:nvPr/>
            </p:nvGrpSpPr>
            <p:grpSpPr>
              <a:xfrm>
                <a:off x="7287122" y="1581977"/>
                <a:ext cx="852803" cy="73428"/>
                <a:chOff x="7287122" y="1581977"/>
                <a:chExt cx="852803" cy="73428"/>
              </a:xfrm>
            </p:grpSpPr>
            <p:sp>
              <p:nvSpPr>
                <p:cNvPr id="8369" name="Google Shape;8369;p58"/>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70" name="Google Shape;8370;p58"/>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371" name="Google Shape;8371;p58"/>
            <p:cNvGrpSpPr/>
            <p:nvPr/>
          </p:nvGrpSpPr>
          <p:grpSpPr>
            <a:xfrm>
              <a:off x="7287122" y="1165658"/>
              <a:ext cx="1219403" cy="344253"/>
              <a:chOff x="7287122" y="1165658"/>
              <a:chExt cx="1219403" cy="344253"/>
            </a:xfrm>
          </p:grpSpPr>
          <p:sp>
            <p:nvSpPr>
              <p:cNvPr id="8372" name="Google Shape;8372;p58"/>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3" name="Google Shape;8373;p58"/>
              <p:cNvGrpSpPr/>
              <p:nvPr/>
            </p:nvGrpSpPr>
            <p:grpSpPr>
              <a:xfrm>
                <a:off x="7287122" y="1341025"/>
                <a:ext cx="695703" cy="73419"/>
                <a:chOff x="7287122" y="1341025"/>
                <a:chExt cx="695703" cy="73419"/>
              </a:xfrm>
            </p:grpSpPr>
            <p:sp>
              <p:nvSpPr>
                <p:cNvPr id="8374" name="Google Shape;8374;p58"/>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75" name="Google Shape;8375;p58"/>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8379"/>
        <p:cNvGrpSpPr/>
        <p:nvPr/>
      </p:nvGrpSpPr>
      <p:grpSpPr>
        <a:xfrm>
          <a:off x="0" y="0"/>
          <a:ext cx="0" cy="0"/>
          <a:chOff x="0" y="0"/>
          <a:chExt cx="0" cy="0"/>
        </a:xfrm>
      </p:grpSpPr>
      <p:grpSp>
        <p:nvGrpSpPr>
          <p:cNvPr id="8380" name="Google Shape;8380;p59"/>
          <p:cNvGrpSpPr/>
          <p:nvPr/>
        </p:nvGrpSpPr>
        <p:grpSpPr>
          <a:xfrm>
            <a:off x="846551" y="2273217"/>
            <a:ext cx="415546" cy="355053"/>
            <a:chOff x="866243" y="2291587"/>
            <a:chExt cx="415546" cy="355053"/>
          </a:xfrm>
        </p:grpSpPr>
        <p:sp>
          <p:nvSpPr>
            <p:cNvPr id="8381" name="Google Shape;8381;p59"/>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9"/>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9"/>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9"/>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9"/>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6" name="Google Shape;8386;p59"/>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7" name="Google Shape;8387;p59"/>
          <p:cNvGrpSpPr/>
          <p:nvPr/>
        </p:nvGrpSpPr>
        <p:grpSpPr>
          <a:xfrm>
            <a:off x="1938828" y="2284205"/>
            <a:ext cx="359213" cy="327807"/>
            <a:chOff x="1958520" y="2302574"/>
            <a:chExt cx="359213" cy="327807"/>
          </a:xfrm>
        </p:grpSpPr>
        <p:sp>
          <p:nvSpPr>
            <p:cNvPr id="8388" name="Google Shape;8388;p59"/>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9"/>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9"/>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59"/>
          <p:cNvGrpSpPr/>
          <p:nvPr/>
        </p:nvGrpSpPr>
        <p:grpSpPr>
          <a:xfrm>
            <a:off x="2560190" y="2269057"/>
            <a:ext cx="207582" cy="359594"/>
            <a:chOff x="2656082" y="2287427"/>
            <a:chExt cx="207582" cy="359594"/>
          </a:xfrm>
        </p:grpSpPr>
        <p:sp>
          <p:nvSpPr>
            <p:cNvPr id="8392" name="Google Shape;8392;p59"/>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9"/>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9"/>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9"/>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6" name="Google Shape;8396;p59"/>
          <p:cNvGrpSpPr/>
          <p:nvPr/>
        </p:nvGrpSpPr>
        <p:grpSpPr>
          <a:xfrm>
            <a:off x="3029961" y="2303099"/>
            <a:ext cx="362991" cy="290018"/>
            <a:chOff x="3049653" y="2321468"/>
            <a:chExt cx="362991" cy="290018"/>
          </a:xfrm>
        </p:grpSpPr>
        <p:sp>
          <p:nvSpPr>
            <p:cNvPr id="8397" name="Google Shape;8397;p59"/>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9"/>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9"/>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9"/>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1" name="Google Shape;8401;p59"/>
          <p:cNvGrpSpPr/>
          <p:nvPr/>
        </p:nvGrpSpPr>
        <p:grpSpPr>
          <a:xfrm>
            <a:off x="3544551" y="2271534"/>
            <a:ext cx="422342" cy="355243"/>
            <a:chOff x="3564243" y="2289904"/>
            <a:chExt cx="422342" cy="355243"/>
          </a:xfrm>
        </p:grpSpPr>
        <p:sp>
          <p:nvSpPr>
            <p:cNvPr id="8402" name="Google Shape;8402;p59"/>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59"/>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59"/>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9"/>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9"/>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07" name="Google Shape;8407;p59"/>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08" name="Google Shape;8408;p59"/>
          <p:cNvGrpSpPr/>
          <p:nvPr/>
        </p:nvGrpSpPr>
        <p:grpSpPr>
          <a:xfrm>
            <a:off x="4668202" y="2271344"/>
            <a:ext cx="359594" cy="353909"/>
            <a:chOff x="4687894" y="2289713"/>
            <a:chExt cx="359594" cy="353909"/>
          </a:xfrm>
        </p:grpSpPr>
        <p:sp>
          <p:nvSpPr>
            <p:cNvPr id="8409" name="Google Shape;8409;p59"/>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59"/>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9"/>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12" name="Google Shape;8412;p59"/>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13" name="Google Shape;8413;p59"/>
          <p:cNvGrpSpPr/>
          <p:nvPr/>
        </p:nvGrpSpPr>
        <p:grpSpPr>
          <a:xfrm>
            <a:off x="6352932" y="2289857"/>
            <a:ext cx="263567" cy="317614"/>
            <a:chOff x="6421399" y="2308227"/>
            <a:chExt cx="263567" cy="317614"/>
          </a:xfrm>
        </p:grpSpPr>
        <p:sp>
          <p:nvSpPr>
            <p:cNvPr id="8414" name="Google Shape;8414;p59"/>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9"/>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59"/>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59"/>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8" name="Google Shape;8418;p59"/>
          <p:cNvGrpSpPr/>
          <p:nvPr/>
        </p:nvGrpSpPr>
        <p:grpSpPr>
          <a:xfrm>
            <a:off x="6850501" y="2277250"/>
            <a:ext cx="360356" cy="343462"/>
            <a:chOff x="6870193" y="2295620"/>
            <a:chExt cx="360356" cy="343462"/>
          </a:xfrm>
        </p:grpSpPr>
        <p:sp>
          <p:nvSpPr>
            <p:cNvPr id="8419" name="Google Shape;8419;p59"/>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9"/>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1" name="Google Shape;8421;p59"/>
          <p:cNvGrpSpPr/>
          <p:nvPr/>
        </p:nvGrpSpPr>
        <p:grpSpPr>
          <a:xfrm>
            <a:off x="7421773" y="2284490"/>
            <a:ext cx="342192" cy="327140"/>
            <a:chOff x="7441465" y="2302860"/>
            <a:chExt cx="342192" cy="327140"/>
          </a:xfrm>
        </p:grpSpPr>
        <p:sp>
          <p:nvSpPr>
            <p:cNvPr id="8422" name="Google Shape;8422;p59"/>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9"/>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4" name="Google Shape;8424;p59"/>
          <p:cNvGrpSpPr/>
          <p:nvPr/>
        </p:nvGrpSpPr>
        <p:grpSpPr>
          <a:xfrm>
            <a:off x="7969991" y="2331837"/>
            <a:ext cx="332761" cy="234066"/>
            <a:chOff x="7989683" y="2350207"/>
            <a:chExt cx="332761" cy="234066"/>
          </a:xfrm>
        </p:grpSpPr>
        <p:sp>
          <p:nvSpPr>
            <p:cNvPr id="8425" name="Google Shape;8425;p59"/>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59"/>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59"/>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59"/>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9"/>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59"/>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1" name="Google Shape;8431;p59"/>
          <p:cNvGrpSpPr/>
          <p:nvPr/>
        </p:nvGrpSpPr>
        <p:grpSpPr>
          <a:xfrm>
            <a:off x="5803602" y="2291381"/>
            <a:ext cx="315327" cy="314978"/>
            <a:chOff x="5823294" y="2309751"/>
            <a:chExt cx="315327" cy="314978"/>
          </a:xfrm>
        </p:grpSpPr>
        <p:sp>
          <p:nvSpPr>
            <p:cNvPr id="8432" name="Google Shape;8432;p59"/>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9"/>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9"/>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9"/>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9"/>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9"/>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59"/>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59"/>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59"/>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59"/>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59"/>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59"/>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9"/>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9"/>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59"/>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59"/>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59"/>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9" name="Google Shape;8449;p59"/>
          <p:cNvGrpSpPr/>
          <p:nvPr/>
        </p:nvGrpSpPr>
        <p:grpSpPr>
          <a:xfrm>
            <a:off x="2477583" y="2725790"/>
            <a:ext cx="370930" cy="370549"/>
            <a:chOff x="2497275" y="2744159"/>
            <a:chExt cx="370930" cy="370549"/>
          </a:xfrm>
        </p:grpSpPr>
        <p:sp>
          <p:nvSpPr>
            <p:cNvPr id="8450" name="Google Shape;8450;p59"/>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59"/>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59"/>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59"/>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59"/>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59"/>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6" name="Google Shape;8456;p59"/>
          <p:cNvGrpSpPr/>
          <p:nvPr/>
        </p:nvGrpSpPr>
        <p:grpSpPr>
          <a:xfrm>
            <a:off x="841248" y="2728108"/>
            <a:ext cx="371883" cy="365691"/>
            <a:chOff x="860940" y="2746477"/>
            <a:chExt cx="371883" cy="365691"/>
          </a:xfrm>
        </p:grpSpPr>
        <p:sp>
          <p:nvSpPr>
            <p:cNvPr id="8457" name="Google Shape;8457;p59"/>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59"/>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59"/>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59"/>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59"/>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2" name="Google Shape;8462;p59"/>
          <p:cNvGrpSpPr/>
          <p:nvPr/>
        </p:nvGrpSpPr>
        <p:grpSpPr>
          <a:xfrm>
            <a:off x="1431144" y="2747889"/>
            <a:ext cx="283985" cy="341080"/>
            <a:chOff x="1493849" y="2775533"/>
            <a:chExt cx="283985" cy="341080"/>
          </a:xfrm>
        </p:grpSpPr>
        <p:sp>
          <p:nvSpPr>
            <p:cNvPr id="8463" name="Google Shape;8463;p59"/>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59"/>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5" name="Google Shape;8465;p59"/>
          <p:cNvGrpSpPr/>
          <p:nvPr/>
        </p:nvGrpSpPr>
        <p:grpSpPr>
          <a:xfrm>
            <a:off x="1933144" y="2756052"/>
            <a:ext cx="372835" cy="342573"/>
            <a:chOff x="1952836" y="2774422"/>
            <a:chExt cx="372835" cy="342573"/>
          </a:xfrm>
        </p:grpSpPr>
        <p:sp>
          <p:nvSpPr>
            <p:cNvPr id="8466" name="Google Shape;8466;p59"/>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59"/>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59"/>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9" name="Google Shape;8469;p59"/>
          <p:cNvGrpSpPr/>
          <p:nvPr/>
        </p:nvGrpSpPr>
        <p:grpSpPr>
          <a:xfrm>
            <a:off x="3060224" y="2726107"/>
            <a:ext cx="332729" cy="372518"/>
            <a:chOff x="3079916" y="2744477"/>
            <a:chExt cx="332729" cy="372518"/>
          </a:xfrm>
        </p:grpSpPr>
        <p:sp>
          <p:nvSpPr>
            <p:cNvPr id="8470" name="Google Shape;8470;p59"/>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59"/>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59"/>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3" name="Google Shape;8473;p59"/>
          <p:cNvGrpSpPr/>
          <p:nvPr/>
        </p:nvGrpSpPr>
        <p:grpSpPr>
          <a:xfrm>
            <a:off x="3600884" y="2727155"/>
            <a:ext cx="336889" cy="355592"/>
            <a:chOff x="3620576" y="2745525"/>
            <a:chExt cx="336889" cy="355592"/>
          </a:xfrm>
        </p:grpSpPr>
        <p:sp>
          <p:nvSpPr>
            <p:cNvPr id="8474" name="Google Shape;8474;p59"/>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59"/>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6" name="Google Shape;8476;p59"/>
          <p:cNvGrpSpPr/>
          <p:nvPr/>
        </p:nvGrpSpPr>
        <p:grpSpPr>
          <a:xfrm>
            <a:off x="4107123" y="2742334"/>
            <a:ext cx="380393" cy="363118"/>
            <a:chOff x="4126815" y="2760704"/>
            <a:chExt cx="380393" cy="363118"/>
          </a:xfrm>
        </p:grpSpPr>
        <p:sp>
          <p:nvSpPr>
            <p:cNvPr id="8477" name="Google Shape;8477;p59"/>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59"/>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59"/>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59"/>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1" name="Google Shape;8481;p59"/>
          <p:cNvGrpSpPr/>
          <p:nvPr/>
        </p:nvGrpSpPr>
        <p:grpSpPr>
          <a:xfrm>
            <a:off x="4656294" y="2727314"/>
            <a:ext cx="381346" cy="368644"/>
            <a:chOff x="4675986" y="2745684"/>
            <a:chExt cx="381346" cy="368644"/>
          </a:xfrm>
        </p:grpSpPr>
        <p:sp>
          <p:nvSpPr>
            <p:cNvPr id="8482" name="Google Shape;8482;p59"/>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59"/>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4" name="Google Shape;8484;p59"/>
          <p:cNvGrpSpPr/>
          <p:nvPr/>
        </p:nvGrpSpPr>
        <p:grpSpPr>
          <a:xfrm>
            <a:off x="5200924" y="2772692"/>
            <a:ext cx="373185" cy="302466"/>
            <a:chOff x="5220616" y="2791061"/>
            <a:chExt cx="373185" cy="302466"/>
          </a:xfrm>
        </p:grpSpPr>
        <p:sp>
          <p:nvSpPr>
            <p:cNvPr id="8485" name="Google Shape;8485;p59"/>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59"/>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9"/>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9"/>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9"/>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9"/>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9"/>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9"/>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9"/>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9"/>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9"/>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9"/>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9"/>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9"/>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9"/>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59"/>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9"/>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59"/>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3" name="Google Shape;8503;p59"/>
          <p:cNvGrpSpPr/>
          <p:nvPr/>
        </p:nvGrpSpPr>
        <p:grpSpPr>
          <a:xfrm>
            <a:off x="5768969" y="2754147"/>
            <a:ext cx="284366" cy="344097"/>
            <a:chOff x="5864861" y="2772517"/>
            <a:chExt cx="284366" cy="344097"/>
          </a:xfrm>
        </p:grpSpPr>
        <p:sp>
          <p:nvSpPr>
            <p:cNvPr id="8504" name="Google Shape;8504;p59"/>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59"/>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59"/>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59"/>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59"/>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9"/>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0" name="Google Shape;8510;p59"/>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1" name="Google Shape;8511;p59"/>
          <p:cNvGrpSpPr/>
          <p:nvPr/>
        </p:nvGrpSpPr>
        <p:grpSpPr>
          <a:xfrm>
            <a:off x="6954467" y="2771168"/>
            <a:ext cx="255247" cy="327458"/>
            <a:chOff x="6974158" y="2789537"/>
            <a:chExt cx="255247" cy="327458"/>
          </a:xfrm>
        </p:grpSpPr>
        <p:sp>
          <p:nvSpPr>
            <p:cNvPr id="8512" name="Google Shape;8512;p59"/>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9"/>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9"/>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9"/>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9"/>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59"/>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8" name="Google Shape;8518;p59"/>
          <p:cNvGrpSpPr/>
          <p:nvPr/>
        </p:nvGrpSpPr>
        <p:grpSpPr>
          <a:xfrm>
            <a:off x="7511005" y="2771930"/>
            <a:ext cx="244291" cy="326314"/>
            <a:chOff x="7530697" y="2790299"/>
            <a:chExt cx="244291" cy="326314"/>
          </a:xfrm>
        </p:grpSpPr>
        <p:sp>
          <p:nvSpPr>
            <p:cNvPr id="8519" name="Google Shape;8519;p59"/>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9"/>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9"/>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59"/>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59"/>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59"/>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5" name="Google Shape;8525;p59"/>
          <p:cNvGrpSpPr/>
          <p:nvPr/>
        </p:nvGrpSpPr>
        <p:grpSpPr>
          <a:xfrm>
            <a:off x="7968499" y="2813878"/>
            <a:ext cx="332348" cy="283985"/>
            <a:chOff x="7988191" y="2832248"/>
            <a:chExt cx="332348" cy="283985"/>
          </a:xfrm>
        </p:grpSpPr>
        <p:sp>
          <p:nvSpPr>
            <p:cNvPr id="8526" name="Google Shape;8526;p59"/>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59"/>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59"/>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9" name="Google Shape;8529;p59"/>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0" name="Google Shape;8530;p59"/>
          <p:cNvGrpSpPr/>
          <p:nvPr/>
        </p:nvGrpSpPr>
        <p:grpSpPr>
          <a:xfrm>
            <a:off x="3568748" y="3239998"/>
            <a:ext cx="364484" cy="262423"/>
            <a:chOff x="3588440" y="3258368"/>
            <a:chExt cx="364484" cy="262423"/>
          </a:xfrm>
        </p:grpSpPr>
        <p:sp>
          <p:nvSpPr>
            <p:cNvPr id="8531" name="Google Shape;8531;p59"/>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59"/>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9"/>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9"/>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59"/>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9"/>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7" name="Google Shape;8537;p59"/>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8" name="Google Shape;8538;p59"/>
          <p:cNvGrpSpPr/>
          <p:nvPr/>
        </p:nvGrpSpPr>
        <p:grpSpPr>
          <a:xfrm>
            <a:off x="5746125" y="3209355"/>
            <a:ext cx="364865" cy="324822"/>
            <a:chOff x="5765817" y="3227724"/>
            <a:chExt cx="364865" cy="324822"/>
          </a:xfrm>
        </p:grpSpPr>
        <p:sp>
          <p:nvSpPr>
            <p:cNvPr id="8539" name="Google Shape;8539;p59"/>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9"/>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9"/>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2" name="Google Shape;8542;p59"/>
          <p:cNvGrpSpPr/>
          <p:nvPr/>
        </p:nvGrpSpPr>
        <p:grpSpPr>
          <a:xfrm>
            <a:off x="6208891" y="3219294"/>
            <a:ext cx="446539" cy="303895"/>
            <a:chOff x="6228583" y="3237664"/>
            <a:chExt cx="446539" cy="303895"/>
          </a:xfrm>
        </p:grpSpPr>
        <p:sp>
          <p:nvSpPr>
            <p:cNvPr id="8543" name="Google Shape;8543;p59"/>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59"/>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9"/>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9"/>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9"/>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9"/>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9"/>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59"/>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59"/>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9"/>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9"/>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59"/>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9"/>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9"/>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9"/>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59"/>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59"/>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0" name="Google Shape;8560;p59"/>
          <p:cNvGrpSpPr/>
          <p:nvPr/>
        </p:nvGrpSpPr>
        <p:grpSpPr>
          <a:xfrm>
            <a:off x="846170" y="3188936"/>
            <a:ext cx="364484" cy="364897"/>
            <a:chOff x="865862" y="3207306"/>
            <a:chExt cx="364484" cy="364897"/>
          </a:xfrm>
        </p:grpSpPr>
        <p:sp>
          <p:nvSpPr>
            <p:cNvPr id="8561" name="Google Shape;8561;p59"/>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59"/>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59"/>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59"/>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59"/>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59"/>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59"/>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59"/>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59"/>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59"/>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59"/>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59"/>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59"/>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59"/>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5" name="Google Shape;8575;p59"/>
          <p:cNvGrpSpPr/>
          <p:nvPr/>
        </p:nvGrpSpPr>
        <p:grpSpPr>
          <a:xfrm>
            <a:off x="1384925" y="3208593"/>
            <a:ext cx="370168" cy="325965"/>
            <a:chOff x="1404617" y="3226962"/>
            <a:chExt cx="370168" cy="325965"/>
          </a:xfrm>
        </p:grpSpPr>
        <p:sp>
          <p:nvSpPr>
            <p:cNvPr id="8576" name="Google Shape;8576;p59"/>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9"/>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9"/>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9"/>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9"/>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9"/>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9"/>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59"/>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59"/>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5" name="Google Shape;8585;p59"/>
          <p:cNvGrpSpPr/>
          <p:nvPr/>
        </p:nvGrpSpPr>
        <p:grpSpPr>
          <a:xfrm>
            <a:off x="1933711" y="3197724"/>
            <a:ext cx="366389" cy="354481"/>
            <a:chOff x="1954741" y="3212419"/>
            <a:chExt cx="366389" cy="354481"/>
          </a:xfrm>
        </p:grpSpPr>
        <p:sp>
          <p:nvSpPr>
            <p:cNvPr id="8586" name="Google Shape;8586;p59"/>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9"/>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9"/>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9"/>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9"/>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59"/>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59"/>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3" name="Google Shape;8593;p59"/>
          <p:cNvGrpSpPr/>
          <p:nvPr/>
        </p:nvGrpSpPr>
        <p:grpSpPr>
          <a:xfrm>
            <a:off x="3023547" y="3197256"/>
            <a:ext cx="366008" cy="348670"/>
            <a:chOff x="3043239" y="3215626"/>
            <a:chExt cx="366008" cy="348670"/>
          </a:xfrm>
        </p:grpSpPr>
        <p:sp>
          <p:nvSpPr>
            <p:cNvPr id="8594" name="Google Shape;8594;p59"/>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9"/>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6" name="Google Shape;8596;p59"/>
          <p:cNvGrpSpPr/>
          <p:nvPr/>
        </p:nvGrpSpPr>
        <p:grpSpPr>
          <a:xfrm>
            <a:off x="4198641" y="3166613"/>
            <a:ext cx="209107" cy="383442"/>
            <a:chOff x="4218333" y="3184982"/>
            <a:chExt cx="209107" cy="383442"/>
          </a:xfrm>
        </p:grpSpPr>
        <p:sp>
          <p:nvSpPr>
            <p:cNvPr id="8597" name="Google Shape;8597;p59"/>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9"/>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9" name="Google Shape;8599;p59"/>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0" name="Google Shape;8600;p59"/>
          <p:cNvGrpSpPr/>
          <p:nvPr/>
        </p:nvGrpSpPr>
        <p:grpSpPr>
          <a:xfrm>
            <a:off x="6876953" y="3197637"/>
            <a:ext cx="322917" cy="347876"/>
            <a:chOff x="6896644" y="3216007"/>
            <a:chExt cx="322917" cy="347876"/>
          </a:xfrm>
        </p:grpSpPr>
        <p:sp>
          <p:nvSpPr>
            <p:cNvPr id="8601" name="Google Shape;8601;p59"/>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59"/>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9"/>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9"/>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9"/>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59"/>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59"/>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8" name="Google Shape;8608;p59"/>
          <p:cNvGrpSpPr/>
          <p:nvPr/>
        </p:nvGrpSpPr>
        <p:grpSpPr>
          <a:xfrm>
            <a:off x="7409674" y="3204814"/>
            <a:ext cx="334634" cy="333904"/>
            <a:chOff x="7429366" y="3223183"/>
            <a:chExt cx="334634" cy="333904"/>
          </a:xfrm>
        </p:grpSpPr>
        <p:sp>
          <p:nvSpPr>
            <p:cNvPr id="8609" name="Google Shape;8609;p59"/>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9"/>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1" name="Google Shape;8611;p59"/>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2" name="Google Shape;8612;p59"/>
          <p:cNvGrpSpPr/>
          <p:nvPr/>
        </p:nvGrpSpPr>
        <p:grpSpPr>
          <a:xfrm>
            <a:off x="5196764" y="3707114"/>
            <a:ext cx="356196" cy="265631"/>
            <a:chOff x="5216456" y="3725484"/>
            <a:chExt cx="356196" cy="265631"/>
          </a:xfrm>
        </p:grpSpPr>
        <p:sp>
          <p:nvSpPr>
            <p:cNvPr id="8613" name="Google Shape;8613;p59"/>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9"/>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5" name="Google Shape;8615;p59"/>
          <p:cNvGrpSpPr/>
          <p:nvPr/>
        </p:nvGrpSpPr>
        <p:grpSpPr>
          <a:xfrm>
            <a:off x="6829701" y="3715625"/>
            <a:ext cx="355053" cy="248038"/>
            <a:chOff x="6849393" y="3733994"/>
            <a:chExt cx="355053" cy="248038"/>
          </a:xfrm>
        </p:grpSpPr>
        <p:sp>
          <p:nvSpPr>
            <p:cNvPr id="8616" name="Google Shape;8616;p59"/>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9"/>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9"/>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9"/>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59"/>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1" name="Google Shape;8621;p59"/>
          <p:cNvGrpSpPr/>
          <p:nvPr/>
        </p:nvGrpSpPr>
        <p:grpSpPr>
          <a:xfrm>
            <a:off x="7899305" y="3696318"/>
            <a:ext cx="392111" cy="280206"/>
            <a:chOff x="7918997" y="3714687"/>
            <a:chExt cx="392111" cy="280206"/>
          </a:xfrm>
        </p:grpSpPr>
        <p:sp>
          <p:nvSpPr>
            <p:cNvPr id="8622" name="Google Shape;8622;p59"/>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9"/>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9"/>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9"/>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59"/>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7" name="Google Shape;8627;p59"/>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8" name="Google Shape;8628;p59"/>
          <p:cNvGrpSpPr/>
          <p:nvPr/>
        </p:nvGrpSpPr>
        <p:grpSpPr>
          <a:xfrm>
            <a:off x="1389085" y="3662594"/>
            <a:ext cx="357720" cy="355148"/>
            <a:chOff x="1408777" y="3680964"/>
            <a:chExt cx="357720" cy="355148"/>
          </a:xfrm>
        </p:grpSpPr>
        <p:sp>
          <p:nvSpPr>
            <p:cNvPr id="8629" name="Google Shape;8629;p59"/>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59"/>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59"/>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9"/>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9"/>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4" name="Google Shape;8634;p59"/>
          <p:cNvGrpSpPr/>
          <p:nvPr/>
        </p:nvGrpSpPr>
        <p:grpSpPr>
          <a:xfrm>
            <a:off x="1933144" y="3662594"/>
            <a:ext cx="357720" cy="355148"/>
            <a:chOff x="1952836" y="3680964"/>
            <a:chExt cx="357720" cy="355148"/>
          </a:xfrm>
        </p:grpSpPr>
        <p:sp>
          <p:nvSpPr>
            <p:cNvPr id="8635" name="Google Shape;8635;p59"/>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9"/>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9"/>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9"/>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59"/>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0" name="Google Shape;8640;p59"/>
          <p:cNvGrpSpPr/>
          <p:nvPr/>
        </p:nvGrpSpPr>
        <p:grpSpPr>
          <a:xfrm>
            <a:off x="2477202" y="3662594"/>
            <a:ext cx="357720" cy="355148"/>
            <a:chOff x="2496894" y="3680964"/>
            <a:chExt cx="357720" cy="355148"/>
          </a:xfrm>
        </p:grpSpPr>
        <p:sp>
          <p:nvSpPr>
            <p:cNvPr id="8641" name="Google Shape;8641;p59"/>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9"/>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9"/>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59"/>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59"/>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6" name="Google Shape;8646;p59"/>
          <p:cNvGrpSpPr/>
          <p:nvPr/>
        </p:nvGrpSpPr>
        <p:grpSpPr>
          <a:xfrm>
            <a:off x="3021292" y="3662689"/>
            <a:ext cx="356164" cy="355815"/>
            <a:chOff x="3040984" y="3681059"/>
            <a:chExt cx="356164" cy="355815"/>
          </a:xfrm>
        </p:grpSpPr>
        <p:sp>
          <p:nvSpPr>
            <p:cNvPr id="8647" name="Google Shape;8647;p59"/>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59"/>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59"/>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0" name="Google Shape;8650;p59"/>
          <p:cNvGrpSpPr/>
          <p:nvPr/>
        </p:nvGrpSpPr>
        <p:grpSpPr>
          <a:xfrm>
            <a:off x="3564589" y="3680821"/>
            <a:ext cx="358069" cy="317995"/>
            <a:chOff x="3584280" y="3699191"/>
            <a:chExt cx="358069" cy="317995"/>
          </a:xfrm>
        </p:grpSpPr>
        <p:sp>
          <p:nvSpPr>
            <p:cNvPr id="8651" name="Google Shape;8651;p59"/>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9"/>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9"/>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9"/>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5" name="Google Shape;8655;p59"/>
          <p:cNvGrpSpPr/>
          <p:nvPr/>
        </p:nvGrpSpPr>
        <p:grpSpPr>
          <a:xfrm>
            <a:off x="4109790" y="3662689"/>
            <a:ext cx="355402" cy="354291"/>
            <a:chOff x="4129482" y="3681059"/>
            <a:chExt cx="355402" cy="354291"/>
          </a:xfrm>
        </p:grpSpPr>
        <p:sp>
          <p:nvSpPr>
            <p:cNvPr id="8656" name="Google Shape;8656;p59"/>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59"/>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9"/>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59"/>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0" name="Google Shape;8660;p59"/>
          <p:cNvGrpSpPr/>
          <p:nvPr/>
        </p:nvGrpSpPr>
        <p:grpSpPr>
          <a:xfrm>
            <a:off x="4653849" y="3661927"/>
            <a:ext cx="355434" cy="355815"/>
            <a:chOff x="4673540" y="3680297"/>
            <a:chExt cx="355434" cy="355815"/>
          </a:xfrm>
        </p:grpSpPr>
        <p:sp>
          <p:nvSpPr>
            <p:cNvPr id="8661" name="Google Shape;8661;p59"/>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59"/>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59"/>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4" name="Google Shape;8664;p59"/>
          <p:cNvGrpSpPr/>
          <p:nvPr/>
        </p:nvGrpSpPr>
        <p:grpSpPr>
          <a:xfrm>
            <a:off x="5759716" y="3680821"/>
            <a:ext cx="317645" cy="318757"/>
            <a:chOff x="5779408" y="3699191"/>
            <a:chExt cx="317645" cy="318757"/>
          </a:xfrm>
        </p:grpSpPr>
        <p:sp>
          <p:nvSpPr>
            <p:cNvPr id="8665" name="Google Shape;8665;p59"/>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59"/>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7" name="Google Shape;8667;p59"/>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8" name="Google Shape;8668;p59"/>
          <p:cNvGrpSpPr/>
          <p:nvPr/>
        </p:nvGrpSpPr>
        <p:grpSpPr>
          <a:xfrm>
            <a:off x="7370743" y="3662499"/>
            <a:ext cx="372073" cy="355243"/>
            <a:chOff x="7390435" y="3680868"/>
            <a:chExt cx="372073" cy="355243"/>
          </a:xfrm>
        </p:grpSpPr>
        <p:sp>
          <p:nvSpPr>
            <p:cNvPr id="8669" name="Google Shape;8669;p59"/>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9"/>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59"/>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59"/>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59"/>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59"/>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5" name="Google Shape;8675;p59"/>
          <p:cNvGrpSpPr/>
          <p:nvPr/>
        </p:nvGrpSpPr>
        <p:grpSpPr>
          <a:xfrm>
            <a:off x="1392301" y="4119346"/>
            <a:ext cx="374709" cy="374010"/>
            <a:chOff x="1421638" y="4125629"/>
            <a:chExt cx="374709" cy="374010"/>
          </a:xfrm>
        </p:grpSpPr>
        <p:sp>
          <p:nvSpPr>
            <p:cNvPr id="8676" name="Google Shape;8676;p59"/>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59"/>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8" name="Google Shape;8678;p59"/>
          <p:cNvGrpSpPr/>
          <p:nvPr/>
        </p:nvGrpSpPr>
        <p:grpSpPr>
          <a:xfrm>
            <a:off x="1943917" y="4135255"/>
            <a:ext cx="357720" cy="342192"/>
            <a:chOff x="1973254" y="4156304"/>
            <a:chExt cx="357720" cy="342192"/>
          </a:xfrm>
        </p:grpSpPr>
        <p:sp>
          <p:nvSpPr>
            <p:cNvPr id="8679" name="Google Shape;8679;p59"/>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59"/>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59"/>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9"/>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59"/>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59"/>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59"/>
          <p:cNvGrpSpPr/>
          <p:nvPr/>
        </p:nvGrpSpPr>
        <p:grpSpPr>
          <a:xfrm>
            <a:off x="2494422" y="4136192"/>
            <a:ext cx="341049" cy="340318"/>
            <a:chOff x="2523759" y="4135505"/>
            <a:chExt cx="341049" cy="340318"/>
          </a:xfrm>
        </p:grpSpPr>
        <p:sp>
          <p:nvSpPr>
            <p:cNvPr id="8686" name="Google Shape;8686;p59"/>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9"/>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8" name="Google Shape;8688;p59"/>
          <p:cNvGrpSpPr/>
          <p:nvPr/>
        </p:nvGrpSpPr>
        <p:grpSpPr>
          <a:xfrm>
            <a:off x="3011266" y="4131175"/>
            <a:ext cx="392079" cy="350353"/>
            <a:chOff x="3040603" y="4130360"/>
            <a:chExt cx="392079" cy="350353"/>
          </a:xfrm>
        </p:grpSpPr>
        <p:sp>
          <p:nvSpPr>
            <p:cNvPr id="8689" name="Google Shape;8689;p59"/>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59"/>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9"/>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9"/>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9"/>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9"/>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9"/>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9"/>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9"/>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9"/>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59"/>
          <p:cNvGrpSpPr/>
          <p:nvPr/>
        </p:nvGrpSpPr>
        <p:grpSpPr>
          <a:xfrm>
            <a:off x="3632807" y="4136192"/>
            <a:ext cx="232955" cy="340318"/>
            <a:chOff x="3662144" y="4135505"/>
            <a:chExt cx="232955" cy="340318"/>
          </a:xfrm>
        </p:grpSpPr>
        <p:sp>
          <p:nvSpPr>
            <p:cNvPr id="8700" name="Google Shape;8700;p59"/>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59"/>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59"/>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9"/>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4" name="Google Shape;8704;p59"/>
          <p:cNvGrpSpPr/>
          <p:nvPr/>
        </p:nvGrpSpPr>
        <p:grpSpPr>
          <a:xfrm>
            <a:off x="4119801" y="4122029"/>
            <a:ext cx="344065" cy="368644"/>
            <a:chOff x="4149138" y="4121151"/>
            <a:chExt cx="344065" cy="368644"/>
          </a:xfrm>
        </p:grpSpPr>
        <p:sp>
          <p:nvSpPr>
            <p:cNvPr id="8705" name="Google Shape;8705;p59"/>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9"/>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59"/>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59"/>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9"/>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59"/>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9"/>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9"/>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9"/>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9"/>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9"/>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9"/>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17" name="Google Shape;8717;p59"/>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8" name="Google Shape;8718;p59"/>
          <p:cNvGrpSpPr/>
          <p:nvPr/>
        </p:nvGrpSpPr>
        <p:grpSpPr>
          <a:xfrm>
            <a:off x="5176925" y="4174949"/>
            <a:ext cx="397763" cy="262804"/>
            <a:chOff x="5206262" y="4174817"/>
            <a:chExt cx="397763" cy="262804"/>
          </a:xfrm>
        </p:grpSpPr>
        <p:sp>
          <p:nvSpPr>
            <p:cNvPr id="8719" name="Google Shape;8719;p59"/>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9"/>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9"/>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59"/>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59"/>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9"/>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9"/>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6" name="Google Shape;8726;p59"/>
          <p:cNvGrpSpPr/>
          <p:nvPr/>
        </p:nvGrpSpPr>
        <p:grpSpPr>
          <a:xfrm>
            <a:off x="5698279" y="4161342"/>
            <a:ext cx="440505" cy="290018"/>
            <a:chOff x="5727616" y="4204699"/>
            <a:chExt cx="440505" cy="290018"/>
          </a:xfrm>
        </p:grpSpPr>
        <p:sp>
          <p:nvSpPr>
            <p:cNvPr id="8727" name="Google Shape;8727;p59"/>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9"/>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59"/>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9"/>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9"/>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9"/>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9"/>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9"/>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5" name="Google Shape;8735;p59"/>
          <p:cNvGrpSpPr/>
          <p:nvPr/>
        </p:nvGrpSpPr>
        <p:grpSpPr>
          <a:xfrm>
            <a:off x="6380726" y="4124093"/>
            <a:ext cx="159950" cy="364516"/>
            <a:chOff x="6410063" y="4135124"/>
            <a:chExt cx="159950" cy="364516"/>
          </a:xfrm>
        </p:grpSpPr>
        <p:sp>
          <p:nvSpPr>
            <p:cNvPr id="8736" name="Google Shape;8736;p59"/>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59"/>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59"/>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9"/>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0" name="Google Shape;8740;p59"/>
          <p:cNvGrpSpPr/>
          <p:nvPr/>
        </p:nvGrpSpPr>
        <p:grpSpPr>
          <a:xfrm>
            <a:off x="6641065" y="4124284"/>
            <a:ext cx="214378" cy="364135"/>
            <a:chOff x="6924652" y="4135505"/>
            <a:chExt cx="214378" cy="364135"/>
          </a:xfrm>
        </p:grpSpPr>
        <p:sp>
          <p:nvSpPr>
            <p:cNvPr id="8741" name="Google Shape;8741;p59"/>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9"/>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9"/>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9"/>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45" name="Google Shape;8745;p59"/>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746" name="Google Shape;8746;p59"/>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8747" name="Google Shape;8747;p59"/>
          <p:cNvGrpSpPr/>
          <p:nvPr/>
        </p:nvGrpSpPr>
        <p:grpSpPr>
          <a:xfrm>
            <a:off x="841240" y="4119220"/>
            <a:ext cx="374177" cy="374263"/>
            <a:chOff x="775325" y="4143525"/>
            <a:chExt cx="468776" cy="468884"/>
          </a:xfrm>
        </p:grpSpPr>
        <p:sp>
          <p:nvSpPr>
            <p:cNvPr id="8748" name="Google Shape;8748;p59"/>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9"/>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9"/>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59"/>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2" name="Google Shape;8752;p59"/>
          <p:cNvGrpSpPr/>
          <p:nvPr/>
        </p:nvGrpSpPr>
        <p:grpSpPr>
          <a:xfrm>
            <a:off x="7015917" y="4114633"/>
            <a:ext cx="219464" cy="383437"/>
            <a:chOff x="1426400" y="1814750"/>
            <a:chExt cx="407850" cy="712575"/>
          </a:xfrm>
        </p:grpSpPr>
        <p:sp>
          <p:nvSpPr>
            <p:cNvPr id="8753" name="Google Shape;8753;p59"/>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9"/>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9"/>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6" name="Google Shape;8756;p59"/>
          <p:cNvGrpSpPr/>
          <p:nvPr/>
        </p:nvGrpSpPr>
        <p:grpSpPr>
          <a:xfrm>
            <a:off x="7391519" y="4149408"/>
            <a:ext cx="313833" cy="313887"/>
            <a:chOff x="1910075" y="2021700"/>
            <a:chExt cx="583225" cy="583325"/>
          </a:xfrm>
        </p:grpSpPr>
        <p:sp>
          <p:nvSpPr>
            <p:cNvPr id="8757" name="Google Shape;8757;p59"/>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9"/>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9"/>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0" name="Google Shape;8760;p59"/>
          <p:cNvGrpSpPr/>
          <p:nvPr/>
        </p:nvGrpSpPr>
        <p:grpSpPr>
          <a:xfrm>
            <a:off x="7861486" y="4189187"/>
            <a:ext cx="441255" cy="234329"/>
            <a:chOff x="2749275" y="2099575"/>
            <a:chExt cx="820025" cy="435475"/>
          </a:xfrm>
        </p:grpSpPr>
        <p:sp>
          <p:nvSpPr>
            <p:cNvPr id="8761" name="Google Shape;8761;p59"/>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9"/>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59"/>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59"/>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Shape 8768"/>
        <p:cNvGrpSpPr/>
        <p:nvPr/>
      </p:nvGrpSpPr>
      <p:grpSpPr>
        <a:xfrm>
          <a:off x="0" y="0"/>
          <a:ext cx="0" cy="0"/>
          <a:chOff x="0" y="0"/>
          <a:chExt cx="0" cy="0"/>
        </a:xfrm>
      </p:grpSpPr>
      <p:grpSp>
        <p:nvGrpSpPr>
          <p:cNvPr id="8769" name="Google Shape;8769;p60"/>
          <p:cNvGrpSpPr/>
          <p:nvPr/>
        </p:nvGrpSpPr>
        <p:grpSpPr>
          <a:xfrm>
            <a:off x="1989449" y="4101269"/>
            <a:ext cx="374774" cy="346073"/>
            <a:chOff x="1989449" y="4282269"/>
            <a:chExt cx="374774" cy="346073"/>
          </a:xfrm>
        </p:grpSpPr>
        <p:sp>
          <p:nvSpPr>
            <p:cNvPr id="8770" name="Google Shape;8770;p60"/>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0"/>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0"/>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0"/>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0"/>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5" name="Google Shape;8775;p60"/>
          <p:cNvGrpSpPr/>
          <p:nvPr/>
        </p:nvGrpSpPr>
        <p:grpSpPr>
          <a:xfrm>
            <a:off x="2487439" y="4099740"/>
            <a:ext cx="198775" cy="348972"/>
            <a:chOff x="2487439" y="4280740"/>
            <a:chExt cx="198775" cy="348972"/>
          </a:xfrm>
        </p:grpSpPr>
        <p:sp>
          <p:nvSpPr>
            <p:cNvPr id="8776" name="Google Shape;8776;p60"/>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0"/>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0"/>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0"/>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0" name="Google Shape;8780;p60"/>
          <p:cNvGrpSpPr/>
          <p:nvPr/>
        </p:nvGrpSpPr>
        <p:grpSpPr>
          <a:xfrm>
            <a:off x="2810958" y="4092923"/>
            <a:ext cx="353145" cy="361873"/>
            <a:chOff x="2810958" y="4273923"/>
            <a:chExt cx="353145" cy="361873"/>
          </a:xfrm>
        </p:grpSpPr>
        <p:sp>
          <p:nvSpPr>
            <p:cNvPr id="8781" name="Google Shape;8781;p60"/>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0"/>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0"/>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0"/>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0"/>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0"/>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0"/>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60"/>
          <p:cNvGrpSpPr/>
          <p:nvPr/>
        </p:nvGrpSpPr>
        <p:grpSpPr>
          <a:xfrm>
            <a:off x="6275635" y="4101651"/>
            <a:ext cx="209383" cy="366778"/>
            <a:chOff x="6275635" y="4282651"/>
            <a:chExt cx="209383" cy="366778"/>
          </a:xfrm>
        </p:grpSpPr>
        <p:sp>
          <p:nvSpPr>
            <p:cNvPr id="8789" name="Google Shape;8789;p60"/>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0"/>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1" name="Google Shape;8791;p60"/>
          <p:cNvGrpSpPr/>
          <p:nvPr/>
        </p:nvGrpSpPr>
        <p:grpSpPr>
          <a:xfrm>
            <a:off x="6701186" y="4102033"/>
            <a:ext cx="280292" cy="366396"/>
            <a:chOff x="6701186" y="4283033"/>
            <a:chExt cx="280292" cy="366396"/>
          </a:xfrm>
        </p:grpSpPr>
        <p:sp>
          <p:nvSpPr>
            <p:cNvPr id="8792" name="Google Shape;8792;p60"/>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0"/>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4" name="Google Shape;8794;p60"/>
          <p:cNvGrpSpPr/>
          <p:nvPr/>
        </p:nvGrpSpPr>
        <p:grpSpPr>
          <a:xfrm>
            <a:off x="2609571" y="3643958"/>
            <a:ext cx="373627" cy="347347"/>
            <a:chOff x="2609571" y="3824958"/>
            <a:chExt cx="373627" cy="347347"/>
          </a:xfrm>
        </p:grpSpPr>
        <p:sp>
          <p:nvSpPr>
            <p:cNvPr id="8795" name="Google Shape;8795;p60"/>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0"/>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97" name="Google Shape;8797;p60"/>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8" name="Google Shape;8798;p60"/>
          <p:cNvGrpSpPr/>
          <p:nvPr/>
        </p:nvGrpSpPr>
        <p:grpSpPr>
          <a:xfrm>
            <a:off x="916127" y="3626056"/>
            <a:ext cx="221902" cy="380795"/>
            <a:chOff x="916127" y="3807056"/>
            <a:chExt cx="221902" cy="380795"/>
          </a:xfrm>
        </p:grpSpPr>
        <p:sp>
          <p:nvSpPr>
            <p:cNvPr id="8799" name="Google Shape;8799;p60"/>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0"/>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0"/>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0"/>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3" name="Google Shape;8803;p60"/>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0"/>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05" name="Google Shape;8805;p60"/>
          <p:cNvGrpSpPr/>
          <p:nvPr/>
        </p:nvGrpSpPr>
        <p:grpSpPr>
          <a:xfrm>
            <a:off x="3513010" y="3635134"/>
            <a:ext cx="362223" cy="361108"/>
            <a:chOff x="3513010" y="3816134"/>
            <a:chExt cx="362223" cy="361108"/>
          </a:xfrm>
        </p:grpSpPr>
        <p:sp>
          <p:nvSpPr>
            <p:cNvPr id="8806" name="Google Shape;8806;p60"/>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0"/>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0"/>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0"/>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0" name="Google Shape;8810;p60"/>
          <p:cNvGrpSpPr/>
          <p:nvPr/>
        </p:nvGrpSpPr>
        <p:grpSpPr>
          <a:xfrm>
            <a:off x="3950316" y="3639307"/>
            <a:ext cx="369805" cy="353782"/>
            <a:chOff x="3950316" y="3820307"/>
            <a:chExt cx="369805" cy="353782"/>
          </a:xfrm>
        </p:grpSpPr>
        <p:sp>
          <p:nvSpPr>
            <p:cNvPr id="8811" name="Google Shape;8811;p60"/>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0"/>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0"/>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0"/>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5" name="Google Shape;8815;p60"/>
          <p:cNvGrpSpPr/>
          <p:nvPr/>
        </p:nvGrpSpPr>
        <p:grpSpPr>
          <a:xfrm>
            <a:off x="1761909" y="3630961"/>
            <a:ext cx="307974" cy="371716"/>
            <a:chOff x="1761909" y="3811961"/>
            <a:chExt cx="307974" cy="371716"/>
          </a:xfrm>
        </p:grpSpPr>
        <p:sp>
          <p:nvSpPr>
            <p:cNvPr id="8816" name="Google Shape;8816;p60"/>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0"/>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0"/>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0"/>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0"/>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0"/>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0"/>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0"/>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0"/>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0"/>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6" name="Google Shape;8826;p60"/>
          <p:cNvGrpSpPr/>
          <p:nvPr/>
        </p:nvGrpSpPr>
        <p:grpSpPr>
          <a:xfrm>
            <a:off x="5373342" y="3627935"/>
            <a:ext cx="231395" cy="353145"/>
            <a:chOff x="5373342" y="3808935"/>
            <a:chExt cx="231395" cy="353145"/>
          </a:xfrm>
        </p:grpSpPr>
        <p:sp>
          <p:nvSpPr>
            <p:cNvPr id="8827" name="Google Shape;8827;p60"/>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0"/>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0"/>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0"/>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0"/>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0"/>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0"/>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0"/>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0"/>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6" name="Google Shape;8836;p60"/>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7" name="Google Shape;8837;p60"/>
          <p:cNvGrpSpPr/>
          <p:nvPr/>
        </p:nvGrpSpPr>
        <p:grpSpPr>
          <a:xfrm>
            <a:off x="5833775" y="3628445"/>
            <a:ext cx="235185" cy="352253"/>
            <a:chOff x="5833775" y="3809445"/>
            <a:chExt cx="235185" cy="352253"/>
          </a:xfrm>
        </p:grpSpPr>
        <p:sp>
          <p:nvSpPr>
            <p:cNvPr id="8838" name="Google Shape;8838;p60"/>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0"/>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0"/>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1" name="Google Shape;8841;p60"/>
          <p:cNvGrpSpPr/>
          <p:nvPr/>
        </p:nvGrpSpPr>
        <p:grpSpPr>
          <a:xfrm>
            <a:off x="4942472" y="3628318"/>
            <a:ext cx="238976" cy="352762"/>
            <a:chOff x="4942472" y="3809318"/>
            <a:chExt cx="238976" cy="352762"/>
          </a:xfrm>
        </p:grpSpPr>
        <p:sp>
          <p:nvSpPr>
            <p:cNvPr id="8842" name="Google Shape;8842;p60"/>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0"/>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0"/>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0"/>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0"/>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0"/>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0"/>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9" name="Google Shape;8849;p60"/>
          <p:cNvGrpSpPr/>
          <p:nvPr/>
        </p:nvGrpSpPr>
        <p:grpSpPr>
          <a:xfrm>
            <a:off x="6266525" y="3626788"/>
            <a:ext cx="260223" cy="353527"/>
            <a:chOff x="6266525" y="3807788"/>
            <a:chExt cx="260223" cy="353527"/>
          </a:xfrm>
        </p:grpSpPr>
        <p:sp>
          <p:nvSpPr>
            <p:cNvPr id="8850" name="Google Shape;8850;p60"/>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0"/>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0"/>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0"/>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4" name="Google Shape;8854;p60"/>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5" name="Google Shape;8855;p60"/>
          <p:cNvGrpSpPr/>
          <p:nvPr/>
        </p:nvGrpSpPr>
        <p:grpSpPr>
          <a:xfrm>
            <a:off x="7184363" y="3628604"/>
            <a:ext cx="202184" cy="352762"/>
            <a:chOff x="7184363" y="3809604"/>
            <a:chExt cx="202184" cy="352762"/>
          </a:xfrm>
        </p:grpSpPr>
        <p:sp>
          <p:nvSpPr>
            <p:cNvPr id="8856" name="Google Shape;8856;p60"/>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0"/>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8" name="Google Shape;8858;p60"/>
          <p:cNvGrpSpPr/>
          <p:nvPr/>
        </p:nvGrpSpPr>
        <p:grpSpPr>
          <a:xfrm>
            <a:off x="7571624" y="3627935"/>
            <a:ext cx="292047" cy="352762"/>
            <a:chOff x="7571624" y="3808935"/>
            <a:chExt cx="292047" cy="352762"/>
          </a:xfrm>
        </p:grpSpPr>
        <p:sp>
          <p:nvSpPr>
            <p:cNvPr id="8859" name="Google Shape;8859;p60"/>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0"/>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0"/>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0"/>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0"/>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0"/>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5" name="Google Shape;8865;p60"/>
          <p:cNvGrpSpPr/>
          <p:nvPr/>
        </p:nvGrpSpPr>
        <p:grpSpPr>
          <a:xfrm>
            <a:off x="2174559" y="3175116"/>
            <a:ext cx="364135" cy="359930"/>
            <a:chOff x="2174559" y="3356116"/>
            <a:chExt cx="364135" cy="359930"/>
          </a:xfrm>
        </p:grpSpPr>
        <p:sp>
          <p:nvSpPr>
            <p:cNvPr id="8866" name="Google Shape;8866;p60"/>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0"/>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8" name="Google Shape;8868;p60"/>
          <p:cNvGrpSpPr/>
          <p:nvPr/>
        </p:nvGrpSpPr>
        <p:grpSpPr>
          <a:xfrm>
            <a:off x="1731934" y="3174639"/>
            <a:ext cx="368371" cy="361554"/>
            <a:chOff x="1731934" y="3355639"/>
            <a:chExt cx="368371" cy="361554"/>
          </a:xfrm>
        </p:grpSpPr>
        <p:sp>
          <p:nvSpPr>
            <p:cNvPr id="8869" name="Google Shape;8869;p60"/>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0"/>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1" name="Google Shape;8871;p60"/>
          <p:cNvGrpSpPr/>
          <p:nvPr/>
        </p:nvGrpSpPr>
        <p:grpSpPr>
          <a:xfrm>
            <a:off x="3990517" y="3173173"/>
            <a:ext cx="279559" cy="363402"/>
            <a:chOff x="3990517" y="3354173"/>
            <a:chExt cx="279559" cy="363402"/>
          </a:xfrm>
        </p:grpSpPr>
        <p:sp>
          <p:nvSpPr>
            <p:cNvPr id="8872" name="Google Shape;8872;p60"/>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0"/>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0"/>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5" name="Google Shape;8875;p60"/>
          <p:cNvGrpSpPr/>
          <p:nvPr/>
        </p:nvGrpSpPr>
        <p:grpSpPr>
          <a:xfrm>
            <a:off x="3497847" y="3236374"/>
            <a:ext cx="379680" cy="237606"/>
            <a:chOff x="3497847" y="3417374"/>
            <a:chExt cx="379680" cy="237606"/>
          </a:xfrm>
        </p:grpSpPr>
        <p:sp>
          <p:nvSpPr>
            <p:cNvPr id="8876" name="Google Shape;8876;p60"/>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0"/>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0"/>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0"/>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0" name="Google Shape;8880;p60"/>
          <p:cNvGrpSpPr/>
          <p:nvPr/>
        </p:nvGrpSpPr>
        <p:grpSpPr>
          <a:xfrm>
            <a:off x="2612597" y="3186075"/>
            <a:ext cx="376271" cy="337982"/>
            <a:chOff x="2612597" y="3367075"/>
            <a:chExt cx="376271" cy="337982"/>
          </a:xfrm>
        </p:grpSpPr>
        <p:sp>
          <p:nvSpPr>
            <p:cNvPr id="8881" name="Google Shape;8881;p60"/>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0"/>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3" name="Google Shape;8883;p60"/>
          <p:cNvGrpSpPr/>
          <p:nvPr/>
        </p:nvGrpSpPr>
        <p:grpSpPr>
          <a:xfrm>
            <a:off x="3071914" y="3183431"/>
            <a:ext cx="343652" cy="342505"/>
            <a:chOff x="3071914" y="3364431"/>
            <a:chExt cx="343652" cy="342505"/>
          </a:xfrm>
        </p:grpSpPr>
        <p:sp>
          <p:nvSpPr>
            <p:cNvPr id="8884" name="Google Shape;8884;p60"/>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0"/>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0"/>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0"/>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0"/>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9" name="Google Shape;8889;p60"/>
          <p:cNvGrpSpPr/>
          <p:nvPr/>
        </p:nvGrpSpPr>
        <p:grpSpPr>
          <a:xfrm>
            <a:off x="897141" y="3178875"/>
            <a:ext cx="257962" cy="352762"/>
            <a:chOff x="897141" y="3359875"/>
            <a:chExt cx="257962" cy="352762"/>
          </a:xfrm>
        </p:grpSpPr>
        <p:sp>
          <p:nvSpPr>
            <p:cNvPr id="8890" name="Google Shape;8890;p60"/>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0"/>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0"/>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0"/>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0"/>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0"/>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0"/>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0"/>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8" name="Google Shape;8898;p60"/>
          <p:cNvGrpSpPr/>
          <p:nvPr/>
        </p:nvGrpSpPr>
        <p:grpSpPr>
          <a:xfrm>
            <a:off x="1333682" y="3163330"/>
            <a:ext cx="271213" cy="383088"/>
            <a:chOff x="1333682" y="3344330"/>
            <a:chExt cx="271213" cy="383088"/>
          </a:xfrm>
        </p:grpSpPr>
        <p:sp>
          <p:nvSpPr>
            <p:cNvPr id="8899" name="Google Shape;8899;p60"/>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0"/>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0"/>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0"/>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0"/>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0"/>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0"/>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0"/>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0"/>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0"/>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0"/>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60"/>
          <p:cNvGrpSpPr/>
          <p:nvPr/>
        </p:nvGrpSpPr>
        <p:grpSpPr>
          <a:xfrm>
            <a:off x="6664394" y="3165974"/>
            <a:ext cx="353113" cy="351998"/>
            <a:chOff x="6664394" y="3346974"/>
            <a:chExt cx="353113" cy="351998"/>
          </a:xfrm>
        </p:grpSpPr>
        <p:sp>
          <p:nvSpPr>
            <p:cNvPr id="8911" name="Google Shape;8911;p60"/>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0"/>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0"/>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0"/>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0"/>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6" name="Google Shape;8916;p60"/>
          <p:cNvGrpSpPr/>
          <p:nvPr/>
        </p:nvGrpSpPr>
        <p:grpSpPr>
          <a:xfrm>
            <a:off x="849741" y="1778307"/>
            <a:ext cx="399398" cy="375443"/>
            <a:chOff x="849741" y="1959307"/>
            <a:chExt cx="399398" cy="375443"/>
          </a:xfrm>
        </p:grpSpPr>
        <p:sp>
          <p:nvSpPr>
            <p:cNvPr id="8917" name="Google Shape;8917;p60"/>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0"/>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60"/>
          <p:cNvGrpSpPr/>
          <p:nvPr/>
        </p:nvGrpSpPr>
        <p:grpSpPr>
          <a:xfrm>
            <a:off x="1284212" y="1782766"/>
            <a:ext cx="379489" cy="366046"/>
            <a:chOff x="1284212" y="1963766"/>
            <a:chExt cx="379489" cy="366046"/>
          </a:xfrm>
        </p:grpSpPr>
        <p:sp>
          <p:nvSpPr>
            <p:cNvPr id="8920" name="Google Shape;8920;p60"/>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0"/>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2" name="Google Shape;8922;p60"/>
          <p:cNvGrpSpPr/>
          <p:nvPr/>
        </p:nvGrpSpPr>
        <p:grpSpPr>
          <a:xfrm>
            <a:off x="3037766" y="1788564"/>
            <a:ext cx="370219" cy="354928"/>
            <a:chOff x="3037766" y="1969564"/>
            <a:chExt cx="370219" cy="354928"/>
          </a:xfrm>
        </p:grpSpPr>
        <p:sp>
          <p:nvSpPr>
            <p:cNvPr id="8923" name="Google Shape;8923;p60"/>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0"/>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0"/>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0"/>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7" name="Google Shape;8927;p60"/>
          <p:cNvGrpSpPr/>
          <p:nvPr/>
        </p:nvGrpSpPr>
        <p:grpSpPr>
          <a:xfrm>
            <a:off x="3982553" y="1790730"/>
            <a:ext cx="304566" cy="350501"/>
            <a:chOff x="3982553" y="1971730"/>
            <a:chExt cx="304566" cy="350501"/>
          </a:xfrm>
        </p:grpSpPr>
        <p:sp>
          <p:nvSpPr>
            <p:cNvPr id="8928" name="Google Shape;8928;p60"/>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0"/>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60"/>
          <p:cNvGrpSpPr/>
          <p:nvPr/>
        </p:nvGrpSpPr>
        <p:grpSpPr>
          <a:xfrm>
            <a:off x="2567841" y="1813124"/>
            <a:ext cx="399812" cy="306477"/>
            <a:chOff x="2567841" y="1994124"/>
            <a:chExt cx="399812" cy="306477"/>
          </a:xfrm>
        </p:grpSpPr>
        <p:sp>
          <p:nvSpPr>
            <p:cNvPr id="8931" name="Google Shape;8931;p60"/>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0"/>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0"/>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4" name="Google Shape;8934;p60"/>
          <p:cNvGrpSpPr/>
          <p:nvPr/>
        </p:nvGrpSpPr>
        <p:grpSpPr>
          <a:xfrm>
            <a:off x="2212084" y="1779358"/>
            <a:ext cx="324698" cy="372863"/>
            <a:chOff x="2212084" y="1960358"/>
            <a:chExt cx="324698" cy="372863"/>
          </a:xfrm>
        </p:grpSpPr>
        <p:sp>
          <p:nvSpPr>
            <p:cNvPr id="8935" name="Google Shape;8935;p60"/>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0"/>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0"/>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8" name="Google Shape;8938;p60"/>
          <p:cNvGrpSpPr/>
          <p:nvPr/>
        </p:nvGrpSpPr>
        <p:grpSpPr>
          <a:xfrm>
            <a:off x="1805901" y="1779358"/>
            <a:ext cx="284847" cy="373627"/>
            <a:chOff x="1805901" y="1960358"/>
            <a:chExt cx="284847" cy="373627"/>
          </a:xfrm>
        </p:grpSpPr>
        <p:sp>
          <p:nvSpPr>
            <p:cNvPr id="8939" name="Google Shape;8939;p60"/>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0"/>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41" name="Google Shape;8941;p60"/>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0"/>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0"/>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4" name="Google Shape;8944;p60"/>
          <p:cNvGrpSpPr/>
          <p:nvPr/>
        </p:nvGrpSpPr>
        <p:grpSpPr>
          <a:xfrm>
            <a:off x="6656812" y="1848388"/>
            <a:ext cx="368690" cy="245793"/>
            <a:chOff x="6656812" y="2029388"/>
            <a:chExt cx="368690" cy="245793"/>
          </a:xfrm>
        </p:grpSpPr>
        <p:sp>
          <p:nvSpPr>
            <p:cNvPr id="8945" name="Google Shape;8945;p60"/>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0"/>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0"/>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0"/>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0"/>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0"/>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0"/>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0"/>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0"/>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0"/>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5" name="Google Shape;8955;p60"/>
          <p:cNvGrpSpPr/>
          <p:nvPr/>
        </p:nvGrpSpPr>
        <p:grpSpPr>
          <a:xfrm>
            <a:off x="4869651" y="1831218"/>
            <a:ext cx="376654" cy="281566"/>
            <a:chOff x="4869651" y="2012218"/>
            <a:chExt cx="376654" cy="281566"/>
          </a:xfrm>
        </p:grpSpPr>
        <p:sp>
          <p:nvSpPr>
            <p:cNvPr id="8956" name="Google Shape;8956;p60"/>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0"/>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0"/>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0"/>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60"/>
          <p:cNvGrpSpPr/>
          <p:nvPr/>
        </p:nvGrpSpPr>
        <p:grpSpPr>
          <a:xfrm>
            <a:off x="5306224" y="1831313"/>
            <a:ext cx="367925" cy="281694"/>
            <a:chOff x="5306224" y="2012313"/>
            <a:chExt cx="367925" cy="281694"/>
          </a:xfrm>
        </p:grpSpPr>
        <p:sp>
          <p:nvSpPr>
            <p:cNvPr id="8961" name="Google Shape;8961;p60"/>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0"/>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3" name="Google Shape;8963;p60"/>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64" name="Google Shape;8964;p60"/>
          <p:cNvGrpSpPr/>
          <p:nvPr/>
        </p:nvGrpSpPr>
        <p:grpSpPr>
          <a:xfrm>
            <a:off x="6195998" y="1802102"/>
            <a:ext cx="368308" cy="338746"/>
            <a:chOff x="6195998" y="1983102"/>
            <a:chExt cx="368308" cy="338746"/>
          </a:xfrm>
        </p:grpSpPr>
        <p:sp>
          <p:nvSpPr>
            <p:cNvPr id="8965" name="Google Shape;8965;p60"/>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0"/>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0"/>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8" name="Google Shape;8968;p60"/>
          <p:cNvGrpSpPr/>
          <p:nvPr/>
        </p:nvGrpSpPr>
        <p:grpSpPr>
          <a:xfrm>
            <a:off x="7542031" y="1830835"/>
            <a:ext cx="369072" cy="280037"/>
            <a:chOff x="7542031" y="2011835"/>
            <a:chExt cx="369072" cy="280037"/>
          </a:xfrm>
        </p:grpSpPr>
        <p:sp>
          <p:nvSpPr>
            <p:cNvPr id="8969" name="Google Shape;8969;p60"/>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0"/>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0"/>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0"/>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0"/>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0"/>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0"/>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0"/>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0"/>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8" name="Google Shape;8978;p60"/>
          <p:cNvGrpSpPr/>
          <p:nvPr/>
        </p:nvGrpSpPr>
        <p:grpSpPr>
          <a:xfrm>
            <a:off x="8010427" y="3167503"/>
            <a:ext cx="278795" cy="351615"/>
            <a:chOff x="8010427" y="3348503"/>
            <a:chExt cx="278795" cy="351615"/>
          </a:xfrm>
        </p:grpSpPr>
        <p:sp>
          <p:nvSpPr>
            <p:cNvPr id="8979" name="Google Shape;8979;p60"/>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0"/>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0"/>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0"/>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3" name="Google Shape;8983;p60"/>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4" name="Google Shape;8984;p60"/>
          <p:cNvGrpSpPr/>
          <p:nvPr/>
        </p:nvGrpSpPr>
        <p:grpSpPr>
          <a:xfrm>
            <a:off x="7141900" y="3168204"/>
            <a:ext cx="281057" cy="351010"/>
            <a:chOff x="7141900" y="3349204"/>
            <a:chExt cx="281057" cy="351010"/>
          </a:xfrm>
        </p:grpSpPr>
        <p:sp>
          <p:nvSpPr>
            <p:cNvPr id="8985" name="Google Shape;8985;p60"/>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0"/>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0"/>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8" name="Google Shape;8988;p60"/>
          <p:cNvGrpSpPr/>
          <p:nvPr/>
        </p:nvGrpSpPr>
        <p:grpSpPr>
          <a:xfrm>
            <a:off x="5314188" y="3169032"/>
            <a:ext cx="363752" cy="353113"/>
            <a:chOff x="5314188" y="3350032"/>
            <a:chExt cx="363752" cy="353113"/>
          </a:xfrm>
        </p:grpSpPr>
        <p:sp>
          <p:nvSpPr>
            <p:cNvPr id="8989" name="Google Shape;8989;p60"/>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0"/>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1" name="Google Shape;8991;p60"/>
          <p:cNvGrpSpPr/>
          <p:nvPr/>
        </p:nvGrpSpPr>
        <p:grpSpPr>
          <a:xfrm>
            <a:off x="5829984" y="3169032"/>
            <a:ext cx="220755" cy="352348"/>
            <a:chOff x="5829984" y="3350032"/>
            <a:chExt cx="220755" cy="352348"/>
          </a:xfrm>
        </p:grpSpPr>
        <p:sp>
          <p:nvSpPr>
            <p:cNvPr id="8992" name="Google Shape;8992;p60"/>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0"/>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0"/>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0"/>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6" name="Google Shape;8996;p60"/>
          <p:cNvGrpSpPr/>
          <p:nvPr/>
        </p:nvGrpSpPr>
        <p:grpSpPr>
          <a:xfrm>
            <a:off x="4882170" y="3168841"/>
            <a:ext cx="358464" cy="352316"/>
            <a:chOff x="4882170" y="3349841"/>
            <a:chExt cx="358464" cy="352316"/>
          </a:xfrm>
        </p:grpSpPr>
        <p:sp>
          <p:nvSpPr>
            <p:cNvPr id="8997" name="Google Shape;8997;p60"/>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0"/>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99" name="Google Shape;8999;p60"/>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0"/>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1" name="Google Shape;9001;p60"/>
          <p:cNvGrpSpPr/>
          <p:nvPr/>
        </p:nvGrpSpPr>
        <p:grpSpPr>
          <a:xfrm>
            <a:off x="3044965" y="2254220"/>
            <a:ext cx="400194" cy="324316"/>
            <a:chOff x="3044965" y="2435220"/>
            <a:chExt cx="400194" cy="324316"/>
          </a:xfrm>
        </p:grpSpPr>
        <p:sp>
          <p:nvSpPr>
            <p:cNvPr id="9002" name="Google Shape;9002;p60"/>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0"/>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0"/>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5" name="Google Shape;9005;p60"/>
          <p:cNvGrpSpPr/>
          <p:nvPr/>
        </p:nvGrpSpPr>
        <p:grpSpPr>
          <a:xfrm>
            <a:off x="6203579" y="3167981"/>
            <a:ext cx="351615" cy="350373"/>
            <a:chOff x="6203579" y="3348981"/>
            <a:chExt cx="351615" cy="350373"/>
          </a:xfrm>
        </p:grpSpPr>
        <p:sp>
          <p:nvSpPr>
            <p:cNvPr id="9006" name="Google Shape;9006;p60"/>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0"/>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0"/>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0"/>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0"/>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1" name="Google Shape;9011;p60"/>
          <p:cNvGrpSpPr/>
          <p:nvPr/>
        </p:nvGrpSpPr>
        <p:grpSpPr>
          <a:xfrm>
            <a:off x="4878379" y="2292892"/>
            <a:ext cx="367161" cy="287523"/>
            <a:chOff x="4878379" y="2473892"/>
            <a:chExt cx="367161" cy="287523"/>
          </a:xfrm>
        </p:grpSpPr>
        <p:sp>
          <p:nvSpPr>
            <p:cNvPr id="9012" name="Google Shape;9012;p60"/>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0"/>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0"/>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0"/>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0"/>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7" name="Google Shape;9017;p60"/>
          <p:cNvGrpSpPr/>
          <p:nvPr/>
        </p:nvGrpSpPr>
        <p:grpSpPr>
          <a:xfrm>
            <a:off x="1325719" y="2706689"/>
            <a:ext cx="290581" cy="372481"/>
            <a:chOff x="1325719" y="2887689"/>
            <a:chExt cx="290581" cy="372481"/>
          </a:xfrm>
        </p:grpSpPr>
        <p:sp>
          <p:nvSpPr>
            <p:cNvPr id="9018" name="Google Shape;9018;p60"/>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0"/>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20" name="Google Shape;9020;p60"/>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1" name="Google Shape;9021;p60"/>
          <p:cNvGrpSpPr/>
          <p:nvPr/>
        </p:nvGrpSpPr>
        <p:grpSpPr>
          <a:xfrm>
            <a:off x="3510335" y="2711499"/>
            <a:ext cx="360726" cy="361204"/>
            <a:chOff x="3510335" y="2892499"/>
            <a:chExt cx="360726" cy="361204"/>
          </a:xfrm>
        </p:grpSpPr>
        <p:sp>
          <p:nvSpPr>
            <p:cNvPr id="9022" name="Google Shape;9022;p60"/>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0"/>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0"/>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0"/>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0"/>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7" name="Google Shape;9027;p60"/>
          <p:cNvGrpSpPr/>
          <p:nvPr/>
        </p:nvGrpSpPr>
        <p:grpSpPr>
          <a:xfrm>
            <a:off x="3086313" y="2696049"/>
            <a:ext cx="320143" cy="392581"/>
            <a:chOff x="3086313" y="2877049"/>
            <a:chExt cx="320143" cy="392581"/>
          </a:xfrm>
        </p:grpSpPr>
        <p:sp>
          <p:nvSpPr>
            <p:cNvPr id="9028" name="Google Shape;9028;p60"/>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0"/>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0"/>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0"/>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0"/>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0"/>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0"/>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0"/>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0"/>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0"/>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0"/>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0"/>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0" name="Google Shape;9040;p60"/>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1" name="Google Shape;9041;p60"/>
          <p:cNvGrpSpPr/>
          <p:nvPr/>
        </p:nvGrpSpPr>
        <p:grpSpPr>
          <a:xfrm>
            <a:off x="861113" y="2704746"/>
            <a:ext cx="333809" cy="373277"/>
            <a:chOff x="861113" y="2885746"/>
            <a:chExt cx="333809" cy="373277"/>
          </a:xfrm>
        </p:grpSpPr>
        <p:sp>
          <p:nvSpPr>
            <p:cNvPr id="9042" name="Google Shape;9042;p60"/>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0"/>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0"/>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5" name="Google Shape;9045;p60"/>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0"/>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7" name="Google Shape;9047;p60"/>
          <p:cNvGrpSpPr/>
          <p:nvPr/>
        </p:nvGrpSpPr>
        <p:grpSpPr>
          <a:xfrm>
            <a:off x="1297654" y="1323481"/>
            <a:ext cx="349354" cy="362223"/>
            <a:chOff x="1297654" y="1504481"/>
            <a:chExt cx="349354" cy="362223"/>
          </a:xfrm>
        </p:grpSpPr>
        <p:sp>
          <p:nvSpPr>
            <p:cNvPr id="9048" name="Google Shape;9048;p60"/>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0"/>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0"/>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1" name="Google Shape;9051;p60"/>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2" name="Google Shape;9052;p60"/>
          <p:cNvGrpSpPr/>
          <p:nvPr/>
        </p:nvGrpSpPr>
        <p:grpSpPr>
          <a:xfrm>
            <a:off x="852385" y="1329916"/>
            <a:ext cx="353145" cy="351998"/>
            <a:chOff x="852385" y="1510916"/>
            <a:chExt cx="353145" cy="351998"/>
          </a:xfrm>
        </p:grpSpPr>
        <p:sp>
          <p:nvSpPr>
            <p:cNvPr id="9053" name="Google Shape;9053;p60"/>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0"/>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0"/>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6" name="Google Shape;9056;p60"/>
          <p:cNvGrpSpPr/>
          <p:nvPr/>
        </p:nvGrpSpPr>
        <p:grpSpPr>
          <a:xfrm>
            <a:off x="1745217" y="1334471"/>
            <a:ext cx="343269" cy="342505"/>
            <a:chOff x="1745217" y="1515471"/>
            <a:chExt cx="343269" cy="342505"/>
          </a:xfrm>
        </p:grpSpPr>
        <p:sp>
          <p:nvSpPr>
            <p:cNvPr id="9057" name="Google Shape;9057;p60"/>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0"/>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0"/>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0"/>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1" name="Google Shape;9061;p60"/>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2" name="Google Shape;9062;p60"/>
          <p:cNvGrpSpPr/>
          <p:nvPr/>
        </p:nvGrpSpPr>
        <p:grpSpPr>
          <a:xfrm>
            <a:off x="3042703" y="1348137"/>
            <a:ext cx="411535" cy="315587"/>
            <a:chOff x="3042703" y="1529137"/>
            <a:chExt cx="411535" cy="315587"/>
          </a:xfrm>
        </p:grpSpPr>
        <p:sp>
          <p:nvSpPr>
            <p:cNvPr id="9063" name="Google Shape;9063;p60"/>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0"/>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0"/>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0"/>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0"/>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0"/>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0"/>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0"/>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0"/>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0"/>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3" name="Google Shape;9073;p60"/>
          <p:cNvGrpSpPr/>
          <p:nvPr/>
        </p:nvGrpSpPr>
        <p:grpSpPr>
          <a:xfrm>
            <a:off x="2629289" y="1363682"/>
            <a:ext cx="350501" cy="284497"/>
            <a:chOff x="2629289" y="1544682"/>
            <a:chExt cx="350501" cy="284497"/>
          </a:xfrm>
        </p:grpSpPr>
        <p:sp>
          <p:nvSpPr>
            <p:cNvPr id="9074" name="Google Shape;9074;p60"/>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0"/>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0"/>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0"/>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0"/>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9" name="Google Shape;9079;p60"/>
          <p:cNvGrpSpPr/>
          <p:nvPr/>
        </p:nvGrpSpPr>
        <p:grpSpPr>
          <a:xfrm>
            <a:off x="5305077" y="1321633"/>
            <a:ext cx="367893" cy="365218"/>
            <a:chOff x="5305077" y="1502633"/>
            <a:chExt cx="367893" cy="365218"/>
          </a:xfrm>
        </p:grpSpPr>
        <p:sp>
          <p:nvSpPr>
            <p:cNvPr id="9080" name="Google Shape;9080;p60"/>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0"/>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2" name="Google Shape;9082;p60"/>
          <p:cNvGrpSpPr/>
          <p:nvPr/>
        </p:nvGrpSpPr>
        <p:grpSpPr>
          <a:xfrm>
            <a:off x="7100170" y="1319117"/>
            <a:ext cx="368308" cy="367033"/>
            <a:chOff x="7100170" y="1500117"/>
            <a:chExt cx="368308" cy="367033"/>
          </a:xfrm>
        </p:grpSpPr>
        <p:sp>
          <p:nvSpPr>
            <p:cNvPr id="9083" name="Google Shape;9083;p60"/>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0"/>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0"/>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0"/>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0"/>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0"/>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0"/>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0"/>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0"/>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0"/>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0"/>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0"/>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0"/>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6" name="Google Shape;9096;p60"/>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7" name="Google Shape;9097;p60"/>
          <p:cNvGrpSpPr/>
          <p:nvPr/>
        </p:nvGrpSpPr>
        <p:grpSpPr>
          <a:xfrm>
            <a:off x="6649231" y="1319021"/>
            <a:ext cx="390287" cy="367065"/>
            <a:chOff x="6649231" y="1500021"/>
            <a:chExt cx="390287" cy="367065"/>
          </a:xfrm>
        </p:grpSpPr>
        <p:sp>
          <p:nvSpPr>
            <p:cNvPr id="9098" name="Google Shape;9098;p60"/>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0"/>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0"/>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0"/>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0"/>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0"/>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0"/>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0"/>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0"/>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0"/>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0"/>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0"/>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0" name="Google Shape;9110;p60"/>
          <p:cNvGrpSpPr/>
          <p:nvPr/>
        </p:nvGrpSpPr>
        <p:grpSpPr>
          <a:xfrm>
            <a:off x="5746938" y="1362503"/>
            <a:ext cx="387261" cy="280356"/>
            <a:chOff x="5746938" y="1543503"/>
            <a:chExt cx="387261" cy="280356"/>
          </a:xfrm>
        </p:grpSpPr>
        <p:sp>
          <p:nvSpPr>
            <p:cNvPr id="9111" name="Google Shape;9111;p60"/>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0"/>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3" name="Google Shape;9113;p60"/>
          <p:cNvGrpSpPr/>
          <p:nvPr/>
        </p:nvGrpSpPr>
        <p:grpSpPr>
          <a:xfrm>
            <a:off x="6196730" y="1344346"/>
            <a:ext cx="369072" cy="317467"/>
            <a:chOff x="6196730" y="1525346"/>
            <a:chExt cx="369072" cy="317467"/>
          </a:xfrm>
        </p:grpSpPr>
        <p:sp>
          <p:nvSpPr>
            <p:cNvPr id="9114" name="Google Shape;9114;p60"/>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0"/>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0"/>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60"/>
          <p:cNvGrpSpPr/>
          <p:nvPr/>
        </p:nvGrpSpPr>
        <p:grpSpPr>
          <a:xfrm>
            <a:off x="4940592" y="1319690"/>
            <a:ext cx="246558" cy="367161"/>
            <a:chOff x="4940592" y="1500690"/>
            <a:chExt cx="246558" cy="367161"/>
          </a:xfrm>
        </p:grpSpPr>
        <p:sp>
          <p:nvSpPr>
            <p:cNvPr id="9118" name="Google Shape;9118;p60"/>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0"/>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0"/>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0"/>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2" name="Google Shape;9122;p60"/>
          <p:cNvGrpSpPr/>
          <p:nvPr/>
        </p:nvGrpSpPr>
        <p:grpSpPr>
          <a:xfrm>
            <a:off x="7964906" y="1318894"/>
            <a:ext cx="380858" cy="367575"/>
            <a:chOff x="7964906" y="1499894"/>
            <a:chExt cx="380858" cy="367575"/>
          </a:xfrm>
        </p:grpSpPr>
        <p:sp>
          <p:nvSpPr>
            <p:cNvPr id="9123" name="Google Shape;9123;p60"/>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0"/>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0"/>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26" name="Google Shape;9126;p60"/>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27" name="Google Shape;9127;p60"/>
          <p:cNvGrpSpPr/>
          <p:nvPr/>
        </p:nvGrpSpPr>
        <p:grpSpPr>
          <a:xfrm>
            <a:off x="8007400" y="2721278"/>
            <a:ext cx="285230" cy="355597"/>
            <a:chOff x="8007400" y="2902278"/>
            <a:chExt cx="285230" cy="355597"/>
          </a:xfrm>
        </p:grpSpPr>
        <p:sp>
          <p:nvSpPr>
            <p:cNvPr id="9128" name="Google Shape;9128;p60"/>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0"/>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0" name="Google Shape;9130;p60"/>
          <p:cNvGrpSpPr/>
          <p:nvPr/>
        </p:nvGrpSpPr>
        <p:grpSpPr>
          <a:xfrm>
            <a:off x="6219124" y="2721788"/>
            <a:ext cx="318231" cy="355470"/>
            <a:chOff x="6219124" y="2902788"/>
            <a:chExt cx="318231" cy="355470"/>
          </a:xfrm>
        </p:grpSpPr>
        <p:sp>
          <p:nvSpPr>
            <p:cNvPr id="9131" name="Google Shape;9131;p60"/>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0"/>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0"/>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60"/>
          <p:cNvGrpSpPr/>
          <p:nvPr/>
        </p:nvGrpSpPr>
        <p:grpSpPr>
          <a:xfrm>
            <a:off x="4969421" y="2721852"/>
            <a:ext cx="185109" cy="355406"/>
            <a:chOff x="4969421" y="2902852"/>
            <a:chExt cx="185109" cy="355406"/>
          </a:xfrm>
        </p:grpSpPr>
        <p:sp>
          <p:nvSpPr>
            <p:cNvPr id="9135" name="Google Shape;9135;p60"/>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0"/>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0"/>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0"/>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0"/>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0"/>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1" name="Google Shape;9141;p60"/>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0"/>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3" name="Google Shape;9143;p60"/>
          <p:cNvGrpSpPr/>
          <p:nvPr/>
        </p:nvGrpSpPr>
        <p:grpSpPr>
          <a:xfrm>
            <a:off x="6685259" y="2721852"/>
            <a:ext cx="311414" cy="355406"/>
            <a:chOff x="6685259" y="2902852"/>
            <a:chExt cx="311414" cy="355406"/>
          </a:xfrm>
        </p:grpSpPr>
        <p:sp>
          <p:nvSpPr>
            <p:cNvPr id="9144" name="Google Shape;9144;p60"/>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0"/>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0"/>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7" name="Google Shape;9147;p60"/>
          <p:cNvGrpSpPr/>
          <p:nvPr/>
        </p:nvGrpSpPr>
        <p:grpSpPr>
          <a:xfrm>
            <a:off x="5309250" y="2722170"/>
            <a:ext cx="359579" cy="355852"/>
            <a:chOff x="5309250" y="2903170"/>
            <a:chExt cx="359579" cy="355852"/>
          </a:xfrm>
        </p:grpSpPr>
        <p:sp>
          <p:nvSpPr>
            <p:cNvPr id="9148" name="Google Shape;9148;p60"/>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0"/>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0"/>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1" name="Google Shape;9151;p60"/>
          <p:cNvGrpSpPr/>
          <p:nvPr/>
        </p:nvGrpSpPr>
        <p:grpSpPr>
          <a:xfrm>
            <a:off x="2199565" y="2240172"/>
            <a:ext cx="312179" cy="353431"/>
            <a:chOff x="2199565" y="2421172"/>
            <a:chExt cx="312179" cy="353431"/>
          </a:xfrm>
        </p:grpSpPr>
        <p:sp>
          <p:nvSpPr>
            <p:cNvPr id="9152" name="Google Shape;9152;p60"/>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0"/>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4" name="Google Shape;9154;p60"/>
          <p:cNvGrpSpPr/>
          <p:nvPr/>
        </p:nvGrpSpPr>
        <p:grpSpPr>
          <a:xfrm>
            <a:off x="1750887" y="2244727"/>
            <a:ext cx="320143" cy="343269"/>
            <a:chOff x="1750887" y="2425727"/>
            <a:chExt cx="320143" cy="343269"/>
          </a:xfrm>
        </p:grpSpPr>
        <p:sp>
          <p:nvSpPr>
            <p:cNvPr id="9155" name="Google Shape;9155;p60"/>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0"/>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7" name="Google Shape;9157;p60"/>
          <p:cNvGrpSpPr/>
          <p:nvPr/>
        </p:nvGrpSpPr>
        <p:grpSpPr>
          <a:xfrm>
            <a:off x="1298037" y="2244727"/>
            <a:ext cx="338364" cy="342887"/>
            <a:chOff x="1298037" y="2425727"/>
            <a:chExt cx="338364" cy="342887"/>
          </a:xfrm>
        </p:grpSpPr>
        <p:sp>
          <p:nvSpPr>
            <p:cNvPr id="9158" name="Google Shape;9158;p60"/>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0"/>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0"/>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0"/>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62" name="Google Shape;9162;p60"/>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63" name="Google Shape;9163;p60"/>
          <p:cNvGrpSpPr/>
          <p:nvPr/>
        </p:nvGrpSpPr>
        <p:grpSpPr>
          <a:xfrm>
            <a:off x="3974207" y="2248009"/>
            <a:ext cx="320143" cy="338491"/>
            <a:chOff x="3974207" y="2429009"/>
            <a:chExt cx="320143" cy="338491"/>
          </a:xfrm>
        </p:grpSpPr>
        <p:sp>
          <p:nvSpPr>
            <p:cNvPr id="9164" name="Google Shape;9164;p60"/>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0"/>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6" name="Google Shape;9166;p60"/>
          <p:cNvGrpSpPr/>
          <p:nvPr/>
        </p:nvGrpSpPr>
        <p:grpSpPr>
          <a:xfrm>
            <a:off x="2623237" y="2250047"/>
            <a:ext cx="355024" cy="332630"/>
            <a:chOff x="2623237" y="2431047"/>
            <a:chExt cx="355024" cy="332630"/>
          </a:xfrm>
        </p:grpSpPr>
        <p:sp>
          <p:nvSpPr>
            <p:cNvPr id="9167" name="Google Shape;9167;p60"/>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0"/>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0"/>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0"/>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1" name="Google Shape;9171;p60"/>
          <p:cNvGrpSpPr/>
          <p:nvPr/>
        </p:nvGrpSpPr>
        <p:grpSpPr>
          <a:xfrm>
            <a:off x="6657194" y="2253073"/>
            <a:ext cx="375507" cy="367925"/>
            <a:chOff x="6657194" y="2434073"/>
            <a:chExt cx="375507" cy="367925"/>
          </a:xfrm>
        </p:grpSpPr>
        <p:sp>
          <p:nvSpPr>
            <p:cNvPr id="9172" name="Google Shape;9172;p60"/>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0"/>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0"/>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5" name="Google Shape;9175;p60"/>
          <p:cNvGrpSpPr/>
          <p:nvPr/>
        </p:nvGrpSpPr>
        <p:grpSpPr>
          <a:xfrm>
            <a:off x="7101317" y="2260655"/>
            <a:ext cx="367925" cy="352380"/>
            <a:chOff x="7101317" y="2441655"/>
            <a:chExt cx="367925" cy="352380"/>
          </a:xfrm>
        </p:grpSpPr>
        <p:sp>
          <p:nvSpPr>
            <p:cNvPr id="9176" name="Google Shape;9176;p60"/>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0"/>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8" name="Google Shape;9178;p60"/>
          <p:cNvGrpSpPr/>
          <p:nvPr/>
        </p:nvGrpSpPr>
        <p:grpSpPr>
          <a:xfrm>
            <a:off x="5756399" y="2253456"/>
            <a:ext cx="367925" cy="367161"/>
            <a:chOff x="5756399" y="2434456"/>
            <a:chExt cx="367925" cy="367161"/>
          </a:xfrm>
        </p:grpSpPr>
        <p:sp>
          <p:nvSpPr>
            <p:cNvPr id="9179" name="Google Shape;9179;p60"/>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0"/>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0"/>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0"/>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0"/>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0"/>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0"/>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86" name="Google Shape;9186;p60"/>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0"/>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8" name="Google Shape;9188;p60"/>
          <p:cNvGrpSpPr/>
          <p:nvPr/>
        </p:nvGrpSpPr>
        <p:grpSpPr>
          <a:xfrm>
            <a:off x="7964906" y="2253073"/>
            <a:ext cx="373627" cy="367925"/>
            <a:chOff x="7964906" y="2434073"/>
            <a:chExt cx="373627" cy="367925"/>
          </a:xfrm>
        </p:grpSpPr>
        <p:sp>
          <p:nvSpPr>
            <p:cNvPr id="9189" name="Google Shape;9189;p60"/>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0"/>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60"/>
          <p:cNvGrpSpPr/>
          <p:nvPr/>
        </p:nvGrpSpPr>
        <p:grpSpPr>
          <a:xfrm>
            <a:off x="6194086" y="2256737"/>
            <a:ext cx="369837" cy="360471"/>
            <a:chOff x="6194086" y="2437737"/>
            <a:chExt cx="369837" cy="360471"/>
          </a:xfrm>
        </p:grpSpPr>
        <p:sp>
          <p:nvSpPr>
            <p:cNvPr id="9192" name="Google Shape;9192;p60"/>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0"/>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4" name="Google Shape;9194;p60"/>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195" name="Google Shape;9195;p60"/>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9199"/>
        <p:cNvGrpSpPr/>
        <p:nvPr/>
      </p:nvGrpSpPr>
      <p:grpSpPr>
        <a:xfrm>
          <a:off x="0" y="0"/>
          <a:ext cx="0" cy="0"/>
          <a:chOff x="0" y="0"/>
          <a:chExt cx="0" cy="0"/>
        </a:xfrm>
      </p:grpSpPr>
      <p:grpSp>
        <p:nvGrpSpPr>
          <p:cNvPr id="9200" name="Google Shape;9200;p61"/>
          <p:cNvGrpSpPr/>
          <p:nvPr/>
        </p:nvGrpSpPr>
        <p:grpSpPr>
          <a:xfrm>
            <a:off x="3122257" y="1334344"/>
            <a:ext cx="294850" cy="349434"/>
            <a:chOff x="3122257" y="1508594"/>
            <a:chExt cx="294850" cy="349434"/>
          </a:xfrm>
        </p:grpSpPr>
        <p:sp>
          <p:nvSpPr>
            <p:cNvPr id="9201" name="Google Shape;9201;p61"/>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1"/>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1"/>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1"/>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1"/>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6" name="Google Shape;9206;p61"/>
          <p:cNvGrpSpPr/>
          <p:nvPr/>
        </p:nvGrpSpPr>
        <p:grpSpPr>
          <a:xfrm>
            <a:off x="910723" y="1333962"/>
            <a:ext cx="251660" cy="350166"/>
            <a:chOff x="910723" y="1508212"/>
            <a:chExt cx="251660" cy="350166"/>
          </a:xfrm>
        </p:grpSpPr>
        <p:sp>
          <p:nvSpPr>
            <p:cNvPr id="9207" name="Google Shape;9207;p61"/>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1"/>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1"/>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1"/>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1"/>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1"/>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1"/>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1"/>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1"/>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1"/>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1"/>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1"/>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1"/>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1"/>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1"/>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1"/>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1"/>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61"/>
          <p:cNvGrpSpPr/>
          <p:nvPr/>
        </p:nvGrpSpPr>
        <p:grpSpPr>
          <a:xfrm>
            <a:off x="1308631" y="1333580"/>
            <a:ext cx="350166" cy="350198"/>
            <a:chOff x="1308631" y="1507830"/>
            <a:chExt cx="350166" cy="350198"/>
          </a:xfrm>
        </p:grpSpPr>
        <p:sp>
          <p:nvSpPr>
            <p:cNvPr id="9225" name="Google Shape;9225;p61"/>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1"/>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1"/>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1"/>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9" name="Google Shape;9229;p61"/>
          <p:cNvGrpSpPr/>
          <p:nvPr/>
        </p:nvGrpSpPr>
        <p:grpSpPr>
          <a:xfrm>
            <a:off x="1756921" y="1335489"/>
            <a:ext cx="345997" cy="345997"/>
            <a:chOff x="1756921" y="1509739"/>
            <a:chExt cx="345997" cy="345997"/>
          </a:xfrm>
        </p:grpSpPr>
        <p:sp>
          <p:nvSpPr>
            <p:cNvPr id="9230" name="Google Shape;9230;p61"/>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1"/>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1"/>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1"/>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1"/>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1"/>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1"/>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1"/>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1"/>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1"/>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1"/>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1"/>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1"/>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1"/>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1"/>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1"/>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1"/>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61"/>
          <p:cNvGrpSpPr/>
          <p:nvPr/>
        </p:nvGrpSpPr>
        <p:grpSpPr>
          <a:xfrm>
            <a:off x="2216956" y="1336253"/>
            <a:ext cx="318721" cy="345615"/>
            <a:chOff x="2216956" y="1510503"/>
            <a:chExt cx="318721" cy="345615"/>
          </a:xfrm>
        </p:grpSpPr>
        <p:sp>
          <p:nvSpPr>
            <p:cNvPr id="9248" name="Google Shape;9248;p61"/>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1"/>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1"/>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1"/>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1"/>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3" name="Google Shape;9253;p61"/>
          <p:cNvGrpSpPr/>
          <p:nvPr/>
        </p:nvGrpSpPr>
        <p:grpSpPr>
          <a:xfrm>
            <a:off x="3988156" y="1394211"/>
            <a:ext cx="349052" cy="230049"/>
            <a:chOff x="3988156" y="1568461"/>
            <a:chExt cx="349052" cy="230049"/>
          </a:xfrm>
        </p:grpSpPr>
        <p:sp>
          <p:nvSpPr>
            <p:cNvPr id="9254" name="Google Shape;9254;p61"/>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1"/>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1"/>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1"/>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1"/>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1"/>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1"/>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1" name="Google Shape;9261;p61"/>
          <p:cNvGrpSpPr/>
          <p:nvPr/>
        </p:nvGrpSpPr>
        <p:grpSpPr>
          <a:xfrm>
            <a:off x="2633037" y="1325623"/>
            <a:ext cx="379002" cy="366112"/>
            <a:chOff x="2633037" y="1499873"/>
            <a:chExt cx="379002" cy="366112"/>
          </a:xfrm>
        </p:grpSpPr>
        <p:sp>
          <p:nvSpPr>
            <p:cNvPr id="9262" name="Google Shape;9262;p61"/>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1"/>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1"/>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1"/>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1"/>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1"/>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8" name="Google Shape;9268;p61"/>
          <p:cNvGrpSpPr/>
          <p:nvPr/>
        </p:nvGrpSpPr>
        <p:grpSpPr>
          <a:xfrm>
            <a:off x="6675256" y="1341919"/>
            <a:ext cx="327823" cy="357009"/>
            <a:chOff x="6675256" y="1516169"/>
            <a:chExt cx="327823" cy="357009"/>
          </a:xfrm>
        </p:grpSpPr>
        <p:sp>
          <p:nvSpPr>
            <p:cNvPr id="9269" name="Google Shape;9269;p61"/>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1"/>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1"/>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1"/>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1"/>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1"/>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1"/>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1"/>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1"/>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61"/>
          <p:cNvGrpSpPr/>
          <p:nvPr/>
        </p:nvGrpSpPr>
        <p:grpSpPr>
          <a:xfrm>
            <a:off x="8020159" y="1342301"/>
            <a:ext cx="300897" cy="356627"/>
            <a:chOff x="8020159" y="1516551"/>
            <a:chExt cx="300897" cy="356627"/>
          </a:xfrm>
        </p:grpSpPr>
        <p:sp>
          <p:nvSpPr>
            <p:cNvPr id="9279" name="Google Shape;9279;p61"/>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1"/>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1"/>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1"/>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1"/>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4" name="Google Shape;9284;p61"/>
          <p:cNvGrpSpPr/>
          <p:nvPr/>
        </p:nvGrpSpPr>
        <p:grpSpPr>
          <a:xfrm>
            <a:off x="5377363" y="1341919"/>
            <a:ext cx="257357" cy="356627"/>
            <a:chOff x="5377363" y="1516169"/>
            <a:chExt cx="257357" cy="356627"/>
          </a:xfrm>
        </p:grpSpPr>
        <p:sp>
          <p:nvSpPr>
            <p:cNvPr id="9285" name="Google Shape;9285;p61"/>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1"/>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1"/>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1"/>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1"/>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1"/>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1"/>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1"/>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1"/>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1"/>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1"/>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1"/>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1"/>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1"/>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1"/>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1"/>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1"/>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2" name="Google Shape;9302;p61"/>
          <p:cNvGrpSpPr/>
          <p:nvPr/>
        </p:nvGrpSpPr>
        <p:grpSpPr>
          <a:xfrm>
            <a:off x="4880567" y="1361620"/>
            <a:ext cx="356245" cy="317607"/>
            <a:chOff x="4880567" y="1535870"/>
            <a:chExt cx="356245" cy="317607"/>
          </a:xfrm>
        </p:grpSpPr>
        <p:sp>
          <p:nvSpPr>
            <p:cNvPr id="9303" name="Google Shape;9303;p61"/>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1"/>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1"/>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1"/>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1"/>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8" name="Google Shape;9308;p61"/>
          <p:cNvGrpSpPr/>
          <p:nvPr/>
        </p:nvGrpSpPr>
        <p:grpSpPr>
          <a:xfrm>
            <a:off x="5771483" y="1341537"/>
            <a:ext cx="357359" cy="357391"/>
            <a:chOff x="5771483" y="1515787"/>
            <a:chExt cx="357359" cy="357391"/>
          </a:xfrm>
        </p:grpSpPr>
        <p:sp>
          <p:nvSpPr>
            <p:cNvPr id="9309" name="Google Shape;9309;p61"/>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1"/>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1"/>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1"/>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3" name="Google Shape;9313;p61"/>
          <p:cNvGrpSpPr/>
          <p:nvPr/>
        </p:nvGrpSpPr>
        <p:grpSpPr>
          <a:xfrm>
            <a:off x="7121669" y="1359360"/>
            <a:ext cx="321362" cy="321362"/>
            <a:chOff x="7121669" y="1533610"/>
            <a:chExt cx="321362" cy="321362"/>
          </a:xfrm>
        </p:grpSpPr>
        <p:sp>
          <p:nvSpPr>
            <p:cNvPr id="9314" name="Google Shape;9314;p61"/>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1"/>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1"/>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1"/>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8" name="Google Shape;9318;p61"/>
          <p:cNvGrpSpPr/>
          <p:nvPr/>
        </p:nvGrpSpPr>
        <p:grpSpPr>
          <a:xfrm>
            <a:off x="7562766" y="1340614"/>
            <a:ext cx="327059" cy="360192"/>
            <a:chOff x="7562766" y="1514864"/>
            <a:chExt cx="327059" cy="360192"/>
          </a:xfrm>
        </p:grpSpPr>
        <p:sp>
          <p:nvSpPr>
            <p:cNvPr id="9319" name="Google Shape;9319;p61"/>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1"/>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1"/>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1"/>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3" name="Google Shape;9323;p61"/>
          <p:cNvGrpSpPr/>
          <p:nvPr/>
        </p:nvGrpSpPr>
        <p:grpSpPr>
          <a:xfrm>
            <a:off x="6221229" y="1324423"/>
            <a:ext cx="361636" cy="362183"/>
            <a:chOff x="6259175" y="1559008"/>
            <a:chExt cx="271743" cy="272093"/>
          </a:xfrm>
        </p:grpSpPr>
        <p:sp>
          <p:nvSpPr>
            <p:cNvPr id="9324" name="Google Shape;9324;p61"/>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1"/>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1"/>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1"/>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1"/>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1"/>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1"/>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1"/>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1"/>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1"/>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1"/>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1"/>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1"/>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1"/>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1"/>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1"/>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1"/>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1" name="Google Shape;9341;p61"/>
          <p:cNvGrpSpPr/>
          <p:nvPr/>
        </p:nvGrpSpPr>
        <p:grpSpPr>
          <a:xfrm>
            <a:off x="6671087" y="1835054"/>
            <a:ext cx="332757" cy="281833"/>
            <a:chOff x="6671087" y="2009304"/>
            <a:chExt cx="332757" cy="281833"/>
          </a:xfrm>
        </p:grpSpPr>
        <p:sp>
          <p:nvSpPr>
            <p:cNvPr id="9342" name="Google Shape;9342;p61"/>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1"/>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4" name="Google Shape;9344;p61"/>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5" name="Google Shape;9345;p61"/>
          <p:cNvGrpSpPr/>
          <p:nvPr/>
        </p:nvGrpSpPr>
        <p:grpSpPr>
          <a:xfrm>
            <a:off x="2201806" y="1802335"/>
            <a:ext cx="349784" cy="349434"/>
            <a:chOff x="2201806" y="1976585"/>
            <a:chExt cx="349784" cy="349434"/>
          </a:xfrm>
        </p:grpSpPr>
        <p:sp>
          <p:nvSpPr>
            <p:cNvPr id="9346" name="Google Shape;9346;p61"/>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1"/>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1"/>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1"/>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0" name="Google Shape;9350;p61"/>
          <p:cNvGrpSpPr/>
          <p:nvPr/>
        </p:nvGrpSpPr>
        <p:grpSpPr>
          <a:xfrm>
            <a:off x="3094217" y="1802335"/>
            <a:ext cx="350198" cy="350548"/>
            <a:chOff x="3094217" y="1976585"/>
            <a:chExt cx="350198" cy="350548"/>
          </a:xfrm>
        </p:grpSpPr>
        <p:sp>
          <p:nvSpPr>
            <p:cNvPr id="9351" name="Google Shape;9351;p61"/>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1"/>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1"/>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1"/>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1"/>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1"/>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1"/>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1"/>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1"/>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1"/>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1"/>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1"/>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1"/>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64" name="Google Shape;9364;p61"/>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5" name="Google Shape;9365;p61"/>
          <p:cNvGrpSpPr/>
          <p:nvPr/>
        </p:nvGrpSpPr>
        <p:grpSpPr>
          <a:xfrm>
            <a:off x="3979435" y="1802335"/>
            <a:ext cx="345265" cy="349848"/>
            <a:chOff x="3979435" y="1976585"/>
            <a:chExt cx="345265" cy="349848"/>
          </a:xfrm>
        </p:grpSpPr>
        <p:sp>
          <p:nvSpPr>
            <p:cNvPr id="9366" name="Google Shape;9366;p61"/>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1"/>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1"/>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1"/>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1"/>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1"/>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1"/>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1"/>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1"/>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1"/>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1"/>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1"/>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1"/>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1"/>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1"/>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1"/>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1"/>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3" name="Google Shape;9383;p61"/>
          <p:cNvGrpSpPr/>
          <p:nvPr/>
        </p:nvGrpSpPr>
        <p:grpSpPr>
          <a:xfrm>
            <a:off x="3541011" y="1334344"/>
            <a:ext cx="350166" cy="349434"/>
            <a:chOff x="3541011" y="1508594"/>
            <a:chExt cx="350166" cy="349434"/>
          </a:xfrm>
        </p:grpSpPr>
        <p:sp>
          <p:nvSpPr>
            <p:cNvPr id="9384" name="Google Shape;9384;p61"/>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1"/>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1"/>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1"/>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1"/>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1"/>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1"/>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1"/>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1"/>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1"/>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1"/>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1"/>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1"/>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7" name="Google Shape;9397;p61"/>
          <p:cNvGrpSpPr/>
          <p:nvPr/>
        </p:nvGrpSpPr>
        <p:grpSpPr>
          <a:xfrm>
            <a:off x="3576626" y="1801571"/>
            <a:ext cx="284251" cy="351694"/>
            <a:chOff x="3576626" y="1975821"/>
            <a:chExt cx="284251" cy="351694"/>
          </a:xfrm>
        </p:grpSpPr>
        <p:sp>
          <p:nvSpPr>
            <p:cNvPr id="9398" name="Google Shape;9398;p61"/>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1"/>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1"/>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1" name="Google Shape;9401;p61"/>
          <p:cNvGrpSpPr/>
          <p:nvPr/>
        </p:nvGrpSpPr>
        <p:grpSpPr>
          <a:xfrm>
            <a:off x="2722090" y="2715912"/>
            <a:ext cx="238770" cy="371841"/>
            <a:chOff x="2722090" y="2890162"/>
            <a:chExt cx="238770" cy="371841"/>
          </a:xfrm>
        </p:grpSpPr>
        <p:sp>
          <p:nvSpPr>
            <p:cNvPr id="9402" name="Google Shape;9402;p61"/>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1"/>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1"/>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05" name="Google Shape;9405;p61"/>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6" name="Google Shape;9406;p61"/>
          <p:cNvGrpSpPr/>
          <p:nvPr/>
        </p:nvGrpSpPr>
        <p:grpSpPr>
          <a:xfrm>
            <a:off x="6216367" y="1795906"/>
            <a:ext cx="361147" cy="361147"/>
            <a:chOff x="6216367" y="1970156"/>
            <a:chExt cx="361147" cy="361147"/>
          </a:xfrm>
        </p:grpSpPr>
        <p:sp>
          <p:nvSpPr>
            <p:cNvPr id="9407" name="Google Shape;9407;p61"/>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1"/>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1"/>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1"/>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1" name="Google Shape;9411;p61"/>
          <p:cNvGrpSpPr/>
          <p:nvPr/>
        </p:nvGrpSpPr>
        <p:grpSpPr>
          <a:xfrm>
            <a:off x="1289311" y="2751972"/>
            <a:ext cx="408156" cy="299783"/>
            <a:chOff x="1289311" y="2926222"/>
            <a:chExt cx="408156" cy="299783"/>
          </a:xfrm>
        </p:grpSpPr>
        <p:sp>
          <p:nvSpPr>
            <p:cNvPr id="9412" name="Google Shape;9412;p61"/>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1"/>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4" name="Google Shape;9414;p61"/>
          <p:cNvGrpSpPr/>
          <p:nvPr/>
        </p:nvGrpSpPr>
        <p:grpSpPr>
          <a:xfrm>
            <a:off x="7978465" y="1795142"/>
            <a:ext cx="361147" cy="360797"/>
            <a:chOff x="7978465" y="1969392"/>
            <a:chExt cx="361147" cy="360797"/>
          </a:xfrm>
        </p:grpSpPr>
        <p:sp>
          <p:nvSpPr>
            <p:cNvPr id="9415" name="Google Shape;9415;p61"/>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1"/>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1"/>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1"/>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1"/>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1"/>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1"/>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1"/>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1"/>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4" name="Google Shape;9424;p61"/>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5" name="Google Shape;9425;p61"/>
          <p:cNvGrpSpPr/>
          <p:nvPr/>
        </p:nvGrpSpPr>
        <p:grpSpPr>
          <a:xfrm>
            <a:off x="854261" y="2734563"/>
            <a:ext cx="377474" cy="335748"/>
            <a:chOff x="854261" y="2908813"/>
            <a:chExt cx="377474" cy="335748"/>
          </a:xfrm>
        </p:grpSpPr>
        <p:sp>
          <p:nvSpPr>
            <p:cNvPr id="9426" name="Google Shape;9426;p61"/>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1"/>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1"/>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1"/>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1"/>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1" name="Google Shape;9431;p61"/>
          <p:cNvGrpSpPr/>
          <p:nvPr/>
        </p:nvGrpSpPr>
        <p:grpSpPr>
          <a:xfrm>
            <a:off x="1749728" y="2720527"/>
            <a:ext cx="386927" cy="363438"/>
            <a:chOff x="1749728" y="2894777"/>
            <a:chExt cx="386927" cy="363438"/>
          </a:xfrm>
        </p:grpSpPr>
        <p:sp>
          <p:nvSpPr>
            <p:cNvPr id="9432" name="Google Shape;9432;p61"/>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1"/>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1"/>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1"/>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1"/>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1"/>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1"/>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9" name="Google Shape;9439;p61"/>
          <p:cNvGrpSpPr/>
          <p:nvPr/>
        </p:nvGrpSpPr>
        <p:grpSpPr>
          <a:xfrm>
            <a:off x="7098912" y="1795142"/>
            <a:ext cx="359651" cy="361560"/>
            <a:chOff x="7098912" y="1969392"/>
            <a:chExt cx="359651" cy="361560"/>
          </a:xfrm>
        </p:grpSpPr>
        <p:sp>
          <p:nvSpPr>
            <p:cNvPr id="9440" name="Google Shape;9440;p61"/>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1"/>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1"/>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1"/>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1"/>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1"/>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1"/>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1"/>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1"/>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1"/>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1"/>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1"/>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1"/>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3" name="Google Shape;9453;p61"/>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4" name="Google Shape;9454;p61"/>
          <p:cNvGrpSpPr/>
          <p:nvPr/>
        </p:nvGrpSpPr>
        <p:grpSpPr>
          <a:xfrm>
            <a:off x="5352728" y="1815989"/>
            <a:ext cx="327091" cy="322508"/>
            <a:chOff x="5352728" y="1990239"/>
            <a:chExt cx="327091" cy="322508"/>
          </a:xfrm>
        </p:grpSpPr>
        <p:sp>
          <p:nvSpPr>
            <p:cNvPr id="9455" name="Google Shape;9455;p61"/>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1"/>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1"/>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61"/>
          <p:cNvGrpSpPr/>
          <p:nvPr/>
        </p:nvGrpSpPr>
        <p:grpSpPr>
          <a:xfrm>
            <a:off x="7538896" y="1795906"/>
            <a:ext cx="361147" cy="361529"/>
            <a:chOff x="7538896" y="1970156"/>
            <a:chExt cx="361147" cy="361529"/>
          </a:xfrm>
        </p:grpSpPr>
        <p:sp>
          <p:nvSpPr>
            <p:cNvPr id="9459" name="Google Shape;9459;p61"/>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1"/>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1"/>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1"/>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1"/>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1"/>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5" name="Google Shape;9465;p61"/>
          <p:cNvGrpSpPr/>
          <p:nvPr/>
        </p:nvGrpSpPr>
        <p:grpSpPr>
          <a:xfrm>
            <a:off x="4896099" y="1796670"/>
            <a:ext cx="358155" cy="358123"/>
            <a:chOff x="4896099" y="1970920"/>
            <a:chExt cx="358155" cy="358123"/>
          </a:xfrm>
        </p:grpSpPr>
        <p:sp>
          <p:nvSpPr>
            <p:cNvPr id="9466" name="Google Shape;9466;p61"/>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1"/>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1"/>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9" name="Google Shape;9469;p61"/>
          <p:cNvGrpSpPr/>
          <p:nvPr/>
        </p:nvGrpSpPr>
        <p:grpSpPr>
          <a:xfrm>
            <a:off x="4048787" y="2802769"/>
            <a:ext cx="283488" cy="198604"/>
            <a:chOff x="4048787" y="2977019"/>
            <a:chExt cx="283488" cy="198604"/>
          </a:xfrm>
        </p:grpSpPr>
        <p:sp>
          <p:nvSpPr>
            <p:cNvPr id="9470" name="Google Shape;9470;p61"/>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1"/>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1"/>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1"/>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1"/>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1"/>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6" name="Google Shape;9476;p61"/>
          <p:cNvGrpSpPr/>
          <p:nvPr/>
        </p:nvGrpSpPr>
        <p:grpSpPr>
          <a:xfrm>
            <a:off x="4054103" y="2255941"/>
            <a:ext cx="218687" cy="349052"/>
            <a:chOff x="4054103" y="2430191"/>
            <a:chExt cx="218687" cy="349052"/>
          </a:xfrm>
        </p:grpSpPr>
        <p:sp>
          <p:nvSpPr>
            <p:cNvPr id="9477" name="Google Shape;9477;p61"/>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1"/>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9" name="Google Shape;9479;p61"/>
          <p:cNvGrpSpPr/>
          <p:nvPr/>
        </p:nvGrpSpPr>
        <p:grpSpPr>
          <a:xfrm>
            <a:off x="2185128" y="2253299"/>
            <a:ext cx="382758" cy="356595"/>
            <a:chOff x="2185128" y="2427549"/>
            <a:chExt cx="382758" cy="356595"/>
          </a:xfrm>
        </p:grpSpPr>
        <p:sp>
          <p:nvSpPr>
            <p:cNvPr id="9480" name="Google Shape;9480;p61"/>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1"/>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1"/>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1"/>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4" name="Google Shape;9484;p61"/>
          <p:cNvGrpSpPr/>
          <p:nvPr/>
        </p:nvGrpSpPr>
        <p:grpSpPr>
          <a:xfrm>
            <a:off x="2656907" y="2265043"/>
            <a:ext cx="332757" cy="332343"/>
            <a:chOff x="2656907" y="2439293"/>
            <a:chExt cx="332757" cy="332343"/>
          </a:xfrm>
        </p:grpSpPr>
        <p:sp>
          <p:nvSpPr>
            <p:cNvPr id="9485" name="Google Shape;9485;p61"/>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1"/>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1"/>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1"/>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1"/>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1"/>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1"/>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2" name="Google Shape;9492;p61"/>
          <p:cNvGrpSpPr/>
          <p:nvPr/>
        </p:nvGrpSpPr>
        <p:grpSpPr>
          <a:xfrm>
            <a:off x="1731523" y="2248366"/>
            <a:ext cx="399435" cy="365698"/>
            <a:chOff x="1731523" y="2422616"/>
            <a:chExt cx="399435" cy="365698"/>
          </a:xfrm>
        </p:grpSpPr>
        <p:sp>
          <p:nvSpPr>
            <p:cNvPr id="9493" name="Google Shape;9493;p61"/>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1"/>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1"/>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61"/>
          <p:cNvGrpSpPr/>
          <p:nvPr/>
        </p:nvGrpSpPr>
        <p:grpSpPr>
          <a:xfrm>
            <a:off x="3097241" y="2259314"/>
            <a:ext cx="344883" cy="343387"/>
            <a:chOff x="3097241" y="2433564"/>
            <a:chExt cx="344883" cy="343387"/>
          </a:xfrm>
        </p:grpSpPr>
        <p:sp>
          <p:nvSpPr>
            <p:cNvPr id="9497" name="Google Shape;9497;p61"/>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1"/>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1"/>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1"/>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1"/>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1"/>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1"/>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1"/>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1"/>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6" name="Google Shape;9506;p61"/>
          <p:cNvGrpSpPr/>
          <p:nvPr/>
        </p:nvGrpSpPr>
        <p:grpSpPr>
          <a:xfrm>
            <a:off x="1278299" y="2265043"/>
            <a:ext cx="410829" cy="332343"/>
            <a:chOff x="1278299" y="2439293"/>
            <a:chExt cx="410829" cy="332343"/>
          </a:xfrm>
        </p:grpSpPr>
        <p:sp>
          <p:nvSpPr>
            <p:cNvPr id="9507" name="Google Shape;9507;p61"/>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1"/>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1"/>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1"/>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1"/>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1"/>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1"/>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1"/>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61"/>
          <p:cNvGrpSpPr/>
          <p:nvPr/>
        </p:nvGrpSpPr>
        <p:grpSpPr>
          <a:xfrm>
            <a:off x="2661459" y="1840751"/>
            <a:ext cx="322508" cy="273494"/>
            <a:chOff x="2661459" y="2015001"/>
            <a:chExt cx="322508" cy="273494"/>
          </a:xfrm>
        </p:grpSpPr>
        <p:sp>
          <p:nvSpPr>
            <p:cNvPr id="9516" name="Google Shape;9516;p61"/>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1"/>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8" name="Google Shape;9518;p61"/>
          <p:cNvGrpSpPr/>
          <p:nvPr/>
        </p:nvGrpSpPr>
        <p:grpSpPr>
          <a:xfrm>
            <a:off x="870939" y="2265043"/>
            <a:ext cx="331993" cy="331993"/>
            <a:chOff x="870939" y="2439293"/>
            <a:chExt cx="331993" cy="331993"/>
          </a:xfrm>
        </p:grpSpPr>
        <p:sp>
          <p:nvSpPr>
            <p:cNvPr id="9519" name="Google Shape;9519;p61"/>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1"/>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1"/>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1"/>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1"/>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1"/>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1"/>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1"/>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1"/>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1"/>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1"/>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1"/>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1"/>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1"/>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1"/>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1"/>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5" name="Google Shape;9535;p61"/>
          <p:cNvGrpSpPr/>
          <p:nvPr/>
        </p:nvGrpSpPr>
        <p:grpSpPr>
          <a:xfrm>
            <a:off x="6644957" y="2282103"/>
            <a:ext cx="371395" cy="278904"/>
            <a:chOff x="6644957" y="2456353"/>
            <a:chExt cx="371395" cy="278904"/>
          </a:xfrm>
        </p:grpSpPr>
        <p:sp>
          <p:nvSpPr>
            <p:cNvPr id="9536" name="Google Shape;9536;p61"/>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1"/>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1"/>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1"/>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1"/>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1" name="Google Shape;9541;p61"/>
          <p:cNvGrpSpPr/>
          <p:nvPr/>
        </p:nvGrpSpPr>
        <p:grpSpPr>
          <a:xfrm>
            <a:off x="5388757" y="2240409"/>
            <a:ext cx="260349" cy="362292"/>
            <a:chOff x="5388757" y="2414659"/>
            <a:chExt cx="260349" cy="362292"/>
          </a:xfrm>
        </p:grpSpPr>
        <p:sp>
          <p:nvSpPr>
            <p:cNvPr id="9542" name="Google Shape;9542;p61"/>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1"/>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1"/>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1"/>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1"/>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1"/>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1"/>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1"/>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1"/>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1"/>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1"/>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1"/>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1"/>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1"/>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1"/>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1"/>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1"/>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1"/>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1"/>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1"/>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2" name="Google Shape;9562;p61"/>
          <p:cNvGrpSpPr/>
          <p:nvPr/>
        </p:nvGrpSpPr>
        <p:grpSpPr>
          <a:xfrm>
            <a:off x="3567142" y="2731507"/>
            <a:ext cx="348288" cy="340331"/>
            <a:chOff x="3567142" y="2905757"/>
            <a:chExt cx="348288" cy="340331"/>
          </a:xfrm>
        </p:grpSpPr>
        <p:sp>
          <p:nvSpPr>
            <p:cNvPr id="9563" name="Google Shape;9563;p61"/>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1"/>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1"/>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1"/>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1"/>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8" name="Google Shape;9568;p61"/>
          <p:cNvGrpSpPr/>
          <p:nvPr/>
        </p:nvGrpSpPr>
        <p:grpSpPr>
          <a:xfrm>
            <a:off x="870939" y="1801571"/>
            <a:ext cx="332375" cy="350071"/>
            <a:chOff x="870939" y="1975821"/>
            <a:chExt cx="332375" cy="350071"/>
          </a:xfrm>
        </p:grpSpPr>
        <p:sp>
          <p:nvSpPr>
            <p:cNvPr id="9569" name="Google Shape;9569;p61"/>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1"/>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1"/>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1"/>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3" name="Google Shape;9573;p61"/>
          <p:cNvGrpSpPr/>
          <p:nvPr/>
        </p:nvGrpSpPr>
        <p:grpSpPr>
          <a:xfrm>
            <a:off x="7967103" y="2240791"/>
            <a:ext cx="355863" cy="361911"/>
            <a:chOff x="7967103" y="2415041"/>
            <a:chExt cx="355863" cy="361911"/>
          </a:xfrm>
        </p:grpSpPr>
        <p:sp>
          <p:nvSpPr>
            <p:cNvPr id="9574" name="Google Shape;9574;p61"/>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1"/>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1"/>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1"/>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1"/>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1"/>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1"/>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1"/>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1"/>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1"/>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1"/>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61"/>
          <p:cNvGrpSpPr/>
          <p:nvPr/>
        </p:nvGrpSpPr>
        <p:grpSpPr>
          <a:xfrm>
            <a:off x="7529411" y="2240409"/>
            <a:ext cx="355863" cy="362292"/>
            <a:chOff x="7529411" y="2414659"/>
            <a:chExt cx="355863" cy="362292"/>
          </a:xfrm>
        </p:grpSpPr>
        <p:sp>
          <p:nvSpPr>
            <p:cNvPr id="9586" name="Google Shape;9586;p61"/>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1"/>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1"/>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1"/>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1"/>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1"/>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1"/>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1"/>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1"/>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1"/>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1"/>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1"/>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61"/>
          <p:cNvGrpSpPr/>
          <p:nvPr/>
        </p:nvGrpSpPr>
        <p:grpSpPr>
          <a:xfrm>
            <a:off x="5733194" y="2257468"/>
            <a:ext cx="446826" cy="327059"/>
            <a:chOff x="5733194" y="2431718"/>
            <a:chExt cx="446826" cy="327059"/>
          </a:xfrm>
        </p:grpSpPr>
        <p:sp>
          <p:nvSpPr>
            <p:cNvPr id="9599" name="Google Shape;9599;p61"/>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1"/>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1"/>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2" name="Google Shape;9602;p61"/>
          <p:cNvGrpSpPr/>
          <p:nvPr/>
        </p:nvGrpSpPr>
        <p:grpSpPr>
          <a:xfrm>
            <a:off x="4876780" y="2243814"/>
            <a:ext cx="407774" cy="356627"/>
            <a:chOff x="4876780" y="2418064"/>
            <a:chExt cx="407774" cy="356627"/>
          </a:xfrm>
        </p:grpSpPr>
        <p:sp>
          <p:nvSpPr>
            <p:cNvPr id="9603" name="Google Shape;9603;p61"/>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1"/>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1"/>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1"/>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1"/>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1"/>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1"/>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1"/>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1" name="Google Shape;9611;p61"/>
          <p:cNvGrpSpPr/>
          <p:nvPr/>
        </p:nvGrpSpPr>
        <p:grpSpPr>
          <a:xfrm>
            <a:off x="7070872" y="2236621"/>
            <a:ext cx="398321" cy="371013"/>
            <a:chOff x="7070872" y="2410871"/>
            <a:chExt cx="398321" cy="371013"/>
          </a:xfrm>
        </p:grpSpPr>
        <p:sp>
          <p:nvSpPr>
            <p:cNvPr id="9612" name="Google Shape;9612;p61"/>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1"/>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1"/>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1"/>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6" name="Google Shape;9616;p61"/>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7" name="Google Shape;9617;p61"/>
          <p:cNvGrpSpPr/>
          <p:nvPr/>
        </p:nvGrpSpPr>
        <p:grpSpPr>
          <a:xfrm>
            <a:off x="5318259" y="2807861"/>
            <a:ext cx="371013" cy="220787"/>
            <a:chOff x="5318259" y="2982111"/>
            <a:chExt cx="371013" cy="220787"/>
          </a:xfrm>
        </p:grpSpPr>
        <p:sp>
          <p:nvSpPr>
            <p:cNvPr id="9618" name="Google Shape;9618;p61"/>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1"/>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1"/>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1"/>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1"/>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1"/>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1"/>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1"/>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6" name="Google Shape;9626;p61"/>
          <p:cNvGrpSpPr/>
          <p:nvPr/>
        </p:nvGrpSpPr>
        <p:grpSpPr>
          <a:xfrm>
            <a:off x="7073928" y="2731507"/>
            <a:ext cx="371395" cy="371809"/>
            <a:chOff x="7073928" y="2905757"/>
            <a:chExt cx="371395" cy="371809"/>
          </a:xfrm>
        </p:grpSpPr>
        <p:sp>
          <p:nvSpPr>
            <p:cNvPr id="9627" name="Google Shape;9627;p61"/>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1"/>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1"/>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61"/>
          <p:cNvGrpSpPr/>
          <p:nvPr/>
        </p:nvGrpSpPr>
        <p:grpSpPr>
          <a:xfrm>
            <a:off x="6188327" y="2781158"/>
            <a:ext cx="371395" cy="272857"/>
            <a:chOff x="6188327" y="2955408"/>
            <a:chExt cx="371395" cy="272857"/>
          </a:xfrm>
        </p:grpSpPr>
        <p:sp>
          <p:nvSpPr>
            <p:cNvPr id="9631" name="Google Shape;9631;p61"/>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1"/>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61"/>
          <p:cNvGrpSpPr/>
          <p:nvPr/>
        </p:nvGrpSpPr>
        <p:grpSpPr>
          <a:xfrm>
            <a:off x="7521454" y="2731889"/>
            <a:ext cx="359651" cy="371013"/>
            <a:chOff x="7521454" y="2906139"/>
            <a:chExt cx="359651" cy="371013"/>
          </a:xfrm>
        </p:grpSpPr>
        <p:sp>
          <p:nvSpPr>
            <p:cNvPr id="9634" name="Google Shape;9634;p61"/>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1"/>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1"/>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1"/>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1"/>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9" name="Google Shape;9639;p61"/>
          <p:cNvGrpSpPr/>
          <p:nvPr/>
        </p:nvGrpSpPr>
        <p:grpSpPr>
          <a:xfrm>
            <a:off x="5782845" y="2732271"/>
            <a:ext cx="301661" cy="371013"/>
            <a:chOff x="5782845" y="2906521"/>
            <a:chExt cx="301661" cy="371013"/>
          </a:xfrm>
        </p:grpSpPr>
        <p:sp>
          <p:nvSpPr>
            <p:cNvPr id="9640" name="Google Shape;9640;p61"/>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1"/>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1"/>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3" name="Google Shape;9643;p61"/>
          <p:cNvGrpSpPr/>
          <p:nvPr/>
        </p:nvGrpSpPr>
        <p:grpSpPr>
          <a:xfrm>
            <a:off x="3539102" y="2253299"/>
            <a:ext cx="355099" cy="355481"/>
            <a:chOff x="3539102" y="2427549"/>
            <a:chExt cx="355099" cy="355481"/>
          </a:xfrm>
        </p:grpSpPr>
        <p:sp>
          <p:nvSpPr>
            <p:cNvPr id="9644" name="Google Shape;9644;p61"/>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1"/>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6" name="Google Shape;9646;p61"/>
          <p:cNvGrpSpPr/>
          <p:nvPr/>
        </p:nvGrpSpPr>
        <p:grpSpPr>
          <a:xfrm>
            <a:off x="6630539" y="2743252"/>
            <a:ext cx="371777" cy="349434"/>
            <a:chOff x="6630539" y="2917502"/>
            <a:chExt cx="371777" cy="349434"/>
          </a:xfrm>
        </p:grpSpPr>
        <p:sp>
          <p:nvSpPr>
            <p:cNvPr id="9647" name="Google Shape;9647;p61"/>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1"/>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1"/>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1"/>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1"/>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1"/>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1"/>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4" name="Google Shape;9654;p61"/>
          <p:cNvGrpSpPr/>
          <p:nvPr/>
        </p:nvGrpSpPr>
        <p:grpSpPr>
          <a:xfrm>
            <a:off x="2171474" y="3194979"/>
            <a:ext cx="408156" cy="343737"/>
            <a:chOff x="2171474" y="3369229"/>
            <a:chExt cx="408156" cy="343737"/>
          </a:xfrm>
        </p:grpSpPr>
        <p:sp>
          <p:nvSpPr>
            <p:cNvPr id="9655" name="Google Shape;9655;p61"/>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1"/>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1"/>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1"/>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9" name="Google Shape;9659;p61"/>
          <p:cNvGrpSpPr/>
          <p:nvPr/>
        </p:nvGrpSpPr>
        <p:grpSpPr>
          <a:xfrm>
            <a:off x="4891198" y="2750858"/>
            <a:ext cx="334634" cy="334634"/>
            <a:chOff x="4891198" y="2925108"/>
            <a:chExt cx="334634" cy="334634"/>
          </a:xfrm>
        </p:grpSpPr>
        <p:sp>
          <p:nvSpPr>
            <p:cNvPr id="9660" name="Google Shape;9660;p61"/>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1"/>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1"/>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1"/>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1"/>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1"/>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1"/>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1"/>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8" name="Google Shape;9668;p61"/>
          <p:cNvGrpSpPr/>
          <p:nvPr/>
        </p:nvGrpSpPr>
        <p:grpSpPr>
          <a:xfrm>
            <a:off x="7976174" y="2750858"/>
            <a:ext cx="334666" cy="334634"/>
            <a:chOff x="7976174" y="2925108"/>
            <a:chExt cx="334666" cy="334634"/>
          </a:xfrm>
        </p:grpSpPr>
        <p:sp>
          <p:nvSpPr>
            <p:cNvPr id="9669" name="Google Shape;9669;p61"/>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1"/>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1"/>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1"/>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1"/>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1"/>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1"/>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1"/>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1"/>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8" name="Google Shape;9678;p61"/>
          <p:cNvGrpSpPr/>
          <p:nvPr/>
        </p:nvGrpSpPr>
        <p:grpSpPr>
          <a:xfrm>
            <a:off x="3091957" y="3199881"/>
            <a:ext cx="354717" cy="332757"/>
            <a:chOff x="3091957" y="3374131"/>
            <a:chExt cx="354717" cy="332757"/>
          </a:xfrm>
        </p:grpSpPr>
        <p:sp>
          <p:nvSpPr>
            <p:cNvPr id="9679" name="Google Shape;9679;p61"/>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1"/>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1"/>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1"/>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1"/>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1"/>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5" name="Google Shape;9685;p61"/>
          <p:cNvGrpSpPr/>
          <p:nvPr/>
        </p:nvGrpSpPr>
        <p:grpSpPr>
          <a:xfrm>
            <a:off x="3988156" y="3205960"/>
            <a:ext cx="353954" cy="318880"/>
            <a:chOff x="3988156" y="3380210"/>
            <a:chExt cx="353954" cy="318880"/>
          </a:xfrm>
        </p:grpSpPr>
        <p:sp>
          <p:nvSpPr>
            <p:cNvPr id="9686" name="Google Shape;9686;p61"/>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1"/>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1"/>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1"/>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1"/>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1" name="Google Shape;9691;p61"/>
          <p:cNvGrpSpPr/>
          <p:nvPr/>
        </p:nvGrpSpPr>
        <p:grpSpPr>
          <a:xfrm>
            <a:off x="3541011" y="3193070"/>
            <a:ext cx="348257" cy="346188"/>
            <a:chOff x="3541011" y="3367320"/>
            <a:chExt cx="348257" cy="346188"/>
          </a:xfrm>
        </p:grpSpPr>
        <p:sp>
          <p:nvSpPr>
            <p:cNvPr id="9692" name="Google Shape;9692;p61"/>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1"/>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1"/>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1"/>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61"/>
          <p:cNvGrpSpPr/>
          <p:nvPr/>
        </p:nvGrpSpPr>
        <p:grpSpPr>
          <a:xfrm>
            <a:off x="1314678" y="3183967"/>
            <a:ext cx="334666" cy="365348"/>
            <a:chOff x="1314678" y="3358217"/>
            <a:chExt cx="334666" cy="365348"/>
          </a:xfrm>
        </p:grpSpPr>
        <p:sp>
          <p:nvSpPr>
            <p:cNvPr id="9697" name="Google Shape;9697;p61"/>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1"/>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1"/>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1"/>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1"/>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2" name="Google Shape;9702;p61"/>
          <p:cNvGrpSpPr/>
          <p:nvPr/>
        </p:nvGrpSpPr>
        <p:grpSpPr>
          <a:xfrm>
            <a:off x="1748582" y="3198385"/>
            <a:ext cx="359269" cy="335780"/>
            <a:chOff x="1748582" y="3372635"/>
            <a:chExt cx="359269" cy="335780"/>
          </a:xfrm>
        </p:grpSpPr>
        <p:sp>
          <p:nvSpPr>
            <p:cNvPr id="9703" name="Google Shape;9703;p61"/>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4" name="Google Shape;9704;p61"/>
            <p:cNvGrpSpPr/>
            <p:nvPr/>
          </p:nvGrpSpPr>
          <p:grpSpPr>
            <a:xfrm>
              <a:off x="1748582" y="3372635"/>
              <a:ext cx="333520" cy="335780"/>
              <a:chOff x="1748582" y="3372635"/>
              <a:chExt cx="333520" cy="335780"/>
            </a:xfrm>
          </p:grpSpPr>
          <p:sp>
            <p:nvSpPr>
              <p:cNvPr id="9705" name="Google Shape;9705;p61"/>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1"/>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1"/>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8" name="Google Shape;9708;p61"/>
          <p:cNvGrpSpPr/>
          <p:nvPr/>
        </p:nvGrpSpPr>
        <p:grpSpPr>
          <a:xfrm>
            <a:off x="2640993" y="3183585"/>
            <a:ext cx="365348" cy="364966"/>
            <a:chOff x="2640993" y="3357835"/>
            <a:chExt cx="365348" cy="364966"/>
          </a:xfrm>
        </p:grpSpPr>
        <p:sp>
          <p:nvSpPr>
            <p:cNvPr id="9709" name="Google Shape;9709;p61"/>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1"/>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1"/>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1"/>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1"/>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1"/>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1"/>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1"/>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1"/>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1"/>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61"/>
          <p:cNvGrpSpPr/>
          <p:nvPr/>
        </p:nvGrpSpPr>
        <p:grpSpPr>
          <a:xfrm>
            <a:off x="4886264" y="3191924"/>
            <a:ext cx="350548" cy="350198"/>
            <a:chOff x="4886264" y="3366174"/>
            <a:chExt cx="350548" cy="350198"/>
          </a:xfrm>
        </p:grpSpPr>
        <p:sp>
          <p:nvSpPr>
            <p:cNvPr id="9720" name="Google Shape;9720;p61"/>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1"/>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1"/>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1"/>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1"/>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1"/>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1"/>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1"/>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1"/>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1"/>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1"/>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1"/>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1"/>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61"/>
          <p:cNvGrpSpPr/>
          <p:nvPr/>
        </p:nvGrpSpPr>
        <p:grpSpPr>
          <a:xfrm>
            <a:off x="5331913" y="3239697"/>
            <a:ext cx="347143" cy="254684"/>
            <a:chOff x="5331913" y="3413947"/>
            <a:chExt cx="347143" cy="254684"/>
          </a:xfrm>
        </p:grpSpPr>
        <p:sp>
          <p:nvSpPr>
            <p:cNvPr id="9734" name="Google Shape;9734;p61"/>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1"/>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1"/>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1"/>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1"/>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1"/>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0" name="Google Shape;9740;p61"/>
          <p:cNvGrpSpPr/>
          <p:nvPr/>
        </p:nvGrpSpPr>
        <p:grpSpPr>
          <a:xfrm>
            <a:off x="5776798" y="3235528"/>
            <a:ext cx="346379" cy="264518"/>
            <a:chOff x="5776798" y="3409778"/>
            <a:chExt cx="346379" cy="264518"/>
          </a:xfrm>
        </p:grpSpPr>
        <p:sp>
          <p:nvSpPr>
            <p:cNvPr id="9741" name="Google Shape;9741;p61"/>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1"/>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1"/>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1"/>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1"/>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1"/>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61"/>
          <p:cNvGrpSpPr/>
          <p:nvPr/>
        </p:nvGrpSpPr>
        <p:grpSpPr>
          <a:xfrm>
            <a:off x="7108015" y="3222255"/>
            <a:ext cx="344883" cy="290299"/>
            <a:chOff x="7108015" y="3396505"/>
            <a:chExt cx="344883" cy="290299"/>
          </a:xfrm>
        </p:grpSpPr>
        <p:sp>
          <p:nvSpPr>
            <p:cNvPr id="9748" name="Google Shape;9748;p61"/>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1"/>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1"/>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1"/>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1"/>
          <p:cNvGrpSpPr/>
          <p:nvPr/>
        </p:nvGrpSpPr>
        <p:grpSpPr>
          <a:xfrm>
            <a:off x="7551754" y="3216558"/>
            <a:ext cx="344883" cy="301311"/>
            <a:chOff x="7551754" y="3390808"/>
            <a:chExt cx="344883" cy="301311"/>
          </a:xfrm>
        </p:grpSpPr>
        <p:sp>
          <p:nvSpPr>
            <p:cNvPr id="9753" name="Google Shape;9753;p61"/>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1"/>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1"/>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1"/>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1"/>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1"/>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1"/>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1"/>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1"/>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1"/>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1"/>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4" name="Google Shape;9764;p61"/>
          <p:cNvGrpSpPr/>
          <p:nvPr/>
        </p:nvGrpSpPr>
        <p:grpSpPr>
          <a:xfrm>
            <a:off x="6707084" y="3213153"/>
            <a:ext cx="261145" cy="308504"/>
            <a:chOff x="6707084" y="3387403"/>
            <a:chExt cx="261145" cy="308504"/>
          </a:xfrm>
        </p:grpSpPr>
        <p:sp>
          <p:nvSpPr>
            <p:cNvPr id="9765" name="Google Shape;9765;p61"/>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1"/>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1"/>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1"/>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9" name="Google Shape;9769;p61"/>
          <p:cNvGrpSpPr/>
          <p:nvPr/>
        </p:nvGrpSpPr>
        <p:grpSpPr>
          <a:xfrm>
            <a:off x="848978" y="4123387"/>
            <a:ext cx="377824" cy="324418"/>
            <a:chOff x="848978" y="4297637"/>
            <a:chExt cx="377824" cy="324418"/>
          </a:xfrm>
        </p:grpSpPr>
        <p:sp>
          <p:nvSpPr>
            <p:cNvPr id="9770" name="Google Shape;9770;p61"/>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1"/>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2" name="Google Shape;9772;p61"/>
          <p:cNvGrpSpPr/>
          <p:nvPr/>
        </p:nvGrpSpPr>
        <p:grpSpPr>
          <a:xfrm>
            <a:off x="1754279" y="4112343"/>
            <a:ext cx="351439" cy="345965"/>
            <a:chOff x="1754279" y="4286593"/>
            <a:chExt cx="351439" cy="345965"/>
          </a:xfrm>
        </p:grpSpPr>
        <p:sp>
          <p:nvSpPr>
            <p:cNvPr id="9773" name="Google Shape;9773;p61"/>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1"/>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1"/>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1"/>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1"/>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8" name="Google Shape;9778;p61"/>
          <p:cNvGrpSpPr/>
          <p:nvPr/>
        </p:nvGrpSpPr>
        <p:grpSpPr>
          <a:xfrm>
            <a:off x="3996113" y="4116926"/>
            <a:ext cx="336512" cy="335048"/>
            <a:chOff x="3996113" y="4291176"/>
            <a:chExt cx="336512" cy="335048"/>
          </a:xfrm>
        </p:grpSpPr>
        <p:sp>
          <p:nvSpPr>
            <p:cNvPr id="9779" name="Google Shape;9779;p61"/>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1"/>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1"/>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2" name="Google Shape;9782;p61"/>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3" name="Google Shape;9783;p61"/>
          <p:cNvGrpSpPr/>
          <p:nvPr/>
        </p:nvGrpSpPr>
        <p:grpSpPr>
          <a:xfrm>
            <a:off x="2179081" y="4111261"/>
            <a:ext cx="397525" cy="348670"/>
            <a:chOff x="2179081" y="4285511"/>
            <a:chExt cx="397525" cy="348670"/>
          </a:xfrm>
        </p:grpSpPr>
        <p:sp>
          <p:nvSpPr>
            <p:cNvPr id="9784" name="Google Shape;9784;p61"/>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1"/>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61"/>
          <p:cNvGrpSpPr/>
          <p:nvPr/>
        </p:nvGrpSpPr>
        <p:grpSpPr>
          <a:xfrm>
            <a:off x="3584201" y="4120746"/>
            <a:ext cx="267574" cy="329415"/>
            <a:chOff x="3584201" y="4294996"/>
            <a:chExt cx="267574" cy="329415"/>
          </a:xfrm>
        </p:grpSpPr>
        <p:sp>
          <p:nvSpPr>
            <p:cNvPr id="9787" name="Google Shape;9787;p61"/>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1"/>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1"/>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1"/>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1" name="Google Shape;9791;p61"/>
          <p:cNvGrpSpPr/>
          <p:nvPr/>
        </p:nvGrpSpPr>
        <p:grpSpPr>
          <a:xfrm>
            <a:off x="3082855" y="4121478"/>
            <a:ext cx="375946" cy="327823"/>
            <a:chOff x="3082855" y="4295728"/>
            <a:chExt cx="375946" cy="327823"/>
          </a:xfrm>
        </p:grpSpPr>
        <p:sp>
          <p:nvSpPr>
            <p:cNvPr id="9792" name="Google Shape;9792;p61"/>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1"/>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1"/>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1"/>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1"/>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1"/>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1"/>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1"/>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1"/>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1"/>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1"/>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61"/>
          <p:cNvGrpSpPr/>
          <p:nvPr/>
        </p:nvGrpSpPr>
        <p:grpSpPr>
          <a:xfrm>
            <a:off x="2749016" y="4116926"/>
            <a:ext cx="150831" cy="336926"/>
            <a:chOff x="2749016" y="4291176"/>
            <a:chExt cx="150831" cy="336926"/>
          </a:xfrm>
        </p:grpSpPr>
        <p:sp>
          <p:nvSpPr>
            <p:cNvPr id="9804" name="Google Shape;9804;p61"/>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1"/>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1"/>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1"/>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8" name="Google Shape;9808;p61"/>
          <p:cNvGrpSpPr/>
          <p:nvPr/>
        </p:nvGrpSpPr>
        <p:grpSpPr>
          <a:xfrm>
            <a:off x="7127716" y="4105182"/>
            <a:ext cx="248254" cy="361942"/>
            <a:chOff x="7127716" y="4279432"/>
            <a:chExt cx="248254" cy="361942"/>
          </a:xfrm>
        </p:grpSpPr>
        <p:sp>
          <p:nvSpPr>
            <p:cNvPr id="9809" name="Google Shape;9809;p61"/>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1"/>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1"/>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1"/>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1"/>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1"/>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1"/>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1"/>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1"/>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8" name="Google Shape;9818;p61"/>
          <p:cNvGrpSpPr/>
          <p:nvPr/>
        </p:nvGrpSpPr>
        <p:grpSpPr>
          <a:xfrm>
            <a:off x="7565408" y="4105182"/>
            <a:ext cx="248255" cy="361942"/>
            <a:chOff x="7565408" y="4279432"/>
            <a:chExt cx="248255" cy="361942"/>
          </a:xfrm>
        </p:grpSpPr>
        <p:sp>
          <p:nvSpPr>
            <p:cNvPr id="9819" name="Google Shape;9819;p61"/>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1"/>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1"/>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1"/>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1"/>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1"/>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1"/>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1"/>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7" name="Google Shape;9827;p61"/>
          <p:cNvGrpSpPr/>
          <p:nvPr/>
        </p:nvGrpSpPr>
        <p:grpSpPr>
          <a:xfrm>
            <a:off x="6264109" y="4105182"/>
            <a:ext cx="225498" cy="361560"/>
            <a:chOff x="6264109" y="4279432"/>
            <a:chExt cx="225498" cy="361560"/>
          </a:xfrm>
        </p:grpSpPr>
        <p:sp>
          <p:nvSpPr>
            <p:cNvPr id="9828" name="Google Shape;9828;p61"/>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1"/>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61"/>
          <p:cNvGrpSpPr/>
          <p:nvPr/>
        </p:nvGrpSpPr>
        <p:grpSpPr>
          <a:xfrm>
            <a:off x="7929578" y="4110115"/>
            <a:ext cx="395266" cy="351312"/>
            <a:chOff x="7929578" y="4284365"/>
            <a:chExt cx="395266" cy="351312"/>
          </a:xfrm>
        </p:grpSpPr>
        <p:sp>
          <p:nvSpPr>
            <p:cNvPr id="9831" name="Google Shape;9831;p61"/>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1"/>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1"/>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1"/>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5" name="Google Shape;9835;p61"/>
          <p:cNvGrpSpPr/>
          <p:nvPr/>
        </p:nvGrpSpPr>
        <p:grpSpPr>
          <a:xfrm>
            <a:off x="6595502" y="4149527"/>
            <a:ext cx="426315" cy="332826"/>
            <a:chOff x="6639652" y="4323777"/>
            <a:chExt cx="426315" cy="332826"/>
          </a:xfrm>
        </p:grpSpPr>
        <p:sp>
          <p:nvSpPr>
            <p:cNvPr id="9836" name="Google Shape;9836;p61"/>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1"/>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1"/>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1"/>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1"/>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1"/>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1"/>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1"/>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1"/>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1"/>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6" name="Google Shape;9846;p61"/>
          <p:cNvGrpSpPr/>
          <p:nvPr/>
        </p:nvGrpSpPr>
        <p:grpSpPr>
          <a:xfrm>
            <a:off x="5357662" y="4123387"/>
            <a:ext cx="287275" cy="326296"/>
            <a:chOff x="5357662" y="4297637"/>
            <a:chExt cx="287275" cy="326296"/>
          </a:xfrm>
        </p:grpSpPr>
        <p:sp>
          <p:nvSpPr>
            <p:cNvPr id="9847" name="Google Shape;9847;p61"/>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1"/>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1"/>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1"/>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1"/>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2" name="Google Shape;9852;p61"/>
          <p:cNvGrpSpPr/>
          <p:nvPr/>
        </p:nvGrpSpPr>
        <p:grpSpPr>
          <a:xfrm>
            <a:off x="5774124" y="4120300"/>
            <a:ext cx="331611" cy="331674"/>
            <a:chOff x="5774124" y="4294550"/>
            <a:chExt cx="331611" cy="331674"/>
          </a:xfrm>
        </p:grpSpPr>
        <p:sp>
          <p:nvSpPr>
            <p:cNvPr id="9853" name="Google Shape;9853;p61"/>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1"/>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1"/>
          <p:cNvGrpSpPr/>
          <p:nvPr/>
        </p:nvGrpSpPr>
        <p:grpSpPr>
          <a:xfrm>
            <a:off x="4890434" y="4113139"/>
            <a:ext cx="345997" cy="346029"/>
            <a:chOff x="4890434" y="4287389"/>
            <a:chExt cx="345997" cy="346029"/>
          </a:xfrm>
        </p:grpSpPr>
        <p:sp>
          <p:nvSpPr>
            <p:cNvPr id="9856" name="Google Shape;9856;p61"/>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1"/>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1"/>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1"/>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1"/>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1"/>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1"/>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3" name="Google Shape;9863;p61"/>
          <p:cNvGrpSpPr/>
          <p:nvPr/>
        </p:nvGrpSpPr>
        <p:grpSpPr>
          <a:xfrm>
            <a:off x="2165809" y="3636809"/>
            <a:ext cx="422542" cy="342973"/>
            <a:chOff x="2165809" y="3811059"/>
            <a:chExt cx="422542" cy="342973"/>
          </a:xfrm>
        </p:grpSpPr>
        <p:sp>
          <p:nvSpPr>
            <p:cNvPr id="9864" name="Google Shape;9864;p61"/>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1"/>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1"/>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1"/>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1"/>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1"/>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1"/>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1"/>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1"/>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1"/>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1"/>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1"/>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1"/>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1"/>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1"/>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1"/>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1"/>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1"/>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82" name="Google Shape;9882;p61"/>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3" name="Google Shape;9883;p61"/>
          <p:cNvGrpSpPr/>
          <p:nvPr/>
        </p:nvGrpSpPr>
        <p:grpSpPr>
          <a:xfrm>
            <a:off x="903530" y="3631875"/>
            <a:ext cx="264550" cy="353222"/>
            <a:chOff x="903530" y="3806125"/>
            <a:chExt cx="264550" cy="353222"/>
          </a:xfrm>
        </p:grpSpPr>
        <p:sp>
          <p:nvSpPr>
            <p:cNvPr id="9884" name="Google Shape;9884;p61"/>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1"/>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1"/>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1"/>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8" name="Google Shape;9888;p61"/>
          <p:cNvGrpSpPr/>
          <p:nvPr/>
        </p:nvGrpSpPr>
        <p:grpSpPr>
          <a:xfrm>
            <a:off x="850092" y="3178684"/>
            <a:ext cx="369517" cy="375660"/>
            <a:chOff x="850092" y="3352934"/>
            <a:chExt cx="369517" cy="375660"/>
          </a:xfrm>
        </p:grpSpPr>
        <p:sp>
          <p:nvSpPr>
            <p:cNvPr id="9889" name="Google Shape;9889;p61"/>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1"/>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1"/>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1"/>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61"/>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4" name="Google Shape;9894;p61"/>
          <p:cNvGrpSpPr/>
          <p:nvPr/>
        </p:nvGrpSpPr>
        <p:grpSpPr>
          <a:xfrm>
            <a:off x="2611458" y="3642124"/>
            <a:ext cx="426329" cy="332375"/>
            <a:chOff x="2611458" y="3816374"/>
            <a:chExt cx="426329" cy="332375"/>
          </a:xfrm>
        </p:grpSpPr>
        <p:sp>
          <p:nvSpPr>
            <p:cNvPr id="9895" name="Google Shape;9895;p61"/>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1"/>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1"/>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1"/>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1"/>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1"/>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1"/>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1"/>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1"/>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1"/>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5" name="Google Shape;9905;p61"/>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6" name="Google Shape;9906;p61"/>
          <p:cNvGrpSpPr/>
          <p:nvPr/>
        </p:nvGrpSpPr>
        <p:grpSpPr>
          <a:xfrm>
            <a:off x="4019984" y="3631143"/>
            <a:ext cx="293704" cy="353954"/>
            <a:chOff x="4019984" y="3805393"/>
            <a:chExt cx="293704" cy="353954"/>
          </a:xfrm>
        </p:grpSpPr>
        <p:sp>
          <p:nvSpPr>
            <p:cNvPr id="9907" name="Google Shape;9907;p61"/>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1"/>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9" name="Google Shape;9909;p61"/>
          <p:cNvGrpSpPr/>
          <p:nvPr/>
        </p:nvGrpSpPr>
        <p:grpSpPr>
          <a:xfrm>
            <a:off x="8006505" y="3215794"/>
            <a:ext cx="323654" cy="303189"/>
            <a:chOff x="8006505" y="3390044"/>
            <a:chExt cx="323654" cy="303189"/>
          </a:xfrm>
        </p:grpSpPr>
        <p:sp>
          <p:nvSpPr>
            <p:cNvPr id="9910" name="Google Shape;9910;p61"/>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1"/>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1"/>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1"/>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1"/>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1"/>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61"/>
          <p:cNvGrpSpPr/>
          <p:nvPr/>
        </p:nvGrpSpPr>
        <p:grpSpPr>
          <a:xfrm>
            <a:off x="1299146" y="3632257"/>
            <a:ext cx="367990" cy="351312"/>
            <a:chOff x="1299146" y="3806507"/>
            <a:chExt cx="367990" cy="351312"/>
          </a:xfrm>
        </p:grpSpPr>
        <p:sp>
          <p:nvSpPr>
            <p:cNvPr id="9917" name="Google Shape;9917;p61"/>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1"/>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19" name="Google Shape;9919;p61"/>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0" name="Google Shape;9920;p61"/>
          <p:cNvGrpSpPr/>
          <p:nvPr/>
        </p:nvGrpSpPr>
        <p:grpSpPr>
          <a:xfrm>
            <a:off x="7550258" y="3658420"/>
            <a:ext cx="371395" cy="301279"/>
            <a:chOff x="7550258" y="3832670"/>
            <a:chExt cx="371395" cy="301279"/>
          </a:xfrm>
        </p:grpSpPr>
        <p:sp>
          <p:nvSpPr>
            <p:cNvPr id="9921" name="Google Shape;9921;p61"/>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1"/>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1"/>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1"/>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1"/>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1"/>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1"/>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1"/>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1"/>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1"/>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1"/>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1"/>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1"/>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1"/>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1"/>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1"/>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1"/>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1"/>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9" name="Google Shape;9939;p61"/>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0" name="Google Shape;9940;p61"/>
          <p:cNvGrpSpPr/>
          <p:nvPr/>
        </p:nvGrpSpPr>
        <p:grpSpPr>
          <a:xfrm>
            <a:off x="6659725" y="3633785"/>
            <a:ext cx="367608" cy="350548"/>
            <a:chOff x="6659725" y="3808035"/>
            <a:chExt cx="367608" cy="350548"/>
          </a:xfrm>
        </p:grpSpPr>
        <p:sp>
          <p:nvSpPr>
            <p:cNvPr id="9941" name="Google Shape;9941;p61"/>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1"/>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3" name="Google Shape;9943;p61"/>
          <p:cNvGrpSpPr/>
          <p:nvPr/>
        </p:nvGrpSpPr>
        <p:grpSpPr>
          <a:xfrm>
            <a:off x="6219391" y="3642506"/>
            <a:ext cx="356627" cy="334252"/>
            <a:chOff x="6219391" y="3816756"/>
            <a:chExt cx="356627" cy="334252"/>
          </a:xfrm>
        </p:grpSpPr>
        <p:sp>
          <p:nvSpPr>
            <p:cNvPr id="9944" name="Google Shape;9944;p61"/>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1"/>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1"/>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1"/>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8" name="Google Shape;9948;p61"/>
          <p:cNvGrpSpPr/>
          <p:nvPr/>
        </p:nvGrpSpPr>
        <p:grpSpPr>
          <a:xfrm>
            <a:off x="5778676" y="3652722"/>
            <a:ext cx="349052" cy="313055"/>
            <a:chOff x="5778676" y="3826972"/>
            <a:chExt cx="349052" cy="313055"/>
          </a:xfrm>
        </p:grpSpPr>
        <p:sp>
          <p:nvSpPr>
            <p:cNvPr id="9949" name="Google Shape;9949;p61"/>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1"/>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1"/>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1"/>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1"/>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4" name="Google Shape;9954;p61"/>
          <p:cNvGrpSpPr/>
          <p:nvPr/>
        </p:nvGrpSpPr>
        <p:grpSpPr>
          <a:xfrm>
            <a:off x="5355784" y="3660297"/>
            <a:ext cx="299019" cy="297905"/>
            <a:chOff x="5355784" y="3834547"/>
            <a:chExt cx="299019" cy="297905"/>
          </a:xfrm>
        </p:grpSpPr>
        <p:sp>
          <p:nvSpPr>
            <p:cNvPr id="9955" name="Google Shape;9955;p61"/>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1"/>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1"/>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1"/>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61"/>
          <p:cNvGrpSpPr/>
          <p:nvPr/>
        </p:nvGrpSpPr>
        <p:grpSpPr>
          <a:xfrm>
            <a:off x="8036455" y="3633021"/>
            <a:ext cx="292176" cy="353985"/>
            <a:chOff x="8036455" y="3807271"/>
            <a:chExt cx="292176" cy="353985"/>
          </a:xfrm>
        </p:grpSpPr>
        <p:sp>
          <p:nvSpPr>
            <p:cNvPr id="9960" name="Google Shape;9960;p61"/>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1"/>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2" name="Google Shape;9962;p61"/>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9963" name="Google Shape;9963;p61"/>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9964" name="Google Shape;9964;p61"/>
          <p:cNvGrpSpPr/>
          <p:nvPr/>
        </p:nvGrpSpPr>
        <p:grpSpPr>
          <a:xfrm>
            <a:off x="4874902" y="3634549"/>
            <a:ext cx="345615" cy="350835"/>
            <a:chOff x="4874902" y="3808799"/>
            <a:chExt cx="345615" cy="350835"/>
          </a:xfrm>
        </p:grpSpPr>
        <p:sp>
          <p:nvSpPr>
            <p:cNvPr id="9965" name="Google Shape;9965;p61"/>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1"/>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1"/>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1"/>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1"/>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1"/>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1"/>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1"/>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1"/>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1"/>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1"/>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1"/>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1"/>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1"/>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1"/>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1"/>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1"/>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2" name="Google Shape;9982;p61"/>
          <p:cNvGrpSpPr/>
          <p:nvPr/>
        </p:nvGrpSpPr>
        <p:grpSpPr>
          <a:xfrm>
            <a:off x="3095745" y="3631143"/>
            <a:ext cx="352840" cy="354717"/>
            <a:chOff x="3095745" y="3805393"/>
            <a:chExt cx="352840" cy="354717"/>
          </a:xfrm>
        </p:grpSpPr>
        <p:sp>
          <p:nvSpPr>
            <p:cNvPr id="9983" name="Google Shape;9983;p61"/>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1"/>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1"/>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1"/>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1"/>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1"/>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9992"/>
        <p:cNvGrpSpPr/>
        <p:nvPr/>
      </p:nvGrpSpPr>
      <p:grpSpPr>
        <a:xfrm>
          <a:off x="0" y="0"/>
          <a:ext cx="0" cy="0"/>
          <a:chOff x="0" y="0"/>
          <a:chExt cx="0" cy="0"/>
        </a:xfrm>
      </p:grpSpPr>
      <p:grpSp>
        <p:nvGrpSpPr>
          <p:cNvPr id="9993" name="Google Shape;9993;p62"/>
          <p:cNvGrpSpPr/>
          <p:nvPr/>
        </p:nvGrpSpPr>
        <p:grpSpPr>
          <a:xfrm>
            <a:off x="2733780" y="4039081"/>
            <a:ext cx="342144" cy="362704"/>
            <a:chOff x="2704005" y="4258781"/>
            <a:chExt cx="342144" cy="362704"/>
          </a:xfrm>
        </p:grpSpPr>
        <p:sp>
          <p:nvSpPr>
            <p:cNvPr id="9994" name="Google Shape;9994;p62"/>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2"/>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2"/>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2"/>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2"/>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2"/>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2"/>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62"/>
          <p:cNvGrpSpPr/>
          <p:nvPr/>
        </p:nvGrpSpPr>
        <p:grpSpPr>
          <a:xfrm>
            <a:off x="2157462" y="4083096"/>
            <a:ext cx="347435" cy="363370"/>
            <a:chOff x="2157462" y="4258496"/>
            <a:chExt cx="347435" cy="363370"/>
          </a:xfrm>
        </p:grpSpPr>
        <p:sp>
          <p:nvSpPr>
            <p:cNvPr id="10002" name="Google Shape;10002;p62"/>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2"/>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2"/>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5" name="Google Shape;10005;p62"/>
          <p:cNvGrpSpPr/>
          <p:nvPr/>
        </p:nvGrpSpPr>
        <p:grpSpPr>
          <a:xfrm>
            <a:off x="4010963" y="3588381"/>
            <a:ext cx="343665" cy="363211"/>
            <a:chOff x="4010963" y="3763781"/>
            <a:chExt cx="343665" cy="363211"/>
          </a:xfrm>
        </p:grpSpPr>
        <p:sp>
          <p:nvSpPr>
            <p:cNvPr id="10006" name="Google Shape;10006;p62"/>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2"/>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2"/>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2"/>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2"/>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1" name="Google Shape;10011;p62"/>
          <p:cNvGrpSpPr/>
          <p:nvPr/>
        </p:nvGrpSpPr>
        <p:grpSpPr>
          <a:xfrm>
            <a:off x="2214042" y="3635109"/>
            <a:ext cx="368153" cy="311193"/>
            <a:chOff x="2214042" y="3810509"/>
            <a:chExt cx="368153" cy="311193"/>
          </a:xfrm>
        </p:grpSpPr>
        <p:sp>
          <p:nvSpPr>
            <p:cNvPr id="10012" name="Google Shape;10012;p62"/>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2"/>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62"/>
          <p:cNvGrpSpPr/>
          <p:nvPr/>
        </p:nvGrpSpPr>
        <p:grpSpPr>
          <a:xfrm>
            <a:off x="1797413" y="3606819"/>
            <a:ext cx="367805" cy="367773"/>
            <a:chOff x="1768938" y="3782219"/>
            <a:chExt cx="367805" cy="367773"/>
          </a:xfrm>
        </p:grpSpPr>
        <p:sp>
          <p:nvSpPr>
            <p:cNvPr id="10015" name="Google Shape;10015;p62"/>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2"/>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2"/>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2"/>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2"/>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0" name="Google Shape;10020;p62"/>
          <p:cNvGrpSpPr/>
          <p:nvPr/>
        </p:nvGrpSpPr>
        <p:grpSpPr>
          <a:xfrm>
            <a:off x="2681385" y="3623039"/>
            <a:ext cx="325544" cy="327413"/>
            <a:chOff x="2681385" y="3798439"/>
            <a:chExt cx="325544" cy="327413"/>
          </a:xfrm>
        </p:grpSpPr>
        <p:sp>
          <p:nvSpPr>
            <p:cNvPr id="10021" name="Google Shape;10021;p62"/>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2"/>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2"/>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2"/>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2"/>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2"/>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2"/>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8" name="Google Shape;10028;p62"/>
          <p:cNvGrpSpPr/>
          <p:nvPr/>
        </p:nvGrpSpPr>
        <p:grpSpPr>
          <a:xfrm>
            <a:off x="6243928" y="4088102"/>
            <a:ext cx="274254" cy="350824"/>
            <a:chOff x="6243928" y="4263502"/>
            <a:chExt cx="274254" cy="350824"/>
          </a:xfrm>
        </p:grpSpPr>
        <p:sp>
          <p:nvSpPr>
            <p:cNvPr id="10029" name="Google Shape;10029;p62"/>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2"/>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2"/>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2"/>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2"/>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2"/>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2"/>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2"/>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62"/>
          <p:cNvGrpSpPr/>
          <p:nvPr/>
        </p:nvGrpSpPr>
        <p:grpSpPr>
          <a:xfrm>
            <a:off x="3560600" y="3587938"/>
            <a:ext cx="352345" cy="363655"/>
            <a:chOff x="3560600" y="3763338"/>
            <a:chExt cx="352345" cy="363655"/>
          </a:xfrm>
        </p:grpSpPr>
        <p:sp>
          <p:nvSpPr>
            <p:cNvPr id="10038" name="Google Shape;10038;p62"/>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2"/>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2"/>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1" name="Google Shape;10041;p62"/>
          <p:cNvGrpSpPr/>
          <p:nvPr/>
        </p:nvGrpSpPr>
        <p:grpSpPr>
          <a:xfrm>
            <a:off x="5790556" y="4085852"/>
            <a:ext cx="279513" cy="356083"/>
            <a:chOff x="5790556" y="4261252"/>
            <a:chExt cx="279513" cy="356083"/>
          </a:xfrm>
        </p:grpSpPr>
        <p:sp>
          <p:nvSpPr>
            <p:cNvPr id="10042" name="Google Shape;10042;p62"/>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2"/>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2"/>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2"/>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2"/>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2"/>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2"/>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62"/>
          <p:cNvGrpSpPr/>
          <p:nvPr/>
        </p:nvGrpSpPr>
        <p:grpSpPr>
          <a:xfrm>
            <a:off x="5341333" y="4085852"/>
            <a:ext cx="278752" cy="356463"/>
            <a:chOff x="5341333" y="4261252"/>
            <a:chExt cx="278752" cy="356463"/>
          </a:xfrm>
        </p:grpSpPr>
        <p:sp>
          <p:nvSpPr>
            <p:cNvPr id="10050" name="Google Shape;10050;p62"/>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2"/>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2"/>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2"/>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2"/>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2"/>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2"/>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7" name="Google Shape;10057;p62"/>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8" name="Google Shape;10058;p62"/>
          <p:cNvGrpSpPr/>
          <p:nvPr/>
        </p:nvGrpSpPr>
        <p:grpSpPr>
          <a:xfrm>
            <a:off x="3103646" y="3590676"/>
            <a:ext cx="360233" cy="362451"/>
            <a:chOff x="3107608" y="3763401"/>
            <a:chExt cx="360233" cy="362451"/>
          </a:xfrm>
        </p:grpSpPr>
        <p:sp>
          <p:nvSpPr>
            <p:cNvPr id="10059" name="Google Shape;10059;p62"/>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2"/>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2"/>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2" name="Google Shape;10062;p62"/>
          <p:cNvGrpSpPr/>
          <p:nvPr/>
        </p:nvGrpSpPr>
        <p:grpSpPr>
          <a:xfrm>
            <a:off x="889343" y="3625827"/>
            <a:ext cx="351585" cy="339705"/>
            <a:chOff x="889343" y="3801227"/>
            <a:chExt cx="351585" cy="339705"/>
          </a:xfrm>
        </p:grpSpPr>
        <p:sp>
          <p:nvSpPr>
            <p:cNvPr id="10063" name="Google Shape;10063;p62"/>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2"/>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2"/>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2"/>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2"/>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8" name="Google Shape;10068;p62"/>
          <p:cNvGrpSpPr/>
          <p:nvPr/>
        </p:nvGrpSpPr>
        <p:grpSpPr>
          <a:xfrm>
            <a:off x="4896609" y="4085472"/>
            <a:ext cx="278784" cy="355323"/>
            <a:chOff x="4896609" y="4260872"/>
            <a:chExt cx="278784" cy="355323"/>
          </a:xfrm>
        </p:grpSpPr>
        <p:sp>
          <p:nvSpPr>
            <p:cNvPr id="10069" name="Google Shape;10069;p62"/>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2"/>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2"/>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2"/>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2"/>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2"/>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5" name="Google Shape;10075;p62"/>
          <p:cNvGrpSpPr/>
          <p:nvPr/>
        </p:nvGrpSpPr>
        <p:grpSpPr>
          <a:xfrm>
            <a:off x="7598438" y="4090731"/>
            <a:ext cx="260283" cy="345914"/>
            <a:chOff x="7598438" y="4266131"/>
            <a:chExt cx="260283" cy="345914"/>
          </a:xfrm>
        </p:grpSpPr>
        <p:sp>
          <p:nvSpPr>
            <p:cNvPr id="10076" name="Google Shape;10076;p62"/>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2"/>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2"/>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2"/>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2"/>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2"/>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2"/>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3" name="Google Shape;10083;p62"/>
          <p:cNvGrpSpPr/>
          <p:nvPr/>
        </p:nvGrpSpPr>
        <p:grpSpPr>
          <a:xfrm>
            <a:off x="1767069" y="3184746"/>
            <a:ext cx="286324" cy="348163"/>
            <a:chOff x="1767069" y="3360146"/>
            <a:chExt cx="286324" cy="348163"/>
          </a:xfrm>
        </p:grpSpPr>
        <p:sp>
          <p:nvSpPr>
            <p:cNvPr id="10084" name="Google Shape;10084;p62"/>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2"/>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2"/>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2"/>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2"/>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2"/>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2"/>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1" name="Google Shape;10091;p62"/>
          <p:cNvGrpSpPr/>
          <p:nvPr/>
        </p:nvGrpSpPr>
        <p:grpSpPr>
          <a:xfrm>
            <a:off x="7149944" y="4090731"/>
            <a:ext cx="260283" cy="345914"/>
            <a:chOff x="7149944" y="4266131"/>
            <a:chExt cx="260283" cy="345914"/>
          </a:xfrm>
        </p:grpSpPr>
        <p:sp>
          <p:nvSpPr>
            <p:cNvPr id="10092" name="Google Shape;10092;p62"/>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2"/>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2"/>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2"/>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2"/>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2"/>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62"/>
          <p:cNvGrpSpPr/>
          <p:nvPr/>
        </p:nvGrpSpPr>
        <p:grpSpPr>
          <a:xfrm>
            <a:off x="6695051" y="4083951"/>
            <a:ext cx="270104" cy="360233"/>
            <a:chOff x="6695051" y="4259351"/>
            <a:chExt cx="270104" cy="360233"/>
          </a:xfrm>
        </p:grpSpPr>
        <p:sp>
          <p:nvSpPr>
            <p:cNvPr id="10099" name="Google Shape;10099;p62"/>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2"/>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2"/>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2"/>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3" name="Google Shape;10103;p62"/>
          <p:cNvGrpSpPr/>
          <p:nvPr/>
        </p:nvGrpSpPr>
        <p:grpSpPr>
          <a:xfrm>
            <a:off x="8047661" y="4082051"/>
            <a:ext cx="277263" cy="362514"/>
            <a:chOff x="8047661" y="4257451"/>
            <a:chExt cx="277263" cy="362514"/>
          </a:xfrm>
        </p:grpSpPr>
        <p:sp>
          <p:nvSpPr>
            <p:cNvPr id="10104" name="Google Shape;10104;p62"/>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2"/>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2"/>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2"/>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62"/>
          <p:cNvGrpSpPr/>
          <p:nvPr/>
        </p:nvGrpSpPr>
        <p:grpSpPr>
          <a:xfrm>
            <a:off x="6248078" y="3609068"/>
            <a:ext cx="277263" cy="356115"/>
            <a:chOff x="6248078" y="3784468"/>
            <a:chExt cx="277263" cy="356115"/>
          </a:xfrm>
        </p:grpSpPr>
        <p:sp>
          <p:nvSpPr>
            <p:cNvPr id="10109" name="Google Shape;10109;p62"/>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2"/>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2"/>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2"/>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2"/>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4" name="Google Shape;10114;p62"/>
          <p:cNvGrpSpPr/>
          <p:nvPr/>
        </p:nvGrpSpPr>
        <p:grpSpPr>
          <a:xfrm>
            <a:off x="5800725" y="3610589"/>
            <a:ext cx="277644" cy="354594"/>
            <a:chOff x="5800725" y="3785989"/>
            <a:chExt cx="277644" cy="354594"/>
          </a:xfrm>
        </p:grpSpPr>
        <p:sp>
          <p:nvSpPr>
            <p:cNvPr id="10115" name="Google Shape;10115;p62"/>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2"/>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2"/>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2"/>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2"/>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2"/>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2"/>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62"/>
          <p:cNvGrpSpPr/>
          <p:nvPr/>
        </p:nvGrpSpPr>
        <p:grpSpPr>
          <a:xfrm>
            <a:off x="2206122" y="3185348"/>
            <a:ext cx="308183" cy="347561"/>
            <a:chOff x="2206122" y="3360748"/>
            <a:chExt cx="308183" cy="347561"/>
          </a:xfrm>
        </p:grpSpPr>
        <p:sp>
          <p:nvSpPr>
            <p:cNvPr id="10123" name="Google Shape;10123;p62"/>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2"/>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2"/>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2"/>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2"/>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8" name="Google Shape;10128;p62"/>
          <p:cNvGrpSpPr/>
          <p:nvPr/>
        </p:nvGrpSpPr>
        <p:grpSpPr>
          <a:xfrm>
            <a:off x="5353403" y="3610209"/>
            <a:ext cx="277992" cy="354974"/>
            <a:chOff x="5353403" y="3785609"/>
            <a:chExt cx="277992" cy="354974"/>
          </a:xfrm>
        </p:grpSpPr>
        <p:sp>
          <p:nvSpPr>
            <p:cNvPr id="10129" name="Google Shape;10129;p62"/>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2"/>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2"/>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2"/>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2"/>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2"/>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5" name="Google Shape;10135;p62"/>
          <p:cNvGrpSpPr/>
          <p:nvPr/>
        </p:nvGrpSpPr>
        <p:grpSpPr>
          <a:xfrm>
            <a:off x="4896229" y="3610589"/>
            <a:ext cx="278784" cy="354594"/>
            <a:chOff x="4896229" y="3785989"/>
            <a:chExt cx="278784" cy="354594"/>
          </a:xfrm>
        </p:grpSpPr>
        <p:sp>
          <p:nvSpPr>
            <p:cNvPr id="10136" name="Google Shape;10136;p62"/>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2"/>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2"/>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2"/>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2"/>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2"/>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2" name="Google Shape;10142;p62"/>
          <p:cNvGrpSpPr/>
          <p:nvPr/>
        </p:nvGrpSpPr>
        <p:grpSpPr>
          <a:xfrm>
            <a:off x="7592387" y="3612458"/>
            <a:ext cx="273874" cy="351204"/>
            <a:chOff x="7592387" y="3787858"/>
            <a:chExt cx="273874" cy="351204"/>
          </a:xfrm>
        </p:grpSpPr>
        <p:sp>
          <p:nvSpPr>
            <p:cNvPr id="10143" name="Google Shape;10143;p62"/>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2"/>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2"/>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2"/>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7" name="Google Shape;10147;p62"/>
          <p:cNvGrpSpPr/>
          <p:nvPr/>
        </p:nvGrpSpPr>
        <p:grpSpPr>
          <a:xfrm>
            <a:off x="7145794" y="3612458"/>
            <a:ext cx="274254" cy="350444"/>
            <a:chOff x="7145794" y="3787858"/>
            <a:chExt cx="274254" cy="350444"/>
          </a:xfrm>
        </p:grpSpPr>
        <p:sp>
          <p:nvSpPr>
            <p:cNvPr id="10148" name="Google Shape;10148;p62"/>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2"/>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2"/>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2"/>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2"/>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2"/>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2"/>
          <p:cNvGrpSpPr/>
          <p:nvPr/>
        </p:nvGrpSpPr>
        <p:grpSpPr>
          <a:xfrm>
            <a:off x="8054060" y="3611698"/>
            <a:ext cx="266334" cy="353834"/>
            <a:chOff x="8054060" y="3787098"/>
            <a:chExt cx="266334" cy="353834"/>
          </a:xfrm>
        </p:grpSpPr>
        <p:sp>
          <p:nvSpPr>
            <p:cNvPr id="10155" name="Google Shape;10155;p62"/>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2"/>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2"/>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2"/>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9" name="Google Shape;10159;p62"/>
          <p:cNvGrpSpPr/>
          <p:nvPr/>
        </p:nvGrpSpPr>
        <p:grpSpPr>
          <a:xfrm>
            <a:off x="6702211" y="3607199"/>
            <a:ext cx="270104" cy="361754"/>
            <a:chOff x="6702211" y="3782599"/>
            <a:chExt cx="270104" cy="361754"/>
          </a:xfrm>
        </p:grpSpPr>
        <p:sp>
          <p:nvSpPr>
            <p:cNvPr id="10160" name="Google Shape;10160;p62"/>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2"/>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2"/>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2"/>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2"/>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5" name="Google Shape;10165;p62"/>
          <p:cNvGrpSpPr/>
          <p:nvPr/>
        </p:nvGrpSpPr>
        <p:grpSpPr>
          <a:xfrm>
            <a:off x="3516886" y="3263327"/>
            <a:ext cx="391854" cy="269922"/>
            <a:chOff x="3516850" y="3406526"/>
            <a:chExt cx="369674" cy="254644"/>
          </a:xfrm>
        </p:grpSpPr>
        <p:sp>
          <p:nvSpPr>
            <p:cNvPr id="10166" name="Google Shape;10166;p62"/>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2"/>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2"/>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2"/>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0" name="Google Shape;10170;p62"/>
          <p:cNvGrpSpPr/>
          <p:nvPr/>
        </p:nvGrpSpPr>
        <p:grpSpPr>
          <a:xfrm>
            <a:off x="1310655" y="3185127"/>
            <a:ext cx="306314" cy="347403"/>
            <a:chOff x="1310655" y="3360527"/>
            <a:chExt cx="306314" cy="347403"/>
          </a:xfrm>
        </p:grpSpPr>
        <p:sp>
          <p:nvSpPr>
            <p:cNvPr id="10171" name="Google Shape;10171;p62"/>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2"/>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2"/>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2"/>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2"/>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6" name="Google Shape;10176;p62"/>
          <p:cNvGrpSpPr/>
          <p:nvPr/>
        </p:nvGrpSpPr>
        <p:grpSpPr>
          <a:xfrm>
            <a:off x="3119678" y="3184746"/>
            <a:ext cx="269343" cy="348543"/>
            <a:chOff x="3119678" y="3360146"/>
            <a:chExt cx="269343" cy="348543"/>
          </a:xfrm>
        </p:grpSpPr>
        <p:sp>
          <p:nvSpPr>
            <p:cNvPr id="10177" name="Google Shape;10177;p62"/>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2"/>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2"/>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2"/>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2"/>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2"/>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2"/>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62"/>
          <p:cNvGrpSpPr/>
          <p:nvPr/>
        </p:nvGrpSpPr>
        <p:grpSpPr>
          <a:xfrm>
            <a:off x="3967213" y="3181547"/>
            <a:ext cx="368185" cy="354753"/>
            <a:chOff x="3967213" y="3356947"/>
            <a:chExt cx="368185" cy="354753"/>
          </a:xfrm>
        </p:grpSpPr>
        <p:sp>
          <p:nvSpPr>
            <p:cNvPr id="10185" name="Google Shape;10185;p62"/>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2"/>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2"/>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2"/>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2"/>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0" name="Google Shape;10190;p62"/>
          <p:cNvGrpSpPr/>
          <p:nvPr/>
        </p:nvGrpSpPr>
        <p:grpSpPr>
          <a:xfrm>
            <a:off x="871254" y="3184746"/>
            <a:ext cx="285183" cy="347023"/>
            <a:chOff x="871254" y="3360146"/>
            <a:chExt cx="285183" cy="347023"/>
          </a:xfrm>
        </p:grpSpPr>
        <p:sp>
          <p:nvSpPr>
            <p:cNvPr id="10191" name="Google Shape;10191;p62"/>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2"/>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2"/>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2"/>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62"/>
          <p:cNvGrpSpPr/>
          <p:nvPr/>
        </p:nvGrpSpPr>
        <p:grpSpPr>
          <a:xfrm>
            <a:off x="2665165" y="3184746"/>
            <a:ext cx="281794" cy="349684"/>
            <a:chOff x="2665165" y="3360146"/>
            <a:chExt cx="281794" cy="349684"/>
          </a:xfrm>
        </p:grpSpPr>
        <p:sp>
          <p:nvSpPr>
            <p:cNvPr id="10196" name="Google Shape;10196;p62"/>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2"/>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2"/>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2"/>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2"/>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62"/>
          <p:cNvGrpSpPr/>
          <p:nvPr/>
        </p:nvGrpSpPr>
        <p:grpSpPr>
          <a:xfrm>
            <a:off x="7156344" y="3172296"/>
            <a:ext cx="264465" cy="353074"/>
            <a:chOff x="7156344" y="3347696"/>
            <a:chExt cx="264465" cy="353074"/>
          </a:xfrm>
        </p:grpSpPr>
        <p:sp>
          <p:nvSpPr>
            <p:cNvPr id="10202" name="Google Shape;10202;p62"/>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2"/>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2"/>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2"/>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2"/>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7" name="Google Shape;10207;p62"/>
          <p:cNvGrpSpPr/>
          <p:nvPr/>
        </p:nvGrpSpPr>
        <p:grpSpPr>
          <a:xfrm>
            <a:off x="6703732" y="3171536"/>
            <a:ext cx="264813" cy="352693"/>
            <a:chOff x="6703732" y="3346936"/>
            <a:chExt cx="264813" cy="352693"/>
          </a:xfrm>
        </p:grpSpPr>
        <p:sp>
          <p:nvSpPr>
            <p:cNvPr id="10208" name="Google Shape;10208;p62"/>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2"/>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2"/>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2"/>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2"/>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3" name="Google Shape;10213;p62"/>
          <p:cNvGrpSpPr/>
          <p:nvPr/>
        </p:nvGrpSpPr>
        <p:grpSpPr>
          <a:xfrm>
            <a:off x="6252228" y="3171536"/>
            <a:ext cx="265193" cy="352693"/>
            <a:chOff x="6252228" y="3346936"/>
            <a:chExt cx="265193" cy="352693"/>
          </a:xfrm>
        </p:grpSpPr>
        <p:sp>
          <p:nvSpPr>
            <p:cNvPr id="10214" name="Google Shape;10214;p62"/>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2"/>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2"/>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62"/>
          <p:cNvGrpSpPr/>
          <p:nvPr/>
        </p:nvGrpSpPr>
        <p:grpSpPr>
          <a:xfrm>
            <a:off x="5801105" y="3172296"/>
            <a:ext cx="264813" cy="351933"/>
            <a:chOff x="5801105" y="3347696"/>
            <a:chExt cx="264813" cy="351933"/>
          </a:xfrm>
        </p:grpSpPr>
        <p:sp>
          <p:nvSpPr>
            <p:cNvPr id="10218" name="Google Shape;10218;p62"/>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2"/>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2"/>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2"/>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2" name="Google Shape;10222;p62"/>
          <p:cNvGrpSpPr/>
          <p:nvPr/>
        </p:nvGrpSpPr>
        <p:grpSpPr>
          <a:xfrm>
            <a:off x="5349253" y="3171536"/>
            <a:ext cx="265922" cy="352693"/>
            <a:chOff x="5349253" y="3346936"/>
            <a:chExt cx="265922" cy="352693"/>
          </a:xfrm>
        </p:grpSpPr>
        <p:sp>
          <p:nvSpPr>
            <p:cNvPr id="10223" name="Google Shape;10223;p62"/>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2"/>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2"/>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2"/>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2"/>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2"/>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9" name="Google Shape;10229;p62"/>
          <p:cNvGrpSpPr/>
          <p:nvPr/>
        </p:nvGrpSpPr>
        <p:grpSpPr>
          <a:xfrm>
            <a:off x="4907159" y="3171536"/>
            <a:ext cx="264845" cy="354214"/>
            <a:chOff x="4907159" y="3346936"/>
            <a:chExt cx="264845" cy="354214"/>
          </a:xfrm>
        </p:grpSpPr>
        <p:sp>
          <p:nvSpPr>
            <p:cNvPr id="10230" name="Google Shape;10230;p62"/>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2"/>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2" name="Google Shape;10232;p62"/>
          <p:cNvGrpSpPr/>
          <p:nvPr/>
        </p:nvGrpSpPr>
        <p:grpSpPr>
          <a:xfrm>
            <a:off x="8048421" y="3159086"/>
            <a:ext cx="276503" cy="369674"/>
            <a:chOff x="8048421" y="3334486"/>
            <a:chExt cx="276503" cy="369674"/>
          </a:xfrm>
        </p:grpSpPr>
        <p:sp>
          <p:nvSpPr>
            <p:cNvPr id="10233" name="Google Shape;10233;p62"/>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2"/>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2"/>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2"/>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2"/>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2"/>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9" name="Google Shape;10239;p62"/>
          <p:cNvGrpSpPr/>
          <p:nvPr/>
        </p:nvGrpSpPr>
        <p:grpSpPr>
          <a:xfrm>
            <a:off x="7575787" y="3154555"/>
            <a:ext cx="295384" cy="376834"/>
            <a:chOff x="7575787" y="3329955"/>
            <a:chExt cx="295384" cy="376834"/>
          </a:xfrm>
        </p:grpSpPr>
        <p:sp>
          <p:nvSpPr>
            <p:cNvPr id="10240" name="Google Shape;10240;p62"/>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2"/>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2"/>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2"/>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2"/>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2"/>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6" name="Google Shape;10246;p62"/>
          <p:cNvGrpSpPr/>
          <p:nvPr/>
        </p:nvGrpSpPr>
        <p:grpSpPr>
          <a:xfrm>
            <a:off x="864062" y="2709103"/>
            <a:ext cx="264084" cy="347783"/>
            <a:chOff x="864062" y="2884503"/>
            <a:chExt cx="264084" cy="347783"/>
          </a:xfrm>
        </p:grpSpPr>
        <p:sp>
          <p:nvSpPr>
            <p:cNvPr id="10247" name="Google Shape;10247;p62"/>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2"/>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2"/>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2"/>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2"/>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2"/>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2"/>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2"/>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2"/>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2"/>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7" name="Google Shape;10257;p62"/>
          <p:cNvGrpSpPr/>
          <p:nvPr/>
        </p:nvGrpSpPr>
        <p:grpSpPr>
          <a:xfrm>
            <a:off x="3978523" y="2709261"/>
            <a:ext cx="348955" cy="346516"/>
            <a:chOff x="3978523" y="2884661"/>
            <a:chExt cx="348955" cy="346516"/>
          </a:xfrm>
        </p:grpSpPr>
        <p:sp>
          <p:nvSpPr>
            <p:cNvPr id="10258" name="Google Shape;10258;p62"/>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2"/>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2"/>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2"/>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2"/>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2"/>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2"/>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2"/>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6" name="Google Shape;10266;p62"/>
          <p:cNvGrpSpPr/>
          <p:nvPr/>
        </p:nvGrpSpPr>
        <p:grpSpPr>
          <a:xfrm>
            <a:off x="3556255" y="2709863"/>
            <a:ext cx="347435" cy="345534"/>
            <a:chOff x="3527780" y="2885263"/>
            <a:chExt cx="347435" cy="345534"/>
          </a:xfrm>
        </p:grpSpPr>
        <p:sp>
          <p:nvSpPr>
            <p:cNvPr id="10267" name="Google Shape;10267;p62"/>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2"/>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2"/>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2"/>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2"/>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2"/>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2"/>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2"/>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2"/>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2"/>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2"/>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2"/>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2"/>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2"/>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2"/>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2"/>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2"/>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2"/>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2"/>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2"/>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2"/>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2"/>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2"/>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62"/>
          <p:cNvGrpSpPr/>
          <p:nvPr/>
        </p:nvGrpSpPr>
        <p:grpSpPr>
          <a:xfrm>
            <a:off x="2239671" y="2709103"/>
            <a:ext cx="218053" cy="348543"/>
            <a:chOff x="2239671" y="2884503"/>
            <a:chExt cx="218053" cy="348543"/>
          </a:xfrm>
        </p:grpSpPr>
        <p:sp>
          <p:nvSpPr>
            <p:cNvPr id="10291" name="Google Shape;10291;p62"/>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2"/>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2"/>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2"/>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2"/>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6" name="Google Shape;10296;p62"/>
          <p:cNvGrpSpPr/>
          <p:nvPr/>
        </p:nvGrpSpPr>
        <p:grpSpPr>
          <a:xfrm>
            <a:off x="2691555" y="2709103"/>
            <a:ext cx="215044" cy="348924"/>
            <a:chOff x="2691555" y="2884503"/>
            <a:chExt cx="215044" cy="348924"/>
          </a:xfrm>
        </p:grpSpPr>
        <p:sp>
          <p:nvSpPr>
            <p:cNvPr id="10297" name="Google Shape;10297;p62"/>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2"/>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2"/>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0" name="Google Shape;10300;p62"/>
          <p:cNvGrpSpPr/>
          <p:nvPr/>
        </p:nvGrpSpPr>
        <p:grpSpPr>
          <a:xfrm>
            <a:off x="1770459" y="2709103"/>
            <a:ext cx="254644" cy="348828"/>
            <a:chOff x="1770459" y="2884503"/>
            <a:chExt cx="254644" cy="348828"/>
          </a:xfrm>
        </p:grpSpPr>
        <p:sp>
          <p:nvSpPr>
            <p:cNvPr id="10301" name="Google Shape;10301;p62"/>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2"/>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2"/>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2"/>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2"/>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2"/>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2"/>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2"/>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9" name="Google Shape;10309;p62"/>
          <p:cNvGrpSpPr/>
          <p:nvPr/>
        </p:nvGrpSpPr>
        <p:grpSpPr>
          <a:xfrm>
            <a:off x="1317466" y="2709483"/>
            <a:ext cx="258382" cy="348543"/>
            <a:chOff x="1317466" y="2884883"/>
            <a:chExt cx="258382" cy="348543"/>
          </a:xfrm>
        </p:grpSpPr>
        <p:sp>
          <p:nvSpPr>
            <p:cNvPr id="10310" name="Google Shape;10310;p62"/>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2"/>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2"/>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2"/>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2"/>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2"/>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2"/>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2"/>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8" name="Google Shape;10318;p62"/>
          <p:cNvGrpSpPr/>
          <p:nvPr/>
        </p:nvGrpSpPr>
        <p:grpSpPr>
          <a:xfrm>
            <a:off x="3121167" y="2709483"/>
            <a:ext cx="258414" cy="348543"/>
            <a:chOff x="3121167" y="2884883"/>
            <a:chExt cx="258414" cy="348543"/>
          </a:xfrm>
        </p:grpSpPr>
        <p:sp>
          <p:nvSpPr>
            <p:cNvPr id="10319" name="Google Shape;10319;p62"/>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2"/>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2"/>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2"/>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2"/>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2"/>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2"/>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2"/>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62"/>
          <p:cNvGrpSpPr/>
          <p:nvPr/>
        </p:nvGrpSpPr>
        <p:grpSpPr>
          <a:xfrm>
            <a:off x="4899999" y="2706695"/>
            <a:ext cx="271244" cy="346801"/>
            <a:chOff x="4899999" y="2882095"/>
            <a:chExt cx="271244" cy="346801"/>
          </a:xfrm>
        </p:grpSpPr>
        <p:sp>
          <p:nvSpPr>
            <p:cNvPr id="10328" name="Google Shape;10328;p62"/>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2"/>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2"/>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2"/>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2"/>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2"/>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2"/>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2"/>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2"/>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2"/>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8" name="Google Shape;10338;p62"/>
          <p:cNvGrpSpPr/>
          <p:nvPr/>
        </p:nvGrpSpPr>
        <p:grpSpPr>
          <a:xfrm>
            <a:off x="7162775" y="2705713"/>
            <a:ext cx="259523" cy="346294"/>
            <a:chOff x="7162775" y="2881113"/>
            <a:chExt cx="259523" cy="346294"/>
          </a:xfrm>
        </p:grpSpPr>
        <p:sp>
          <p:nvSpPr>
            <p:cNvPr id="10339" name="Google Shape;10339;p62"/>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2"/>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2"/>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2"/>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2"/>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2"/>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62"/>
          <p:cNvGrpSpPr/>
          <p:nvPr/>
        </p:nvGrpSpPr>
        <p:grpSpPr>
          <a:xfrm>
            <a:off x="6709751" y="2706442"/>
            <a:ext cx="261075" cy="347815"/>
            <a:chOff x="6709751" y="2881842"/>
            <a:chExt cx="261075" cy="347815"/>
          </a:xfrm>
        </p:grpSpPr>
        <p:sp>
          <p:nvSpPr>
            <p:cNvPr id="10346" name="Google Shape;10346;p62"/>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2"/>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2"/>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2"/>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2"/>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2"/>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2"/>
          <p:cNvGrpSpPr/>
          <p:nvPr/>
        </p:nvGrpSpPr>
        <p:grpSpPr>
          <a:xfrm>
            <a:off x="5807156" y="2705713"/>
            <a:ext cx="261043" cy="348163"/>
            <a:chOff x="5807156" y="2881113"/>
            <a:chExt cx="261043" cy="348163"/>
          </a:xfrm>
        </p:grpSpPr>
        <p:sp>
          <p:nvSpPr>
            <p:cNvPr id="10353" name="Google Shape;10353;p62"/>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2"/>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2"/>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2"/>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2"/>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2"/>
          <p:cNvGrpSpPr/>
          <p:nvPr/>
        </p:nvGrpSpPr>
        <p:grpSpPr>
          <a:xfrm>
            <a:off x="5355653" y="2706093"/>
            <a:ext cx="262184" cy="346643"/>
            <a:chOff x="5355653" y="2881493"/>
            <a:chExt cx="262184" cy="346643"/>
          </a:xfrm>
        </p:grpSpPr>
        <p:sp>
          <p:nvSpPr>
            <p:cNvPr id="10359" name="Google Shape;10359;p62"/>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2"/>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2"/>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2"/>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2"/>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4" name="Google Shape;10364;p62"/>
          <p:cNvGrpSpPr/>
          <p:nvPr/>
        </p:nvGrpSpPr>
        <p:grpSpPr>
          <a:xfrm>
            <a:off x="8055961" y="2706442"/>
            <a:ext cx="260283" cy="345914"/>
            <a:chOff x="8055961" y="2881842"/>
            <a:chExt cx="260283" cy="345914"/>
          </a:xfrm>
        </p:grpSpPr>
        <p:sp>
          <p:nvSpPr>
            <p:cNvPr id="10365" name="Google Shape;10365;p62"/>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2"/>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2"/>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2"/>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62"/>
          <p:cNvGrpSpPr/>
          <p:nvPr/>
        </p:nvGrpSpPr>
        <p:grpSpPr>
          <a:xfrm>
            <a:off x="7609368" y="2718512"/>
            <a:ext cx="264813" cy="353105"/>
            <a:chOff x="7609368" y="2893912"/>
            <a:chExt cx="264813" cy="353105"/>
          </a:xfrm>
        </p:grpSpPr>
        <p:sp>
          <p:nvSpPr>
            <p:cNvPr id="10370" name="Google Shape;10370;p62"/>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2"/>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2"/>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2"/>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2"/>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2"/>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6" name="Google Shape;10376;p62"/>
          <p:cNvGrpSpPr/>
          <p:nvPr/>
        </p:nvGrpSpPr>
        <p:grpSpPr>
          <a:xfrm>
            <a:off x="6248458" y="2694372"/>
            <a:ext cx="270864" cy="360645"/>
            <a:chOff x="6248458" y="2869772"/>
            <a:chExt cx="270864" cy="360645"/>
          </a:xfrm>
        </p:grpSpPr>
        <p:sp>
          <p:nvSpPr>
            <p:cNvPr id="10377" name="Google Shape;10377;p62"/>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2"/>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2"/>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2"/>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2"/>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62"/>
          <p:cNvGrpSpPr/>
          <p:nvPr/>
        </p:nvGrpSpPr>
        <p:grpSpPr>
          <a:xfrm>
            <a:off x="3075928" y="2270398"/>
            <a:ext cx="363243" cy="300675"/>
            <a:chOff x="3075928" y="2445798"/>
            <a:chExt cx="363243" cy="300675"/>
          </a:xfrm>
        </p:grpSpPr>
        <p:sp>
          <p:nvSpPr>
            <p:cNvPr id="10383" name="Google Shape;10383;p62"/>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2"/>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2"/>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2"/>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2"/>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2"/>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2"/>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2"/>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2"/>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2"/>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2"/>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4" name="Google Shape;10394;p62"/>
          <p:cNvGrpSpPr/>
          <p:nvPr/>
        </p:nvGrpSpPr>
        <p:grpSpPr>
          <a:xfrm>
            <a:off x="2633105" y="2256459"/>
            <a:ext cx="363243" cy="328585"/>
            <a:chOff x="2633105" y="2431859"/>
            <a:chExt cx="363243" cy="328585"/>
          </a:xfrm>
        </p:grpSpPr>
        <p:sp>
          <p:nvSpPr>
            <p:cNvPr id="10395" name="Google Shape;10395;p62"/>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2"/>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2"/>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2"/>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2"/>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2"/>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2"/>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2"/>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3" name="Google Shape;10403;p62"/>
          <p:cNvGrpSpPr/>
          <p:nvPr/>
        </p:nvGrpSpPr>
        <p:grpSpPr>
          <a:xfrm>
            <a:off x="2189142" y="2245910"/>
            <a:ext cx="365904" cy="350064"/>
            <a:chOff x="2189142" y="2421310"/>
            <a:chExt cx="365904" cy="350064"/>
          </a:xfrm>
        </p:grpSpPr>
        <p:sp>
          <p:nvSpPr>
            <p:cNvPr id="10404" name="Google Shape;10404;p62"/>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2"/>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2"/>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2"/>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2"/>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2"/>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2"/>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2"/>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2"/>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3" name="Google Shape;10413;p62"/>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14" name="Google Shape;10414;p62"/>
          <p:cNvGrpSpPr/>
          <p:nvPr/>
        </p:nvGrpSpPr>
        <p:grpSpPr>
          <a:xfrm>
            <a:off x="3961923" y="2310917"/>
            <a:ext cx="364415" cy="220936"/>
            <a:chOff x="3961923" y="2486317"/>
            <a:chExt cx="364415" cy="220936"/>
          </a:xfrm>
        </p:grpSpPr>
        <p:sp>
          <p:nvSpPr>
            <p:cNvPr id="10415" name="Google Shape;10415;p62"/>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2"/>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2"/>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2"/>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9" name="Google Shape;10419;p62"/>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0" name="Google Shape;10420;p62"/>
          <p:cNvGrpSpPr/>
          <p:nvPr/>
        </p:nvGrpSpPr>
        <p:grpSpPr>
          <a:xfrm>
            <a:off x="1303876" y="2243977"/>
            <a:ext cx="363275" cy="354626"/>
            <a:chOff x="1303876" y="2419377"/>
            <a:chExt cx="363275" cy="354626"/>
          </a:xfrm>
        </p:grpSpPr>
        <p:sp>
          <p:nvSpPr>
            <p:cNvPr id="10421" name="Google Shape;10421;p62"/>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2"/>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2"/>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2"/>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2"/>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2"/>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2"/>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2"/>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9" name="Google Shape;10429;p62"/>
          <p:cNvGrpSpPr/>
          <p:nvPr/>
        </p:nvGrpSpPr>
        <p:grpSpPr>
          <a:xfrm>
            <a:off x="861053" y="2239510"/>
            <a:ext cx="362134" cy="363623"/>
            <a:chOff x="861053" y="2414910"/>
            <a:chExt cx="362134" cy="363623"/>
          </a:xfrm>
        </p:grpSpPr>
        <p:sp>
          <p:nvSpPr>
            <p:cNvPr id="10430" name="Google Shape;10430;p62"/>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2"/>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2"/>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2"/>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2"/>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5" name="Google Shape;10435;p62"/>
          <p:cNvGrpSpPr/>
          <p:nvPr/>
        </p:nvGrpSpPr>
        <p:grpSpPr>
          <a:xfrm>
            <a:off x="7594288" y="2239859"/>
            <a:ext cx="279513" cy="355735"/>
            <a:chOff x="7594288" y="2415259"/>
            <a:chExt cx="279513" cy="355735"/>
          </a:xfrm>
        </p:grpSpPr>
        <p:sp>
          <p:nvSpPr>
            <p:cNvPr id="10436" name="Google Shape;10436;p62"/>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2"/>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2"/>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2"/>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2"/>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2"/>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2" name="Google Shape;10442;p62"/>
          <p:cNvGrpSpPr/>
          <p:nvPr/>
        </p:nvGrpSpPr>
        <p:grpSpPr>
          <a:xfrm>
            <a:off x="7145794" y="2240239"/>
            <a:ext cx="278784" cy="355735"/>
            <a:chOff x="7145794" y="2415639"/>
            <a:chExt cx="278784" cy="355735"/>
          </a:xfrm>
        </p:grpSpPr>
        <p:sp>
          <p:nvSpPr>
            <p:cNvPr id="10443" name="Google Shape;10443;p62"/>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2"/>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2"/>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2"/>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2"/>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2"/>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2"/>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2"/>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2"/>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2"/>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2"/>
          <p:cNvGrpSpPr/>
          <p:nvPr/>
        </p:nvGrpSpPr>
        <p:grpSpPr>
          <a:xfrm>
            <a:off x="6698441" y="2239130"/>
            <a:ext cx="277644" cy="357984"/>
            <a:chOff x="6698441" y="2414530"/>
            <a:chExt cx="277644" cy="357984"/>
          </a:xfrm>
        </p:grpSpPr>
        <p:sp>
          <p:nvSpPr>
            <p:cNvPr id="10454" name="Google Shape;10454;p62"/>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2"/>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2"/>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2"/>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2"/>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2"/>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62"/>
          <p:cNvGrpSpPr/>
          <p:nvPr/>
        </p:nvGrpSpPr>
        <p:grpSpPr>
          <a:xfrm>
            <a:off x="4897750" y="2240239"/>
            <a:ext cx="279513" cy="357255"/>
            <a:chOff x="4897750" y="2415639"/>
            <a:chExt cx="279513" cy="357255"/>
          </a:xfrm>
        </p:grpSpPr>
        <p:sp>
          <p:nvSpPr>
            <p:cNvPr id="10461" name="Google Shape;10461;p62"/>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2"/>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2"/>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2"/>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2"/>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2"/>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2"/>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2"/>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9" name="Google Shape;10469;p62"/>
          <p:cNvGrpSpPr/>
          <p:nvPr/>
        </p:nvGrpSpPr>
        <p:grpSpPr>
          <a:xfrm>
            <a:off x="5812066" y="2240619"/>
            <a:ext cx="264813" cy="353454"/>
            <a:chOff x="5812066" y="2416019"/>
            <a:chExt cx="264813" cy="353454"/>
          </a:xfrm>
        </p:grpSpPr>
        <p:sp>
          <p:nvSpPr>
            <p:cNvPr id="10470" name="Google Shape;10470;p62"/>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2"/>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2"/>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2"/>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2"/>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2"/>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2"/>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7" name="Google Shape;10477;p62"/>
          <p:cNvGrpSpPr/>
          <p:nvPr/>
        </p:nvGrpSpPr>
        <p:grpSpPr>
          <a:xfrm>
            <a:off x="8054820" y="2240999"/>
            <a:ext cx="264433" cy="353454"/>
            <a:chOff x="8054820" y="2416399"/>
            <a:chExt cx="264433" cy="353454"/>
          </a:xfrm>
        </p:grpSpPr>
        <p:sp>
          <p:nvSpPr>
            <p:cNvPr id="10478" name="Google Shape;10478;p62"/>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2"/>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2"/>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2"/>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2"/>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2"/>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4" name="Google Shape;10484;p62"/>
          <p:cNvGrpSpPr/>
          <p:nvPr/>
        </p:nvGrpSpPr>
        <p:grpSpPr>
          <a:xfrm>
            <a:off x="5356413" y="2237990"/>
            <a:ext cx="271212" cy="361374"/>
            <a:chOff x="5356413" y="2413390"/>
            <a:chExt cx="271212" cy="361374"/>
          </a:xfrm>
        </p:grpSpPr>
        <p:sp>
          <p:nvSpPr>
            <p:cNvPr id="10485" name="Google Shape;10485;p62"/>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2"/>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2"/>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2"/>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2"/>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62"/>
          <p:cNvGrpSpPr/>
          <p:nvPr/>
        </p:nvGrpSpPr>
        <p:grpSpPr>
          <a:xfrm>
            <a:off x="6255238" y="2236849"/>
            <a:ext cx="271244" cy="360994"/>
            <a:chOff x="6255238" y="2412249"/>
            <a:chExt cx="271244" cy="360994"/>
          </a:xfrm>
        </p:grpSpPr>
        <p:sp>
          <p:nvSpPr>
            <p:cNvPr id="10491" name="Google Shape;10491;p62"/>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2"/>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2"/>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2"/>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2"/>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2"/>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7" name="Google Shape;10497;p62"/>
          <p:cNvGrpSpPr/>
          <p:nvPr/>
        </p:nvGrpSpPr>
        <p:grpSpPr>
          <a:xfrm>
            <a:off x="2185372" y="1782399"/>
            <a:ext cx="366664" cy="366981"/>
            <a:chOff x="2185372" y="1957799"/>
            <a:chExt cx="366664" cy="366981"/>
          </a:xfrm>
        </p:grpSpPr>
        <p:sp>
          <p:nvSpPr>
            <p:cNvPr id="10498" name="Google Shape;10498;p62"/>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2"/>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2"/>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2"/>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2"/>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2"/>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2"/>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2"/>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6" name="Google Shape;10506;p62"/>
          <p:cNvGrpSpPr/>
          <p:nvPr/>
        </p:nvGrpSpPr>
        <p:grpSpPr>
          <a:xfrm>
            <a:off x="1737258" y="1812971"/>
            <a:ext cx="370814" cy="307359"/>
            <a:chOff x="1737258" y="1988371"/>
            <a:chExt cx="370814" cy="307359"/>
          </a:xfrm>
        </p:grpSpPr>
        <p:sp>
          <p:nvSpPr>
            <p:cNvPr id="10507" name="Google Shape;10507;p62"/>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2"/>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2"/>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2"/>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1" name="Google Shape;10511;p62"/>
          <p:cNvGrpSpPr/>
          <p:nvPr/>
        </p:nvGrpSpPr>
        <p:grpSpPr>
          <a:xfrm>
            <a:off x="848983" y="1814111"/>
            <a:ext cx="369294" cy="304350"/>
            <a:chOff x="848983" y="1989511"/>
            <a:chExt cx="369294" cy="304350"/>
          </a:xfrm>
        </p:grpSpPr>
        <p:sp>
          <p:nvSpPr>
            <p:cNvPr id="10512" name="Google Shape;10512;p62"/>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2"/>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2"/>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2"/>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2"/>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7" name="Google Shape;10517;p62"/>
          <p:cNvGrpSpPr/>
          <p:nvPr/>
        </p:nvGrpSpPr>
        <p:grpSpPr>
          <a:xfrm>
            <a:off x="3074027" y="1808377"/>
            <a:ext cx="380604" cy="313854"/>
            <a:chOff x="3074027" y="1983777"/>
            <a:chExt cx="380604" cy="313854"/>
          </a:xfrm>
        </p:grpSpPr>
        <p:sp>
          <p:nvSpPr>
            <p:cNvPr id="10518" name="Google Shape;10518;p62"/>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2"/>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2"/>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2"/>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2"/>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3" name="Google Shape;10523;p62"/>
          <p:cNvGrpSpPr/>
          <p:nvPr/>
        </p:nvGrpSpPr>
        <p:grpSpPr>
          <a:xfrm>
            <a:off x="3522521" y="1800457"/>
            <a:ext cx="367013" cy="331278"/>
            <a:chOff x="3522521" y="1975857"/>
            <a:chExt cx="367013" cy="331278"/>
          </a:xfrm>
        </p:grpSpPr>
        <p:sp>
          <p:nvSpPr>
            <p:cNvPr id="10524" name="Google Shape;10524;p62"/>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2"/>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2"/>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2"/>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2"/>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2"/>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2"/>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1" name="Google Shape;10531;p62"/>
          <p:cNvGrpSpPr/>
          <p:nvPr/>
        </p:nvGrpSpPr>
        <p:grpSpPr>
          <a:xfrm>
            <a:off x="2630824" y="1801566"/>
            <a:ext cx="368185" cy="330454"/>
            <a:chOff x="2630824" y="1976966"/>
            <a:chExt cx="368185" cy="330454"/>
          </a:xfrm>
        </p:grpSpPr>
        <p:sp>
          <p:nvSpPr>
            <p:cNvPr id="10532" name="Google Shape;10532;p62"/>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2"/>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2"/>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2"/>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2"/>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2"/>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2"/>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2"/>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62"/>
          <p:cNvGrpSpPr/>
          <p:nvPr/>
        </p:nvGrpSpPr>
        <p:grpSpPr>
          <a:xfrm>
            <a:off x="1293706" y="1791016"/>
            <a:ext cx="369294" cy="350444"/>
            <a:chOff x="1293706" y="1966416"/>
            <a:chExt cx="369294" cy="350444"/>
          </a:xfrm>
        </p:grpSpPr>
        <p:sp>
          <p:nvSpPr>
            <p:cNvPr id="10541" name="Google Shape;10541;p62"/>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2"/>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2"/>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2"/>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2"/>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2"/>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2"/>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2"/>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9" name="Google Shape;10549;p62"/>
          <p:cNvGrpSpPr/>
          <p:nvPr/>
        </p:nvGrpSpPr>
        <p:grpSpPr>
          <a:xfrm>
            <a:off x="3967213" y="1800077"/>
            <a:ext cx="368185" cy="331816"/>
            <a:chOff x="3967213" y="1975477"/>
            <a:chExt cx="368185" cy="331816"/>
          </a:xfrm>
        </p:grpSpPr>
        <p:sp>
          <p:nvSpPr>
            <p:cNvPr id="10550" name="Google Shape;10550;p62"/>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2"/>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2"/>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3" name="Google Shape;10553;p62"/>
          <p:cNvGrpSpPr/>
          <p:nvPr/>
        </p:nvGrpSpPr>
        <p:grpSpPr>
          <a:xfrm>
            <a:off x="8047661" y="1793646"/>
            <a:ext cx="279132" cy="356875"/>
            <a:chOff x="8047661" y="1969046"/>
            <a:chExt cx="279132" cy="356875"/>
          </a:xfrm>
        </p:grpSpPr>
        <p:sp>
          <p:nvSpPr>
            <p:cNvPr id="10554" name="Google Shape;10554;p62"/>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2"/>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2"/>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2"/>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62"/>
          <p:cNvGrpSpPr/>
          <p:nvPr/>
        </p:nvGrpSpPr>
        <p:grpSpPr>
          <a:xfrm>
            <a:off x="7596157" y="1792759"/>
            <a:ext cx="279544" cy="358142"/>
            <a:chOff x="7596157" y="1968159"/>
            <a:chExt cx="279544" cy="358142"/>
          </a:xfrm>
        </p:grpSpPr>
        <p:sp>
          <p:nvSpPr>
            <p:cNvPr id="10559" name="Google Shape;10559;p62"/>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2"/>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2"/>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2"/>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2"/>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2"/>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62"/>
          <p:cNvGrpSpPr/>
          <p:nvPr/>
        </p:nvGrpSpPr>
        <p:grpSpPr>
          <a:xfrm>
            <a:off x="7147315" y="1793646"/>
            <a:ext cx="279513" cy="357636"/>
            <a:chOff x="7147315" y="1969046"/>
            <a:chExt cx="279513" cy="357636"/>
          </a:xfrm>
        </p:grpSpPr>
        <p:sp>
          <p:nvSpPr>
            <p:cNvPr id="10566" name="Google Shape;10566;p62"/>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2"/>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2"/>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2"/>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2"/>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2"/>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2"/>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62"/>
          <p:cNvGrpSpPr/>
          <p:nvPr/>
        </p:nvGrpSpPr>
        <p:grpSpPr>
          <a:xfrm>
            <a:off x="6697681" y="1792917"/>
            <a:ext cx="280305" cy="359093"/>
            <a:chOff x="6697681" y="1968317"/>
            <a:chExt cx="280305" cy="359093"/>
          </a:xfrm>
        </p:grpSpPr>
        <p:sp>
          <p:nvSpPr>
            <p:cNvPr id="10574" name="Google Shape;10574;p62"/>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2"/>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2"/>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2"/>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2"/>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2"/>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2"/>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62"/>
          <p:cNvGrpSpPr/>
          <p:nvPr/>
        </p:nvGrpSpPr>
        <p:grpSpPr>
          <a:xfrm>
            <a:off x="6248839" y="1792537"/>
            <a:ext cx="280273" cy="358744"/>
            <a:chOff x="6248839" y="1967937"/>
            <a:chExt cx="280273" cy="358744"/>
          </a:xfrm>
        </p:grpSpPr>
        <p:sp>
          <p:nvSpPr>
            <p:cNvPr id="10582" name="Google Shape;10582;p62"/>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2"/>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2"/>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2"/>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2"/>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2"/>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62"/>
          <p:cNvGrpSpPr/>
          <p:nvPr/>
        </p:nvGrpSpPr>
        <p:grpSpPr>
          <a:xfrm>
            <a:off x="5801485" y="1793646"/>
            <a:ext cx="279164" cy="357794"/>
            <a:chOff x="5801485" y="1969046"/>
            <a:chExt cx="279164" cy="357794"/>
          </a:xfrm>
        </p:grpSpPr>
        <p:sp>
          <p:nvSpPr>
            <p:cNvPr id="10589" name="Google Shape;10589;p62"/>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2"/>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2"/>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2"/>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2"/>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2"/>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2"/>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2"/>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2"/>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2"/>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2"/>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2"/>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2"/>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62"/>
          <p:cNvGrpSpPr/>
          <p:nvPr/>
        </p:nvGrpSpPr>
        <p:grpSpPr>
          <a:xfrm>
            <a:off x="5352643" y="1793646"/>
            <a:ext cx="278404" cy="358364"/>
            <a:chOff x="5352643" y="1969046"/>
            <a:chExt cx="278404" cy="358364"/>
          </a:xfrm>
        </p:grpSpPr>
        <p:sp>
          <p:nvSpPr>
            <p:cNvPr id="10603" name="Google Shape;10603;p62"/>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2"/>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2"/>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2"/>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62"/>
          <p:cNvGrpSpPr/>
          <p:nvPr/>
        </p:nvGrpSpPr>
        <p:grpSpPr>
          <a:xfrm>
            <a:off x="4897750" y="1792917"/>
            <a:ext cx="279132" cy="358364"/>
            <a:chOff x="4897750" y="1968317"/>
            <a:chExt cx="279132" cy="358364"/>
          </a:xfrm>
        </p:grpSpPr>
        <p:sp>
          <p:nvSpPr>
            <p:cNvPr id="10608" name="Google Shape;10608;p62"/>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2"/>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2"/>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2"/>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2"/>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2"/>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2"/>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2"/>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2"/>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2"/>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2"/>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2"/>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2"/>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1" name="Google Shape;10621;p62"/>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2" name="Google Shape;10622;p62"/>
          <p:cNvGrpSpPr/>
          <p:nvPr/>
        </p:nvGrpSpPr>
        <p:grpSpPr>
          <a:xfrm>
            <a:off x="1767449" y="1337644"/>
            <a:ext cx="324403" cy="347783"/>
            <a:chOff x="1767449" y="1513044"/>
            <a:chExt cx="324403" cy="347783"/>
          </a:xfrm>
        </p:grpSpPr>
        <p:sp>
          <p:nvSpPr>
            <p:cNvPr id="10623" name="Google Shape;10623;p62"/>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2"/>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2"/>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2"/>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2"/>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2"/>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2"/>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2"/>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2"/>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2" name="Google Shape;10632;p62"/>
          <p:cNvGrpSpPr/>
          <p:nvPr/>
        </p:nvGrpSpPr>
        <p:grpSpPr>
          <a:xfrm>
            <a:off x="4007193" y="1337327"/>
            <a:ext cx="320633" cy="348100"/>
            <a:chOff x="4007193" y="1512727"/>
            <a:chExt cx="320633" cy="348100"/>
          </a:xfrm>
        </p:grpSpPr>
        <p:sp>
          <p:nvSpPr>
            <p:cNvPr id="10633" name="Google Shape;10633;p62"/>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2"/>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2"/>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2"/>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2"/>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8" name="Google Shape;10638;p62"/>
          <p:cNvGrpSpPr/>
          <p:nvPr/>
        </p:nvGrpSpPr>
        <p:grpSpPr>
          <a:xfrm>
            <a:off x="3530425" y="1333347"/>
            <a:ext cx="368175" cy="344594"/>
            <a:chOff x="3530425" y="1508747"/>
            <a:chExt cx="368175" cy="344594"/>
          </a:xfrm>
        </p:grpSpPr>
        <p:sp>
          <p:nvSpPr>
            <p:cNvPr id="10639" name="Google Shape;10639;p62"/>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2"/>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2"/>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2"/>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3" name="Google Shape;10643;p62"/>
          <p:cNvGrpSpPr/>
          <p:nvPr/>
        </p:nvGrpSpPr>
        <p:grpSpPr>
          <a:xfrm>
            <a:off x="3127598" y="1337834"/>
            <a:ext cx="289714" cy="347593"/>
            <a:chOff x="3127598" y="1513234"/>
            <a:chExt cx="289714" cy="347593"/>
          </a:xfrm>
        </p:grpSpPr>
        <p:sp>
          <p:nvSpPr>
            <p:cNvPr id="10644" name="Google Shape;10644;p62"/>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2"/>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2"/>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2"/>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2"/>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9" name="Google Shape;10649;p62"/>
          <p:cNvGrpSpPr/>
          <p:nvPr/>
        </p:nvGrpSpPr>
        <p:grpSpPr>
          <a:xfrm>
            <a:off x="2662884" y="1337644"/>
            <a:ext cx="322914" cy="348543"/>
            <a:chOff x="2662884" y="1513044"/>
            <a:chExt cx="322914" cy="348543"/>
          </a:xfrm>
        </p:grpSpPr>
        <p:sp>
          <p:nvSpPr>
            <p:cNvPr id="10650" name="Google Shape;10650;p62"/>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2"/>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2"/>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2"/>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2"/>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2"/>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2"/>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2"/>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2"/>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2"/>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2"/>
          <p:cNvGrpSpPr/>
          <p:nvPr/>
        </p:nvGrpSpPr>
        <p:grpSpPr>
          <a:xfrm>
            <a:off x="2232511" y="1337359"/>
            <a:ext cx="299534" cy="348068"/>
            <a:chOff x="2232511" y="1512759"/>
            <a:chExt cx="299534" cy="348068"/>
          </a:xfrm>
        </p:grpSpPr>
        <p:sp>
          <p:nvSpPr>
            <p:cNvPr id="10661" name="Google Shape;10661;p62"/>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2"/>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2"/>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2"/>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2"/>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2"/>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2"/>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2"/>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2"/>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2"/>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2"/>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2" name="Google Shape;10672;p62"/>
          <p:cNvGrpSpPr/>
          <p:nvPr/>
        </p:nvGrpSpPr>
        <p:grpSpPr>
          <a:xfrm>
            <a:off x="1331406" y="1337961"/>
            <a:ext cx="301784" cy="348607"/>
            <a:chOff x="1331406" y="1513361"/>
            <a:chExt cx="301784" cy="348607"/>
          </a:xfrm>
        </p:grpSpPr>
        <p:sp>
          <p:nvSpPr>
            <p:cNvPr id="10673" name="Google Shape;10673;p62"/>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2"/>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2"/>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2"/>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7" name="Google Shape;10677;p62"/>
          <p:cNvGrpSpPr/>
          <p:nvPr/>
        </p:nvGrpSpPr>
        <p:grpSpPr>
          <a:xfrm>
            <a:off x="7144274" y="1324814"/>
            <a:ext cx="282174" cy="355735"/>
            <a:chOff x="7144274" y="1500214"/>
            <a:chExt cx="282174" cy="355735"/>
          </a:xfrm>
        </p:grpSpPr>
        <p:sp>
          <p:nvSpPr>
            <p:cNvPr id="10678" name="Google Shape;10678;p62"/>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2"/>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2"/>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2"/>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2"/>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2"/>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4" name="Google Shape;10684;p62"/>
          <p:cNvGrpSpPr/>
          <p:nvPr/>
        </p:nvGrpSpPr>
        <p:grpSpPr>
          <a:xfrm>
            <a:off x="6685262" y="1324814"/>
            <a:ext cx="289682" cy="354594"/>
            <a:chOff x="6685262" y="1500214"/>
            <a:chExt cx="289682" cy="354594"/>
          </a:xfrm>
        </p:grpSpPr>
        <p:sp>
          <p:nvSpPr>
            <p:cNvPr id="10685" name="Google Shape;10685;p62"/>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2"/>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2"/>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2"/>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9" name="Google Shape;10689;p62"/>
          <p:cNvGrpSpPr/>
          <p:nvPr/>
        </p:nvGrpSpPr>
        <p:grpSpPr>
          <a:xfrm>
            <a:off x="6200938" y="1325194"/>
            <a:ext cx="322154" cy="355355"/>
            <a:chOff x="6200938" y="1500594"/>
            <a:chExt cx="322154" cy="355355"/>
          </a:xfrm>
        </p:grpSpPr>
        <p:sp>
          <p:nvSpPr>
            <p:cNvPr id="10690" name="Google Shape;10690;p62"/>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2"/>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2"/>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2"/>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2"/>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5" name="Google Shape;10695;p62"/>
          <p:cNvGrpSpPr/>
          <p:nvPr/>
        </p:nvGrpSpPr>
        <p:grpSpPr>
          <a:xfrm>
            <a:off x="5289631" y="1324814"/>
            <a:ext cx="332355" cy="354974"/>
            <a:chOff x="5289631" y="1500214"/>
            <a:chExt cx="332355" cy="354974"/>
          </a:xfrm>
        </p:grpSpPr>
        <p:sp>
          <p:nvSpPr>
            <p:cNvPr id="10696" name="Google Shape;10696;p62"/>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2"/>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2"/>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2"/>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2"/>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2"/>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2" name="Google Shape;10702;p62"/>
          <p:cNvGrpSpPr/>
          <p:nvPr/>
        </p:nvGrpSpPr>
        <p:grpSpPr>
          <a:xfrm>
            <a:off x="5748295" y="1324433"/>
            <a:ext cx="323294" cy="356115"/>
            <a:chOff x="5748295" y="1499833"/>
            <a:chExt cx="323294" cy="356115"/>
          </a:xfrm>
        </p:grpSpPr>
        <p:sp>
          <p:nvSpPr>
            <p:cNvPr id="10703" name="Google Shape;10703;p62"/>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2"/>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2"/>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2"/>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2"/>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2"/>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2"/>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0" name="Google Shape;10710;p62"/>
          <p:cNvGrpSpPr/>
          <p:nvPr/>
        </p:nvGrpSpPr>
        <p:grpSpPr>
          <a:xfrm>
            <a:off x="8047661" y="1325637"/>
            <a:ext cx="278404" cy="355260"/>
            <a:chOff x="8047661" y="1501037"/>
            <a:chExt cx="278404" cy="355260"/>
          </a:xfrm>
        </p:grpSpPr>
        <p:sp>
          <p:nvSpPr>
            <p:cNvPr id="10711" name="Google Shape;10711;p62"/>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2"/>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2"/>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2"/>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5" name="Google Shape;10715;p62"/>
          <p:cNvGrpSpPr/>
          <p:nvPr/>
        </p:nvGrpSpPr>
        <p:grpSpPr>
          <a:xfrm>
            <a:off x="4903389" y="1324814"/>
            <a:ext cx="267854" cy="355735"/>
            <a:chOff x="4903389" y="1500214"/>
            <a:chExt cx="267854" cy="355735"/>
          </a:xfrm>
        </p:grpSpPr>
        <p:sp>
          <p:nvSpPr>
            <p:cNvPr id="10716" name="Google Shape;10716;p62"/>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2"/>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2"/>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2"/>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2"/>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62"/>
          <p:cNvGrpSpPr/>
          <p:nvPr/>
        </p:nvGrpSpPr>
        <p:grpSpPr>
          <a:xfrm>
            <a:off x="7613518" y="1325954"/>
            <a:ext cx="264433" cy="353074"/>
            <a:chOff x="7613518" y="1501354"/>
            <a:chExt cx="264433" cy="353074"/>
          </a:xfrm>
        </p:grpSpPr>
        <p:sp>
          <p:nvSpPr>
            <p:cNvPr id="10722" name="Google Shape;10722;p62"/>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2"/>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2"/>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2"/>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2"/>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2"/>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28" name="Google Shape;10728;p62"/>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729" name="Google Shape;10729;p62"/>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0733"/>
        <p:cNvGrpSpPr/>
        <p:nvPr/>
      </p:nvGrpSpPr>
      <p:grpSpPr>
        <a:xfrm>
          <a:off x="0" y="0"/>
          <a:ext cx="0" cy="0"/>
          <a:chOff x="0" y="0"/>
          <a:chExt cx="0" cy="0"/>
        </a:xfrm>
      </p:grpSpPr>
      <p:grpSp>
        <p:nvGrpSpPr>
          <p:cNvPr id="10734" name="Google Shape;10734;p63"/>
          <p:cNvGrpSpPr/>
          <p:nvPr/>
        </p:nvGrpSpPr>
        <p:grpSpPr>
          <a:xfrm>
            <a:off x="1757085" y="1325225"/>
            <a:ext cx="371069" cy="359396"/>
            <a:chOff x="1757085" y="1500675"/>
            <a:chExt cx="371069" cy="359396"/>
          </a:xfrm>
        </p:grpSpPr>
        <p:sp>
          <p:nvSpPr>
            <p:cNvPr id="10735" name="Google Shape;10735;p63"/>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3"/>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3"/>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3"/>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3"/>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3"/>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3"/>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3"/>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3"/>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3"/>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3"/>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3"/>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3"/>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3"/>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3"/>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3"/>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3"/>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3"/>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3"/>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3"/>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3"/>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3"/>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3"/>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3"/>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3"/>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3"/>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3"/>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3"/>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3"/>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4" name="Google Shape;10764;p63"/>
          <p:cNvGrpSpPr/>
          <p:nvPr/>
        </p:nvGrpSpPr>
        <p:grpSpPr>
          <a:xfrm>
            <a:off x="2774209" y="1779241"/>
            <a:ext cx="116693" cy="374186"/>
            <a:chOff x="2774209" y="1954691"/>
            <a:chExt cx="116693" cy="374186"/>
          </a:xfrm>
        </p:grpSpPr>
        <p:sp>
          <p:nvSpPr>
            <p:cNvPr id="10765" name="Google Shape;10765;p63"/>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3"/>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7" name="Google Shape;10767;p63"/>
          <p:cNvGrpSpPr/>
          <p:nvPr/>
        </p:nvGrpSpPr>
        <p:grpSpPr>
          <a:xfrm>
            <a:off x="4017435" y="1324462"/>
            <a:ext cx="315092" cy="359397"/>
            <a:chOff x="4017435" y="1499912"/>
            <a:chExt cx="315092" cy="359397"/>
          </a:xfrm>
        </p:grpSpPr>
        <p:sp>
          <p:nvSpPr>
            <p:cNvPr id="10768" name="Google Shape;10768;p63"/>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3"/>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0" name="Google Shape;10770;p63"/>
          <p:cNvGrpSpPr/>
          <p:nvPr/>
        </p:nvGrpSpPr>
        <p:grpSpPr>
          <a:xfrm>
            <a:off x="3963652" y="1824309"/>
            <a:ext cx="374154" cy="284050"/>
            <a:chOff x="3963652" y="1999759"/>
            <a:chExt cx="374154" cy="284050"/>
          </a:xfrm>
        </p:grpSpPr>
        <p:sp>
          <p:nvSpPr>
            <p:cNvPr id="10771" name="Google Shape;10771;p63"/>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3"/>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3"/>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4" name="Google Shape;10774;p63"/>
          <p:cNvGrpSpPr/>
          <p:nvPr/>
        </p:nvGrpSpPr>
        <p:grpSpPr>
          <a:xfrm>
            <a:off x="1777536" y="1839416"/>
            <a:ext cx="376444" cy="253772"/>
            <a:chOff x="1777536" y="2014866"/>
            <a:chExt cx="376444" cy="253772"/>
          </a:xfrm>
        </p:grpSpPr>
        <p:sp>
          <p:nvSpPr>
            <p:cNvPr id="10775" name="Google Shape;10775;p63"/>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3"/>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3"/>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3"/>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3"/>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0" name="Google Shape;10780;p63"/>
          <p:cNvGrpSpPr/>
          <p:nvPr/>
        </p:nvGrpSpPr>
        <p:grpSpPr>
          <a:xfrm>
            <a:off x="1309875" y="1881876"/>
            <a:ext cx="374154" cy="169680"/>
            <a:chOff x="1309875" y="2057326"/>
            <a:chExt cx="374154" cy="169680"/>
          </a:xfrm>
        </p:grpSpPr>
        <p:sp>
          <p:nvSpPr>
            <p:cNvPr id="10781" name="Google Shape;10781;p63"/>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3"/>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3"/>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3"/>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3"/>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3"/>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3"/>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3"/>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3"/>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3"/>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3"/>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2" name="Google Shape;10792;p63"/>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3" name="Google Shape;10793;p63"/>
          <p:cNvGrpSpPr/>
          <p:nvPr/>
        </p:nvGrpSpPr>
        <p:grpSpPr>
          <a:xfrm>
            <a:off x="2347450" y="1779114"/>
            <a:ext cx="113639" cy="373168"/>
            <a:chOff x="2347450" y="1954564"/>
            <a:chExt cx="113639" cy="373168"/>
          </a:xfrm>
        </p:grpSpPr>
        <p:sp>
          <p:nvSpPr>
            <p:cNvPr id="10794" name="Google Shape;10794;p63"/>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3"/>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6" name="Google Shape;10796;p63"/>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7" name="Google Shape;10797;p63"/>
          <p:cNvGrpSpPr/>
          <p:nvPr/>
        </p:nvGrpSpPr>
        <p:grpSpPr>
          <a:xfrm>
            <a:off x="3110102" y="1324430"/>
            <a:ext cx="330613" cy="358379"/>
            <a:chOff x="3110102" y="1499880"/>
            <a:chExt cx="330613" cy="358379"/>
          </a:xfrm>
        </p:grpSpPr>
        <p:sp>
          <p:nvSpPr>
            <p:cNvPr id="10798" name="Google Shape;10798;p63"/>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3"/>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3"/>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3"/>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3"/>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3"/>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3"/>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5" name="Google Shape;10805;p63"/>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6" name="Google Shape;10806;p63"/>
          <p:cNvGrpSpPr/>
          <p:nvPr/>
        </p:nvGrpSpPr>
        <p:grpSpPr>
          <a:xfrm>
            <a:off x="3485575" y="1824309"/>
            <a:ext cx="373772" cy="284050"/>
            <a:chOff x="3531200" y="1999759"/>
            <a:chExt cx="373772" cy="284050"/>
          </a:xfrm>
        </p:grpSpPr>
        <p:sp>
          <p:nvSpPr>
            <p:cNvPr id="10807" name="Google Shape;10807;p63"/>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3"/>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3"/>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3"/>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63"/>
          <p:cNvGrpSpPr/>
          <p:nvPr/>
        </p:nvGrpSpPr>
        <p:grpSpPr>
          <a:xfrm>
            <a:off x="2667058" y="1324843"/>
            <a:ext cx="330231" cy="359015"/>
            <a:chOff x="2667058" y="1500293"/>
            <a:chExt cx="330231" cy="359015"/>
          </a:xfrm>
        </p:grpSpPr>
        <p:sp>
          <p:nvSpPr>
            <p:cNvPr id="10812" name="Google Shape;10812;p63"/>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3"/>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3"/>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3"/>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3"/>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3"/>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3"/>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3"/>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3"/>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3"/>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3"/>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3"/>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3"/>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3"/>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3"/>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3"/>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3"/>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3"/>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0" name="Google Shape;10830;p63"/>
          <p:cNvGrpSpPr/>
          <p:nvPr/>
        </p:nvGrpSpPr>
        <p:grpSpPr>
          <a:xfrm>
            <a:off x="3567553" y="1324462"/>
            <a:ext cx="320022" cy="359778"/>
            <a:chOff x="3567553" y="1499912"/>
            <a:chExt cx="320022" cy="359778"/>
          </a:xfrm>
        </p:grpSpPr>
        <p:sp>
          <p:nvSpPr>
            <p:cNvPr id="10831" name="Google Shape;10831;p63"/>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3"/>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3"/>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3"/>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3"/>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3"/>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7" name="Google Shape;10837;p63"/>
          <p:cNvGrpSpPr/>
          <p:nvPr/>
        </p:nvGrpSpPr>
        <p:grpSpPr>
          <a:xfrm>
            <a:off x="1309875" y="1324462"/>
            <a:ext cx="359015" cy="358633"/>
            <a:chOff x="1309875" y="1499912"/>
            <a:chExt cx="359015" cy="358633"/>
          </a:xfrm>
        </p:grpSpPr>
        <p:sp>
          <p:nvSpPr>
            <p:cNvPr id="10838" name="Google Shape;10838;p63"/>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3"/>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3"/>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3"/>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3"/>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3"/>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3"/>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3"/>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3"/>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63"/>
          <p:cNvGrpSpPr/>
          <p:nvPr/>
        </p:nvGrpSpPr>
        <p:grpSpPr>
          <a:xfrm>
            <a:off x="2219466" y="1324843"/>
            <a:ext cx="330613" cy="359015"/>
            <a:chOff x="2219466" y="1500293"/>
            <a:chExt cx="330613" cy="359015"/>
          </a:xfrm>
        </p:grpSpPr>
        <p:sp>
          <p:nvSpPr>
            <p:cNvPr id="10848" name="Google Shape;10848;p63"/>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3"/>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0" name="Google Shape;10850;p63"/>
          <p:cNvGrpSpPr/>
          <p:nvPr/>
        </p:nvGrpSpPr>
        <p:grpSpPr>
          <a:xfrm>
            <a:off x="5343544" y="1333908"/>
            <a:ext cx="244676" cy="351095"/>
            <a:chOff x="5343544" y="1509358"/>
            <a:chExt cx="244676" cy="351095"/>
          </a:xfrm>
        </p:grpSpPr>
        <p:sp>
          <p:nvSpPr>
            <p:cNvPr id="10851" name="Google Shape;10851;p63"/>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3"/>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3"/>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63"/>
          <p:cNvGrpSpPr/>
          <p:nvPr/>
        </p:nvGrpSpPr>
        <p:grpSpPr>
          <a:xfrm>
            <a:off x="4882340" y="1333908"/>
            <a:ext cx="246171" cy="351095"/>
            <a:chOff x="4882340" y="1509358"/>
            <a:chExt cx="246171" cy="351095"/>
          </a:xfrm>
        </p:grpSpPr>
        <p:sp>
          <p:nvSpPr>
            <p:cNvPr id="10855" name="Google Shape;10855;p63"/>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3"/>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3"/>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3"/>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3"/>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3"/>
          <p:cNvGrpSpPr/>
          <p:nvPr/>
        </p:nvGrpSpPr>
        <p:grpSpPr>
          <a:xfrm>
            <a:off x="6273204" y="1333558"/>
            <a:ext cx="236343" cy="351445"/>
            <a:chOff x="6273204" y="1509008"/>
            <a:chExt cx="236343" cy="351445"/>
          </a:xfrm>
        </p:grpSpPr>
        <p:sp>
          <p:nvSpPr>
            <p:cNvPr id="10861" name="Google Shape;10861;p63"/>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3"/>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3" name="Google Shape;10863;p63"/>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4" name="Google Shape;10864;p63"/>
          <p:cNvGrpSpPr/>
          <p:nvPr/>
        </p:nvGrpSpPr>
        <p:grpSpPr>
          <a:xfrm>
            <a:off x="7219530" y="1332794"/>
            <a:ext cx="191625" cy="352209"/>
            <a:chOff x="7219530" y="1508244"/>
            <a:chExt cx="191625" cy="352209"/>
          </a:xfrm>
        </p:grpSpPr>
        <p:sp>
          <p:nvSpPr>
            <p:cNvPr id="10865" name="Google Shape;10865;p63"/>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3"/>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7" name="Google Shape;10867;p63"/>
          <p:cNvGrpSpPr/>
          <p:nvPr/>
        </p:nvGrpSpPr>
        <p:grpSpPr>
          <a:xfrm>
            <a:off x="7699309" y="1333176"/>
            <a:ext cx="154922" cy="351827"/>
            <a:chOff x="7699309" y="1508626"/>
            <a:chExt cx="154922" cy="351827"/>
          </a:xfrm>
        </p:grpSpPr>
        <p:sp>
          <p:nvSpPr>
            <p:cNvPr id="10868" name="Google Shape;10868;p63"/>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3"/>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3"/>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3"/>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3"/>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3"/>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3"/>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5" name="Google Shape;10875;p63"/>
          <p:cNvGrpSpPr/>
          <p:nvPr/>
        </p:nvGrpSpPr>
        <p:grpSpPr>
          <a:xfrm>
            <a:off x="8161690" y="1333558"/>
            <a:ext cx="153396" cy="351064"/>
            <a:chOff x="8161690" y="1509008"/>
            <a:chExt cx="153396" cy="351064"/>
          </a:xfrm>
        </p:grpSpPr>
        <p:sp>
          <p:nvSpPr>
            <p:cNvPr id="10876" name="Google Shape;10876;p63"/>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3"/>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3"/>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3"/>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0" name="Google Shape;10880;p63"/>
          <p:cNvGrpSpPr/>
          <p:nvPr/>
        </p:nvGrpSpPr>
        <p:grpSpPr>
          <a:xfrm>
            <a:off x="6746940" y="1333431"/>
            <a:ext cx="213221" cy="352304"/>
            <a:chOff x="6746940" y="1508881"/>
            <a:chExt cx="213221" cy="352304"/>
          </a:xfrm>
        </p:grpSpPr>
        <p:sp>
          <p:nvSpPr>
            <p:cNvPr id="10881" name="Google Shape;10881;p63"/>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3"/>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3"/>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3"/>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63"/>
          <p:cNvGrpSpPr/>
          <p:nvPr/>
        </p:nvGrpSpPr>
        <p:grpSpPr>
          <a:xfrm>
            <a:off x="5770336" y="1832165"/>
            <a:ext cx="350682" cy="292097"/>
            <a:chOff x="5770336" y="2007615"/>
            <a:chExt cx="350682" cy="292097"/>
          </a:xfrm>
        </p:grpSpPr>
        <p:sp>
          <p:nvSpPr>
            <p:cNvPr id="10886" name="Google Shape;10886;p63"/>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3"/>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3"/>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3"/>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0" name="Google Shape;10890;p63"/>
          <p:cNvGrpSpPr/>
          <p:nvPr/>
        </p:nvGrpSpPr>
        <p:grpSpPr>
          <a:xfrm>
            <a:off x="5326878" y="1804908"/>
            <a:ext cx="350332" cy="346229"/>
            <a:chOff x="5326878" y="1980358"/>
            <a:chExt cx="350332" cy="346229"/>
          </a:xfrm>
        </p:grpSpPr>
        <p:sp>
          <p:nvSpPr>
            <p:cNvPr id="10891" name="Google Shape;10891;p63"/>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3"/>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3"/>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3"/>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5" name="Google Shape;10895;p63"/>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6" name="Google Shape;10896;p63"/>
          <p:cNvGrpSpPr/>
          <p:nvPr/>
        </p:nvGrpSpPr>
        <p:grpSpPr>
          <a:xfrm>
            <a:off x="4883835" y="1817121"/>
            <a:ext cx="350300" cy="323043"/>
            <a:chOff x="4883835" y="1992571"/>
            <a:chExt cx="350300" cy="323043"/>
          </a:xfrm>
        </p:grpSpPr>
        <p:sp>
          <p:nvSpPr>
            <p:cNvPr id="10897" name="Google Shape;10897;p63"/>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3"/>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3"/>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3"/>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3"/>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3"/>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3" name="Google Shape;10903;p63"/>
          <p:cNvGrpSpPr/>
          <p:nvPr/>
        </p:nvGrpSpPr>
        <p:grpSpPr>
          <a:xfrm>
            <a:off x="7548967" y="1803477"/>
            <a:ext cx="333285" cy="349950"/>
            <a:chOff x="7548967" y="1978927"/>
            <a:chExt cx="333285" cy="349950"/>
          </a:xfrm>
        </p:grpSpPr>
        <p:sp>
          <p:nvSpPr>
            <p:cNvPr id="10904" name="Google Shape;10904;p63"/>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3"/>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3"/>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3"/>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3"/>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3"/>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3"/>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1" name="Google Shape;10911;p63"/>
          <p:cNvGrpSpPr/>
          <p:nvPr/>
        </p:nvGrpSpPr>
        <p:grpSpPr>
          <a:xfrm>
            <a:off x="6214142" y="1803477"/>
            <a:ext cx="346515" cy="350300"/>
            <a:chOff x="6214142" y="1978927"/>
            <a:chExt cx="346515" cy="350300"/>
          </a:xfrm>
        </p:grpSpPr>
        <p:sp>
          <p:nvSpPr>
            <p:cNvPr id="10912" name="Google Shape;10912;p63"/>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3"/>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4" name="Google Shape;10914;p63"/>
          <p:cNvGrpSpPr/>
          <p:nvPr/>
        </p:nvGrpSpPr>
        <p:grpSpPr>
          <a:xfrm>
            <a:off x="7105923" y="1803095"/>
            <a:ext cx="333285" cy="350682"/>
            <a:chOff x="7105923" y="1978545"/>
            <a:chExt cx="333285" cy="350682"/>
          </a:xfrm>
        </p:grpSpPr>
        <p:sp>
          <p:nvSpPr>
            <p:cNvPr id="10915" name="Google Shape;10915;p63"/>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3"/>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3"/>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3"/>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3"/>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3"/>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3"/>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2" name="Google Shape;10922;p63"/>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3"/>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4" name="Google Shape;10924;p63"/>
          <p:cNvGrpSpPr/>
          <p:nvPr/>
        </p:nvGrpSpPr>
        <p:grpSpPr>
          <a:xfrm>
            <a:off x="3616406" y="2246902"/>
            <a:ext cx="203393" cy="351827"/>
            <a:chOff x="3616406" y="2422352"/>
            <a:chExt cx="203393" cy="351827"/>
          </a:xfrm>
        </p:grpSpPr>
        <p:sp>
          <p:nvSpPr>
            <p:cNvPr id="10925" name="Google Shape;10925;p63"/>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3"/>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7" name="Google Shape;10927;p63"/>
          <p:cNvGrpSpPr/>
          <p:nvPr/>
        </p:nvGrpSpPr>
        <p:grpSpPr>
          <a:xfrm>
            <a:off x="878187" y="2246520"/>
            <a:ext cx="272696" cy="351827"/>
            <a:chOff x="913012" y="2421970"/>
            <a:chExt cx="272696" cy="351827"/>
          </a:xfrm>
        </p:grpSpPr>
        <p:sp>
          <p:nvSpPr>
            <p:cNvPr id="10928" name="Google Shape;10928;p63"/>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3"/>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3"/>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3"/>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2" name="Google Shape;10932;p63"/>
          <p:cNvGrpSpPr/>
          <p:nvPr/>
        </p:nvGrpSpPr>
        <p:grpSpPr>
          <a:xfrm>
            <a:off x="2274743" y="2246902"/>
            <a:ext cx="255649" cy="351445"/>
            <a:chOff x="2274743" y="2422352"/>
            <a:chExt cx="255649" cy="351445"/>
          </a:xfrm>
        </p:grpSpPr>
        <p:sp>
          <p:nvSpPr>
            <p:cNvPr id="10933" name="Google Shape;10933;p63"/>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3"/>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3"/>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63"/>
          <p:cNvGrpSpPr/>
          <p:nvPr/>
        </p:nvGrpSpPr>
        <p:grpSpPr>
          <a:xfrm>
            <a:off x="2708723" y="2245789"/>
            <a:ext cx="246552" cy="352558"/>
            <a:chOff x="2708723" y="2421239"/>
            <a:chExt cx="246552" cy="352558"/>
          </a:xfrm>
        </p:grpSpPr>
        <p:sp>
          <p:nvSpPr>
            <p:cNvPr id="10937" name="Google Shape;10937;p63"/>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3"/>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9" name="Google Shape;10939;p63"/>
          <p:cNvGrpSpPr/>
          <p:nvPr/>
        </p:nvGrpSpPr>
        <p:grpSpPr>
          <a:xfrm>
            <a:off x="1835485" y="2246902"/>
            <a:ext cx="259433" cy="350714"/>
            <a:chOff x="1835485" y="2422352"/>
            <a:chExt cx="259433" cy="350714"/>
          </a:xfrm>
        </p:grpSpPr>
        <p:sp>
          <p:nvSpPr>
            <p:cNvPr id="10940" name="Google Shape;10940;p63"/>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3"/>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3"/>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63"/>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3"/>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3"/>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3"/>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7" name="Google Shape;10947;p63"/>
          <p:cNvGrpSpPr/>
          <p:nvPr/>
        </p:nvGrpSpPr>
        <p:grpSpPr>
          <a:xfrm>
            <a:off x="3150240" y="2246902"/>
            <a:ext cx="212489" cy="351445"/>
            <a:chOff x="3150240" y="2422352"/>
            <a:chExt cx="212489" cy="351445"/>
          </a:xfrm>
        </p:grpSpPr>
        <p:sp>
          <p:nvSpPr>
            <p:cNvPr id="10948" name="Google Shape;10948;p63"/>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3"/>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0" name="Google Shape;10950;p63"/>
          <p:cNvGrpSpPr/>
          <p:nvPr/>
        </p:nvGrpSpPr>
        <p:grpSpPr>
          <a:xfrm>
            <a:off x="1367060" y="2246679"/>
            <a:ext cx="269261" cy="352050"/>
            <a:chOff x="1367060" y="2422129"/>
            <a:chExt cx="269261" cy="352050"/>
          </a:xfrm>
        </p:grpSpPr>
        <p:sp>
          <p:nvSpPr>
            <p:cNvPr id="10951" name="Google Shape;10951;p63"/>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3"/>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3"/>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3"/>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3"/>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3"/>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3"/>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3"/>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3"/>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3"/>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3"/>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3"/>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3"/>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3"/>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5" name="Google Shape;10965;p63"/>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6" name="Google Shape;10966;p63"/>
          <p:cNvGrpSpPr/>
          <p:nvPr/>
        </p:nvGrpSpPr>
        <p:grpSpPr>
          <a:xfrm>
            <a:off x="4882690" y="2249955"/>
            <a:ext cx="274573" cy="350682"/>
            <a:chOff x="4882690" y="2425405"/>
            <a:chExt cx="274573" cy="350682"/>
          </a:xfrm>
        </p:grpSpPr>
        <p:sp>
          <p:nvSpPr>
            <p:cNvPr id="10967" name="Google Shape;10967;p63"/>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3"/>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9" name="Google Shape;10969;p63"/>
          <p:cNvGrpSpPr/>
          <p:nvPr/>
        </p:nvGrpSpPr>
        <p:grpSpPr>
          <a:xfrm>
            <a:off x="6627639" y="2268434"/>
            <a:ext cx="355993" cy="313247"/>
            <a:chOff x="6627639" y="2443884"/>
            <a:chExt cx="355993" cy="313247"/>
          </a:xfrm>
        </p:grpSpPr>
        <p:sp>
          <p:nvSpPr>
            <p:cNvPr id="10970" name="Google Shape;10970;p63"/>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3"/>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3"/>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3" name="Google Shape;10973;p63"/>
          <p:cNvGrpSpPr/>
          <p:nvPr/>
        </p:nvGrpSpPr>
        <p:grpSpPr>
          <a:xfrm>
            <a:off x="6183451" y="2286690"/>
            <a:ext cx="351445" cy="277976"/>
            <a:chOff x="6183451" y="2462140"/>
            <a:chExt cx="351445" cy="277976"/>
          </a:xfrm>
        </p:grpSpPr>
        <p:sp>
          <p:nvSpPr>
            <p:cNvPr id="10974" name="Google Shape;10974;p63"/>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3"/>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3"/>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3"/>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3"/>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3"/>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3"/>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1" name="Google Shape;10981;p63"/>
          <p:cNvGrpSpPr/>
          <p:nvPr/>
        </p:nvGrpSpPr>
        <p:grpSpPr>
          <a:xfrm>
            <a:off x="5735477" y="2254408"/>
            <a:ext cx="353354" cy="341299"/>
            <a:chOff x="5735477" y="2429858"/>
            <a:chExt cx="353354" cy="341299"/>
          </a:xfrm>
        </p:grpSpPr>
        <p:sp>
          <p:nvSpPr>
            <p:cNvPr id="10982" name="Google Shape;10982;p63"/>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3"/>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3"/>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3"/>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3"/>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3"/>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8" name="Google Shape;10988;p63"/>
          <p:cNvGrpSpPr/>
          <p:nvPr/>
        </p:nvGrpSpPr>
        <p:grpSpPr>
          <a:xfrm>
            <a:off x="5243735" y="2271523"/>
            <a:ext cx="405255" cy="275499"/>
            <a:chOff x="5283337" y="2478774"/>
            <a:chExt cx="358633" cy="243913"/>
          </a:xfrm>
        </p:grpSpPr>
        <p:sp>
          <p:nvSpPr>
            <p:cNvPr id="10989" name="Google Shape;10989;p63"/>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3"/>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3"/>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3"/>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3"/>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3"/>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3"/>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3"/>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3"/>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3"/>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3"/>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3"/>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3"/>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3"/>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3"/>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3"/>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3"/>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6" name="Google Shape;11006;p63"/>
          <p:cNvGrpSpPr/>
          <p:nvPr/>
        </p:nvGrpSpPr>
        <p:grpSpPr>
          <a:xfrm>
            <a:off x="7964753" y="2295373"/>
            <a:ext cx="362068" cy="258670"/>
            <a:chOff x="7964753" y="2470823"/>
            <a:chExt cx="362068" cy="258670"/>
          </a:xfrm>
        </p:grpSpPr>
        <p:sp>
          <p:nvSpPr>
            <p:cNvPr id="11007" name="Google Shape;11007;p63"/>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3"/>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3"/>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3"/>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3"/>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3"/>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3"/>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3"/>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3"/>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63"/>
          <p:cNvGrpSpPr/>
          <p:nvPr/>
        </p:nvGrpSpPr>
        <p:grpSpPr>
          <a:xfrm>
            <a:off x="7524349" y="2280997"/>
            <a:ext cx="350332" cy="288948"/>
            <a:chOff x="7524349" y="2456447"/>
            <a:chExt cx="350332" cy="288948"/>
          </a:xfrm>
        </p:grpSpPr>
        <p:sp>
          <p:nvSpPr>
            <p:cNvPr id="11017" name="Google Shape;11017;p63"/>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3"/>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3"/>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3"/>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3"/>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63"/>
          <p:cNvGrpSpPr/>
          <p:nvPr/>
        </p:nvGrpSpPr>
        <p:grpSpPr>
          <a:xfrm>
            <a:off x="3972749" y="2719143"/>
            <a:ext cx="355230" cy="356725"/>
            <a:chOff x="3972749" y="2894211"/>
            <a:chExt cx="355230" cy="356725"/>
          </a:xfrm>
        </p:grpSpPr>
        <p:sp>
          <p:nvSpPr>
            <p:cNvPr id="11023" name="Google Shape;11023;p63"/>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3"/>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3"/>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3"/>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3"/>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63"/>
          <p:cNvGrpSpPr/>
          <p:nvPr/>
        </p:nvGrpSpPr>
        <p:grpSpPr>
          <a:xfrm>
            <a:off x="3527797" y="2743553"/>
            <a:ext cx="355993" cy="307904"/>
            <a:chOff x="3527797" y="2918796"/>
            <a:chExt cx="355993" cy="307904"/>
          </a:xfrm>
        </p:grpSpPr>
        <p:sp>
          <p:nvSpPr>
            <p:cNvPr id="11029" name="Google Shape;11029;p63"/>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3"/>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3"/>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3"/>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3"/>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3"/>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3"/>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3"/>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3"/>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3"/>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63"/>
          <p:cNvGrpSpPr/>
          <p:nvPr/>
        </p:nvGrpSpPr>
        <p:grpSpPr>
          <a:xfrm>
            <a:off x="3082845" y="2746336"/>
            <a:ext cx="356375" cy="302338"/>
            <a:chOff x="3082845" y="2920959"/>
            <a:chExt cx="356375" cy="302338"/>
          </a:xfrm>
        </p:grpSpPr>
        <p:sp>
          <p:nvSpPr>
            <p:cNvPr id="11040" name="Google Shape;11040;p63"/>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3"/>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63"/>
          <p:cNvGrpSpPr/>
          <p:nvPr/>
        </p:nvGrpSpPr>
        <p:grpSpPr>
          <a:xfrm>
            <a:off x="2639038" y="2719699"/>
            <a:ext cx="355612" cy="355612"/>
            <a:chOff x="2639038" y="2894942"/>
            <a:chExt cx="355612" cy="355612"/>
          </a:xfrm>
        </p:grpSpPr>
        <p:sp>
          <p:nvSpPr>
            <p:cNvPr id="11043" name="Google Shape;11043;p63"/>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3"/>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5" name="Google Shape;11045;p63"/>
          <p:cNvGrpSpPr/>
          <p:nvPr/>
        </p:nvGrpSpPr>
        <p:grpSpPr>
          <a:xfrm>
            <a:off x="2194468" y="2763622"/>
            <a:ext cx="355993" cy="267766"/>
            <a:chOff x="2194468" y="2938865"/>
            <a:chExt cx="355993" cy="267766"/>
          </a:xfrm>
        </p:grpSpPr>
        <p:sp>
          <p:nvSpPr>
            <p:cNvPr id="11046" name="Google Shape;11046;p63"/>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3"/>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3"/>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3"/>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3"/>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3"/>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3"/>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3"/>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3"/>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3"/>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3"/>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3"/>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3"/>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3"/>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3"/>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3"/>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3"/>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3"/>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3"/>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3"/>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6" name="Google Shape;11066;p63"/>
          <p:cNvGrpSpPr/>
          <p:nvPr/>
        </p:nvGrpSpPr>
        <p:grpSpPr>
          <a:xfrm>
            <a:off x="1749897" y="2719699"/>
            <a:ext cx="355993" cy="355612"/>
            <a:chOff x="1749897" y="2894561"/>
            <a:chExt cx="355993" cy="355612"/>
          </a:xfrm>
        </p:grpSpPr>
        <p:sp>
          <p:nvSpPr>
            <p:cNvPr id="11067" name="Google Shape;11067;p63"/>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3"/>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3"/>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3"/>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3"/>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3"/>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3"/>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3"/>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3"/>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3"/>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3"/>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8" name="Google Shape;11078;p63"/>
          <p:cNvGrpSpPr/>
          <p:nvPr/>
        </p:nvGrpSpPr>
        <p:grpSpPr>
          <a:xfrm>
            <a:off x="1305327" y="2718761"/>
            <a:ext cx="357520" cy="357488"/>
            <a:chOff x="1305327" y="2894211"/>
            <a:chExt cx="357520" cy="357488"/>
          </a:xfrm>
        </p:grpSpPr>
        <p:sp>
          <p:nvSpPr>
            <p:cNvPr id="11079" name="Google Shape;11079;p63"/>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3"/>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3"/>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3"/>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3"/>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4" name="Google Shape;11084;p63"/>
          <p:cNvGrpSpPr/>
          <p:nvPr/>
        </p:nvGrpSpPr>
        <p:grpSpPr>
          <a:xfrm>
            <a:off x="853950" y="2720860"/>
            <a:ext cx="364104" cy="353290"/>
            <a:chOff x="853950" y="2894720"/>
            <a:chExt cx="364104" cy="353290"/>
          </a:xfrm>
        </p:grpSpPr>
        <p:sp>
          <p:nvSpPr>
            <p:cNvPr id="11085" name="Google Shape;11085;p63"/>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3"/>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3"/>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63"/>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3"/>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3"/>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3"/>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2" name="Google Shape;11092;p63"/>
          <p:cNvGrpSpPr/>
          <p:nvPr/>
        </p:nvGrpSpPr>
        <p:grpSpPr>
          <a:xfrm>
            <a:off x="7066548" y="2737144"/>
            <a:ext cx="352209" cy="334938"/>
            <a:chOff x="7066548" y="2912594"/>
            <a:chExt cx="352209" cy="334938"/>
          </a:xfrm>
        </p:grpSpPr>
        <p:sp>
          <p:nvSpPr>
            <p:cNvPr id="11093" name="Google Shape;11093;p63"/>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3"/>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3"/>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3"/>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3"/>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3"/>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63"/>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3"/>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1" name="Google Shape;11101;p63"/>
          <p:cNvGrpSpPr/>
          <p:nvPr/>
        </p:nvGrpSpPr>
        <p:grpSpPr>
          <a:xfrm>
            <a:off x="7541397" y="2729352"/>
            <a:ext cx="318495" cy="352209"/>
            <a:chOff x="7541397" y="2904802"/>
            <a:chExt cx="318495" cy="352209"/>
          </a:xfrm>
        </p:grpSpPr>
        <p:sp>
          <p:nvSpPr>
            <p:cNvPr id="11102" name="Google Shape;11102;p63"/>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3"/>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4" name="Google Shape;11104;p63"/>
          <p:cNvGrpSpPr/>
          <p:nvPr/>
        </p:nvGrpSpPr>
        <p:grpSpPr>
          <a:xfrm>
            <a:off x="8003015" y="2728589"/>
            <a:ext cx="306759" cy="351445"/>
            <a:chOff x="8003015" y="2904039"/>
            <a:chExt cx="306759" cy="351445"/>
          </a:xfrm>
        </p:grpSpPr>
        <p:sp>
          <p:nvSpPr>
            <p:cNvPr id="11105" name="Google Shape;11105;p63"/>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3"/>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3"/>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3"/>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3"/>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3"/>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63"/>
          <p:cNvGrpSpPr/>
          <p:nvPr/>
        </p:nvGrpSpPr>
        <p:grpSpPr>
          <a:xfrm>
            <a:off x="5687770" y="2710046"/>
            <a:ext cx="369638" cy="369606"/>
            <a:chOff x="5687770" y="2885496"/>
            <a:chExt cx="369638" cy="369606"/>
          </a:xfrm>
        </p:grpSpPr>
        <p:sp>
          <p:nvSpPr>
            <p:cNvPr id="11112" name="Google Shape;11112;p63"/>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3"/>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3"/>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3"/>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3"/>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3"/>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3"/>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3"/>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3"/>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3"/>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63"/>
          <p:cNvGrpSpPr/>
          <p:nvPr/>
        </p:nvGrpSpPr>
        <p:grpSpPr>
          <a:xfrm>
            <a:off x="4881958" y="2729352"/>
            <a:ext cx="156417" cy="349537"/>
            <a:chOff x="4881958" y="2904802"/>
            <a:chExt cx="156417" cy="349537"/>
          </a:xfrm>
        </p:grpSpPr>
        <p:sp>
          <p:nvSpPr>
            <p:cNvPr id="11123" name="Google Shape;11123;p63"/>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3"/>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3"/>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3"/>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3"/>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3"/>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3"/>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0" name="Google Shape;11130;p63"/>
          <p:cNvGrpSpPr/>
          <p:nvPr/>
        </p:nvGrpSpPr>
        <p:grpSpPr>
          <a:xfrm>
            <a:off x="5230318" y="2711064"/>
            <a:ext cx="371133" cy="367443"/>
            <a:chOff x="5230318" y="2886514"/>
            <a:chExt cx="371133" cy="367443"/>
          </a:xfrm>
        </p:grpSpPr>
        <p:sp>
          <p:nvSpPr>
            <p:cNvPr id="11131" name="Google Shape;11131;p63"/>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3"/>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3"/>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3"/>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3"/>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3"/>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3"/>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3"/>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3"/>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63"/>
          <p:cNvGrpSpPr/>
          <p:nvPr/>
        </p:nvGrpSpPr>
        <p:grpSpPr>
          <a:xfrm>
            <a:off x="5748358" y="3259128"/>
            <a:ext cx="352590" cy="182561"/>
            <a:chOff x="5748358" y="3434578"/>
            <a:chExt cx="352590" cy="182561"/>
          </a:xfrm>
        </p:grpSpPr>
        <p:sp>
          <p:nvSpPr>
            <p:cNvPr id="11141" name="Google Shape;11141;p63"/>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3"/>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3"/>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3"/>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3"/>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3"/>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7" name="Google Shape;11147;p63"/>
          <p:cNvGrpSpPr/>
          <p:nvPr/>
        </p:nvGrpSpPr>
        <p:grpSpPr>
          <a:xfrm>
            <a:off x="862283" y="4099321"/>
            <a:ext cx="341204" cy="359301"/>
            <a:chOff x="862283" y="4274771"/>
            <a:chExt cx="341204" cy="359301"/>
          </a:xfrm>
        </p:grpSpPr>
        <p:sp>
          <p:nvSpPr>
            <p:cNvPr id="11148" name="Google Shape;11148;p63"/>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3"/>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3"/>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1" name="Google Shape;11151;p63"/>
          <p:cNvGrpSpPr/>
          <p:nvPr/>
        </p:nvGrpSpPr>
        <p:grpSpPr>
          <a:xfrm>
            <a:off x="1396957" y="4111915"/>
            <a:ext cx="301861" cy="332871"/>
            <a:chOff x="1396957" y="4287365"/>
            <a:chExt cx="301861" cy="332871"/>
          </a:xfrm>
        </p:grpSpPr>
        <p:sp>
          <p:nvSpPr>
            <p:cNvPr id="11152" name="Google Shape;11152;p63"/>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3"/>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3"/>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3"/>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3"/>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63"/>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3"/>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3"/>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3"/>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3"/>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3"/>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3"/>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3"/>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3"/>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3"/>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63"/>
          <p:cNvGrpSpPr/>
          <p:nvPr/>
        </p:nvGrpSpPr>
        <p:grpSpPr>
          <a:xfrm>
            <a:off x="1865381" y="4102056"/>
            <a:ext cx="396131" cy="355612"/>
            <a:chOff x="1865381" y="4277506"/>
            <a:chExt cx="396131" cy="355612"/>
          </a:xfrm>
        </p:grpSpPr>
        <p:sp>
          <p:nvSpPr>
            <p:cNvPr id="11168" name="Google Shape;11168;p63"/>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3"/>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3"/>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3"/>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3"/>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3"/>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63"/>
          <p:cNvGrpSpPr/>
          <p:nvPr/>
        </p:nvGrpSpPr>
        <p:grpSpPr>
          <a:xfrm>
            <a:off x="2411823" y="4128549"/>
            <a:ext cx="334398" cy="299953"/>
            <a:chOff x="2411823" y="4303999"/>
            <a:chExt cx="334398" cy="299953"/>
          </a:xfrm>
        </p:grpSpPr>
        <p:sp>
          <p:nvSpPr>
            <p:cNvPr id="11175" name="Google Shape;11175;p63"/>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3"/>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3"/>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3"/>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3"/>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3"/>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3"/>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2" name="Google Shape;11182;p63"/>
          <p:cNvGrpSpPr/>
          <p:nvPr/>
        </p:nvGrpSpPr>
        <p:grpSpPr>
          <a:xfrm>
            <a:off x="2903337" y="4103582"/>
            <a:ext cx="382519" cy="350682"/>
            <a:chOff x="2903337" y="4279032"/>
            <a:chExt cx="382519" cy="350682"/>
          </a:xfrm>
        </p:grpSpPr>
        <p:sp>
          <p:nvSpPr>
            <p:cNvPr id="11183" name="Google Shape;11183;p63"/>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3"/>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3"/>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3"/>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3"/>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3"/>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3"/>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3"/>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3"/>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3"/>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3"/>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3"/>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3"/>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3"/>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3"/>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63"/>
          <p:cNvGrpSpPr/>
          <p:nvPr/>
        </p:nvGrpSpPr>
        <p:grpSpPr>
          <a:xfrm>
            <a:off x="3933342" y="4140317"/>
            <a:ext cx="383632" cy="276449"/>
            <a:chOff x="3933342" y="4315767"/>
            <a:chExt cx="383632" cy="276449"/>
          </a:xfrm>
        </p:grpSpPr>
        <p:sp>
          <p:nvSpPr>
            <p:cNvPr id="11199" name="Google Shape;11199;p63"/>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3"/>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3"/>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3"/>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3"/>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3"/>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5" name="Google Shape;11205;p63"/>
          <p:cNvGrpSpPr/>
          <p:nvPr/>
        </p:nvGrpSpPr>
        <p:grpSpPr>
          <a:xfrm>
            <a:off x="3441065" y="4127055"/>
            <a:ext cx="337069" cy="302593"/>
            <a:chOff x="3441065" y="4302505"/>
            <a:chExt cx="337069" cy="302593"/>
          </a:xfrm>
        </p:grpSpPr>
        <p:sp>
          <p:nvSpPr>
            <p:cNvPr id="11206" name="Google Shape;11206;p63"/>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3"/>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3"/>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3"/>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3"/>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63"/>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3"/>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3"/>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3"/>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3"/>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3"/>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3"/>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3"/>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63"/>
          <p:cNvGrpSpPr/>
          <p:nvPr/>
        </p:nvGrpSpPr>
        <p:grpSpPr>
          <a:xfrm>
            <a:off x="3532345" y="3187185"/>
            <a:ext cx="339328" cy="336274"/>
            <a:chOff x="3532345" y="3362635"/>
            <a:chExt cx="339328" cy="336274"/>
          </a:xfrm>
        </p:grpSpPr>
        <p:sp>
          <p:nvSpPr>
            <p:cNvPr id="11220" name="Google Shape;11220;p63"/>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3"/>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3"/>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3"/>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3"/>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25" name="Google Shape;11225;p63"/>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26" name="Google Shape;11226;p63"/>
          <p:cNvGrpSpPr/>
          <p:nvPr/>
        </p:nvGrpSpPr>
        <p:grpSpPr>
          <a:xfrm>
            <a:off x="1883955" y="3633250"/>
            <a:ext cx="162873" cy="351445"/>
            <a:chOff x="1883955" y="3808700"/>
            <a:chExt cx="162873" cy="351445"/>
          </a:xfrm>
        </p:grpSpPr>
        <p:sp>
          <p:nvSpPr>
            <p:cNvPr id="11227" name="Google Shape;11227;p63"/>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3"/>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9" name="Google Shape;11229;p63"/>
          <p:cNvGrpSpPr/>
          <p:nvPr/>
        </p:nvGrpSpPr>
        <p:grpSpPr>
          <a:xfrm>
            <a:off x="939156" y="3633759"/>
            <a:ext cx="192007" cy="351318"/>
            <a:chOff x="939156" y="3809209"/>
            <a:chExt cx="192007" cy="351318"/>
          </a:xfrm>
        </p:grpSpPr>
        <p:sp>
          <p:nvSpPr>
            <p:cNvPr id="11230" name="Google Shape;11230;p63"/>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3"/>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2" name="Google Shape;11232;p63"/>
          <p:cNvGrpSpPr/>
          <p:nvPr/>
        </p:nvGrpSpPr>
        <p:grpSpPr>
          <a:xfrm>
            <a:off x="2306167" y="3634395"/>
            <a:ext cx="193915" cy="349155"/>
            <a:chOff x="2306167" y="3809845"/>
            <a:chExt cx="193915" cy="349155"/>
          </a:xfrm>
        </p:grpSpPr>
        <p:sp>
          <p:nvSpPr>
            <p:cNvPr id="11233" name="Google Shape;11233;p63"/>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3"/>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3"/>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3"/>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3"/>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3"/>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3"/>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63"/>
          <p:cNvGrpSpPr/>
          <p:nvPr/>
        </p:nvGrpSpPr>
        <p:grpSpPr>
          <a:xfrm>
            <a:off x="1323901" y="3631723"/>
            <a:ext cx="356343" cy="356757"/>
            <a:chOff x="1323901" y="3807173"/>
            <a:chExt cx="356343" cy="356757"/>
          </a:xfrm>
        </p:grpSpPr>
        <p:sp>
          <p:nvSpPr>
            <p:cNvPr id="11241" name="Google Shape;11241;p63"/>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3"/>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3"/>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3"/>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3"/>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3"/>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3"/>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3"/>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3"/>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3"/>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3"/>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3"/>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3"/>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3"/>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3"/>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3"/>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3"/>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3"/>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3"/>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3"/>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3"/>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3"/>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3"/>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3"/>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5" name="Google Shape;11265;p63"/>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6" name="Google Shape;11266;p63"/>
          <p:cNvGrpSpPr/>
          <p:nvPr/>
        </p:nvGrpSpPr>
        <p:grpSpPr>
          <a:xfrm>
            <a:off x="859262" y="3178470"/>
            <a:ext cx="306759" cy="351445"/>
            <a:chOff x="859262" y="3353920"/>
            <a:chExt cx="306759" cy="351445"/>
          </a:xfrm>
        </p:grpSpPr>
        <p:sp>
          <p:nvSpPr>
            <p:cNvPr id="11267" name="Google Shape;11267;p63"/>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3"/>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3"/>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3"/>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3"/>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2" name="Google Shape;11272;p63"/>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73" name="Google Shape;11273;p63"/>
          <p:cNvGrpSpPr/>
          <p:nvPr/>
        </p:nvGrpSpPr>
        <p:grpSpPr>
          <a:xfrm>
            <a:off x="3967437" y="3661652"/>
            <a:ext cx="364708" cy="295405"/>
            <a:chOff x="3967437" y="3837102"/>
            <a:chExt cx="364708" cy="295405"/>
          </a:xfrm>
        </p:grpSpPr>
        <p:sp>
          <p:nvSpPr>
            <p:cNvPr id="11274" name="Google Shape;11274;p63"/>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3"/>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3"/>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3"/>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3"/>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9" name="Google Shape;11279;p63"/>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3"/>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3"/>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2" name="Google Shape;11282;p63"/>
          <p:cNvGrpSpPr/>
          <p:nvPr/>
        </p:nvGrpSpPr>
        <p:grpSpPr>
          <a:xfrm>
            <a:off x="5811827" y="3631001"/>
            <a:ext cx="283743" cy="308444"/>
            <a:chOff x="5964227" y="3858701"/>
            <a:chExt cx="283743" cy="308444"/>
          </a:xfrm>
        </p:grpSpPr>
        <p:sp>
          <p:nvSpPr>
            <p:cNvPr id="11283" name="Google Shape;11283;p63"/>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3"/>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3"/>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3"/>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7" name="Google Shape;11287;p63"/>
          <p:cNvGrpSpPr/>
          <p:nvPr/>
        </p:nvGrpSpPr>
        <p:grpSpPr>
          <a:xfrm>
            <a:off x="6243508" y="3697623"/>
            <a:ext cx="320372" cy="213602"/>
            <a:chOff x="6395908" y="3873073"/>
            <a:chExt cx="320372" cy="213602"/>
          </a:xfrm>
        </p:grpSpPr>
        <p:sp>
          <p:nvSpPr>
            <p:cNvPr id="11288" name="Google Shape;11288;p63"/>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3"/>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3"/>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3"/>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3"/>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3"/>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3"/>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3"/>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3"/>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3"/>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63"/>
          <p:cNvGrpSpPr/>
          <p:nvPr/>
        </p:nvGrpSpPr>
        <p:grpSpPr>
          <a:xfrm>
            <a:off x="7262890" y="3627366"/>
            <a:ext cx="357138" cy="352018"/>
            <a:chOff x="7415290" y="3802816"/>
            <a:chExt cx="357138" cy="352018"/>
          </a:xfrm>
        </p:grpSpPr>
        <p:sp>
          <p:nvSpPr>
            <p:cNvPr id="11299" name="Google Shape;11299;p63"/>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3"/>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3"/>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3"/>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3"/>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3"/>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3"/>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3"/>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7" name="Google Shape;11307;p63"/>
          <p:cNvGrpSpPr/>
          <p:nvPr/>
        </p:nvGrpSpPr>
        <p:grpSpPr>
          <a:xfrm>
            <a:off x="6737312" y="3657963"/>
            <a:ext cx="355230" cy="293401"/>
            <a:chOff x="6889712" y="3833413"/>
            <a:chExt cx="355230" cy="293401"/>
          </a:xfrm>
        </p:grpSpPr>
        <p:sp>
          <p:nvSpPr>
            <p:cNvPr id="11308" name="Google Shape;11308;p63"/>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3"/>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3"/>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3"/>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3"/>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63"/>
          <p:cNvGrpSpPr/>
          <p:nvPr/>
        </p:nvGrpSpPr>
        <p:grpSpPr>
          <a:xfrm>
            <a:off x="7707152" y="3660420"/>
            <a:ext cx="282318" cy="337168"/>
            <a:chOff x="1635875" y="237775"/>
            <a:chExt cx="4370250" cy="5219325"/>
          </a:xfrm>
        </p:grpSpPr>
        <p:sp>
          <p:nvSpPr>
            <p:cNvPr id="11314" name="Google Shape;11314;p63"/>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3"/>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63"/>
          <p:cNvGrpSpPr/>
          <p:nvPr/>
        </p:nvGrpSpPr>
        <p:grpSpPr>
          <a:xfrm>
            <a:off x="3103963" y="3185690"/>
            <a:ext cx="297886" cy="337578"/>
            <a:chOff x="3103963" y="3361140"/>
            <a:chExt cx="297886" cy="337578"/>
          </a:xfrm>
        </p:grpSpPr>
        <p:sp>
          <p:nvSpPr>
            <p:cNvPr id="11317" name="Google Shape;11317;p63"/>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3"/>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3"/>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3"/>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3"/>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3"/>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3"/>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3"/>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3"/>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3"/>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3"/>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3"/>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3"/>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3"/>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3"/>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3"/>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3"/>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3"/>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63"/>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3"/>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3"/>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3"/>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3"/>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3"/>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63"/>
          <p:cNvGrpSpPr/>
          <p:nvPr/>
        </p:nvGrpSpPr>
        <p:grpSpPr>
          <a:xfrm>
            <a:off x="2667821" y="3185658"/>
            <a:ext cx="273046" cy="337801"/>
            <a:chOff x="2667821" y="3361108"/>
            <a:chExt cx="273046" cy="337801"/>
          </a:xfrm>
        </p:grpSpPr>
        <p:sp>
          <p:nvSpPr>
            <p:cNvPr id="11342" name="Google Shape;11342;p63"/>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3"/>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3"/>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3"/>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63"/>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3"/>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3"/>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3"/>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3"/>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3"/>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3"/>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3"/>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3"/>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3"/>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3"/>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3"/>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3"/>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3"/>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3"/>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1" name="Google Shape;11361;p63"/>
          <p:cNvGrpSpPr/>
          <p:nvPr/>
        </p:nvGrpSpPr>
        <p:grpSpPr>
          <a:xfrm>
            <a:off x="2212469" y="3184863"/>
            <a:ext cx="282715" cy="338660"/>
            <a:chOff x="2212469" y="3360313"/>
            <a:chExt cx="282715" cy="338660"/>
          </a:xfrm>
        </p:grpSpPr>
        <p:sp>
          <p:nvSpPr>
            <p:cNvPr id="11362" name="Google Shape;11362;p63"/>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3"/>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3"/>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5" name="Google Shape;11365;p63"/>
          <p:cNvGrpSpPr/>
          <p:nvPr/>
        </p:nvGrpSpPr>
        <p:grpSpPr>
          <a:xfrm>
            <a:off x="1768821" y="3185658"/>
            <a:ext cx="278739" cy="339073"/>
            <a:chOff x="1768821" y="3361108"/>
            <a:chExt cx="278739" cy="339073"/>
          </a:xfrm>
        </p:grpSpPr>
        <p:sp>
          <p:nvSpPr>
            <p:cNvPr id="11366" name="Google Shape;11366;p63"/>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63"/>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3"/>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3"/>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3"/>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3"/>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3"/>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3"/>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3"/>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3"/>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3"/>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63"/>
          <p:cNvGrpSpPr/>
          <p:nvPr/>
        </p:nvGrpSpPr>
        <p:grpSpPr>
          <a:xfrm>
            <a:off x="5337883" y="3161423"/>
            <a:ext cx="307141" cy="376826"/>
            <a:chOff x="5337883" y="3336873"/>
            <a:chExt cx="307141" cy="376826"/>
          </a:xfrm>
        </p:grpSpPr>
        <p:sp>
          <p:nvSpPr>
            <p:cNvPr id="11378" name="Google Shape;11378;p63"/>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3"/>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0" name="Google Shape;11380;p63"/>
          <p:cNvGrpSpPr/>
          <p:nvPr/>
        </p:nvGrpSpPr>
        <p:grpSpPr>
          <a:xfrm>
            <a:off x="4883835" y="3161805"/>
            <a:ext cx="323425" cy="377557"/>
            <a:chOff x="4883835" y="3337255"/>
            <a:chExt cx="323425" cy="377557"/>
          </a:xfrm>
        </p:grpSpPr>
        <p:sp>
          <p:nvSpPr>
            <p:cNvPr id="11381" name="Google Shape;11381;p63"/>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3"/>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3"/>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63"/>
          <p:cNvGrpSpPr/>
          <p:nvPr/>
        </p:nvGrpSpPr>
        <p:grpSpPr>
          <a:xfrm>
            <a:off x="6193310" y="3231839"/>
            <a:ext cx="352590" cy="237488"/>
            <a:chOff x="6193310" y="3407289"/>
            <a:chExt cx="352590" cy="237488"/>
          </a:xfrm>
        </p:grpSpPr>
        <p:sp>
          <p:nvSpPr>
            <p:cNvPr id="11385" name="Google Shape;11385;p63"/>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3"/>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3"/>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3"/>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3"/>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0" name="Google Shape;11390;p63"/>
          <p:cNvGrpSpPr/>
          <p:nvPr/>
        </p:nvGrpSpPr>
        <p:grpSpPr>
          <a:xfrm>
            <a:off x="6637117" y="3222393"/>
            <a:ext cx="353735" cy="254504"/>
            <a:chOff x="6637117" y="3397843"/>
            <a:chExt cx="353735" cy="254504"/>
          </a:xfrm>
        </p:grpSpPr>
        <p:sp>
          <p:nvSpPr>
            <p:cNvPr id="11391" name="Google Shape;11391;p63"/>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3"/>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3"/>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3"/>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3"/>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3"/>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7" name="Google Shape;11397;p63"/>
          <p:cNvGrpSpPr/>
          <p:nvPr/>
        </p:nvGrpSpPr>
        <p:grpSpPr>
          <a:xfrm>
            <a:off x="7075994" y="3174081"/>
            <a:ext cx="360637" cy="352336"/>
            <a:chOff x="7075994" y="3349531"/>
            <a:chExt cx="360637" cy="352336"/>
          </a:xfrm>
        </p:grpSpPr>
        <p:sp>
          <p:nvSpPr>
            <p:cNvPr id="11398" name="Google Shape;11398;p63"/>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3"/>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3"/>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3"/>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3"/>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3"/>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3"/>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5" name="Google Shape;11405;p63"/>
          <p:cNvGrpSpPr/>
          <p:nvPr/>
        </p:nvGrpSpPr>
        <p:grpSpPr>
          <a:xfrm>
            <a:off x="7651983" y="3173731"/>
            <a:ext cx="107183" cy="352399"/>
            <a:chOff x="7651983" y="3349181"/>
            <a:chExt cx="107183" cy="352399"/>
          </a:xfrm>
        </p:grpSpPr>
        <p:sp>
          <p:nvSpPr>
            <p:cNvPr id="11406" name="Google Shape;11406;p63"/>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3"/>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8" name="Google Shape;11408;p63"/>
          <p:cNvGrpSpPr/>
          <p:nvPr/>
        </p:nvGrpSpPr>
        <p:grpSpPr>
          <a:xfrm>
            <a:off x="7973468" y="3206872"/>
            <a:ext cx="352590" cy="287072"/>
            <a:chOff x="7973468" y="3382322"/>
            <a:chExt cx="352590" cy="287072"/>
          </a:xfrm>
        </p:grpSpPr>
        <p:sp>
          <p:nvSpPr>
            <p:cNvPr id="11409" name="Google Shape;11409;p63"/>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3"/>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63"/>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3"/>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3"/>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3"/>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3"/>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3"/>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3"/>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3"/>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3"/>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3"/>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1" name="Google Shape;11421;p63"/>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422" name="Google Shape;11422;p63"/>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1426"/>
        <p:cNvGrpSpPr/>
        <p:nvPr/>
      </p:nvGrpSpPr>
      <p:grpSpPr>
        <a:xfrm>
          <a:off x="0" y="0"/>
          <a:ext cx="0" cy="0"/>
          <a:chOff x="0" y="0"/>
          <a:chExt cx="0" cy="0"/>
        </a:xfrm>
      </p:grpSpPr>
      <p:grpSp>
        <p:nvGrpSpPr>
          <p:cNvPr id="11427" name="Google Shape;11427;p64"/>
          <p:cNvGrpSpPr/>
          <p:nvPr/>
        </p:nvGrpSpPr>
        <p:grpSpPr>
          <a:xfrm>
            <a:off x="821808" y="1576858"/>
            <a:ext cx="347872" cy="347488"/>
            <a:chOff x="849677" y="1500658"/>
            <a:chExt cx="347872" cy="347488"/>
          </a:xfrm>
        </p:grpSpPr>
        <p:sp>
          <p:nvSpPr>
            <p:cNvPr id="11428" name="Google Shape;11428;p64"/>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4"/>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4"/>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4"/>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4"/>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4"/>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4" name="Google Shape;11434;p64"/>
          <p:cNvGrpSpPr/>
          <p:nvPr/>
        </p:nvGrpSpPr>
        <p:grpSpPr>
          <a:xfrm>
            <a:off x="1387984" y="1576858"/>
            <a:ext cx="315872" cy="347488"/>
            <a:chOff x="1415853" y="1500658"/>
            <a:chExt cx="315872" cy="347488"/>
          </a:xfrm>
        </p:grpSpPr>
        <p:sp>
          <p:nvSpPr>
            <p:cNvPr id="11435" name="Google Shape;11435;p64"/>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4"/>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4"/>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4"/>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9" name="Google Shape;11439;p64"/>
          <p:cNvGrpSpPr/>
          <p:nvPr/>
        </p:nvGrpSpPr>
        <p:grpSpPr>
          <a:xfrm>
            <a:off x="4669520" y="1576858"/>
            <a:ext cx="347520" cy="347104"/>
            <a:chOff x="4697389" y="1500658"/>
            <a:chExt cx="347520" cy="347104"/>
          </a:xfrm>
        </p:grpSpPr>
        <p:sp>
          <p:nvSpPr>
            <p:cNvPr id="11440" name="Google Shape;11440;p64"/>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4"/>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4"/>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64"/>
          <p:cNvGrpSpPr/>
          <p:nvPr/>
        </p:nvGrpSpPr>
        <p:grpSpPr>
          <a:xfrm>
            <a:off x="3575664" y="2041146"/>
            <a:ext cx="347520" cy="353760"/>
            <a:chOff x="3603533" y="1964946"/>
            <a:chExt cx="347520" cy="353760"/>
          </a:xfrm>
        </p:grpSpPr>
        <p:sp>
          <p:nvSpPr>
            <p:cNvPr id="11444" name="Google Shape;11444;p64"/>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4"/>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4"/>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7" name="Google Shape;11447;p64"/>
          <p:cNvGrpSpPr/>
          <p:nvPr/>
        </p:nvGrpSpPr>
        <p:grpSpPr>
          <a:xfrm>
            <a:off x="1922896" y="2040538"/>
            <a:ext cx="357792" cy="352448"/>
            <a:chOff x="1950765" y="1964338"/>
            <a:chExt cx="357792" cy="352448"/>
          </a:xfrm>
        </p:grpSpPr>
        <p:sp>
          <p:nvSpPr>
            <p:cNvPr id="11448" name="Google Shape;11448;p64"/>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4"/>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4"/>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4"/>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2" name="Google Shape;11452;p64"/>
          <p:cNvGrpSpPr/>
          <p:nvPr/>
        </p:nvGrpSpPr>
        <p:grpSpPr>
          <a:xfrm>
            <a:off x="7407760" y="2040890"/>
            <a:ext cx="367712" cy="353248"/>
            <a:chOff x="7435629" y="1964690"/>
            <a:chExt cx="367712" cy="353248"/>
          </a:xfrm>
        </p:grpSpPr>
        <p:sp>
          <p:nvSpPr>
            <p:cNvPr id="11453" name="Google Shape;11453;p64"/>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4"/>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4"/>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4"/>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7" name="Google Shape;11457;p64"/>
          <p:cNvGrpSpPr/>
          <p:nvPr/>
        </p:nvGrpSpPr>
        <p:grpSpPr>
          <a:xfrm>
            <a:off x="2484880" y="2041242"/>
            <a:ext cx="333024" cy="352896"/>
            <a:chOff x="2512749" y="1965042"/>
            <a:chExt cx="333024" cy="352896"/>
          </a:xfrm>
        </p:grpSpPr>
        <p:sp>
          <p:nvSpPr>
            <p:cNvPr id="11458" name="Google Shape;11458;p64"/>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4"/>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4"/>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4"/>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4"/>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3" name="Google Shape;11463;p64"/>
          <p:cNvGrpSpPr/>
          <p:nvPr/>
        </p:nvGrpSpPr>
        <p:grpSpPr>
          <a:xfrm>
            <a:off x="1370448" y="2057978"/>
            <a:ext cx="365792" cy="335392"/>
            <a:chOff x="1398317" y="1981778"/>
            <a:chExt cx="365792" cy="335392"/>
          </a:xfrm>
        </p:grpSpPr>
        <p:sp>
          <p:nvSpPr>
            <p:cNvPr id="11464" name="Google Shape;11464;p64"/>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4"/>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4"/>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64"/>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4"/>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4"/>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64"/>
          <p:cNvGrpSpPr/>
          <p:nvPr/>
        </p:nvGrpSpPr>
        <p:grpSpPr>
          <a:xfrm>
            <a:off x="3024368" y="2079770"/>
            <a:ext cx="353600" cy="314752"/>
            <a:chOff x="3052237" y="2003570"/>
            <a:chExt cx="353600" cy="314752"/>
          </a:xfrm>
        </p:grpSpPr>
        <p:sp>
          <p:nvSpPr>
            <p:cNvPr id="11471" name="Google Shape;11471;p64"/>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4"/>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64"/>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64"/>
          <p:cNvGrpSpPr/>
          <p:nvPr/>
        </p:nvGrpSpPr>
        <p:grpSpPr>
          <a:xfrm>
            <a:off x="1376144" y="3034266"/>
            <a:ext cx="368096" cy="223968"/>
            <a:chOff x="1404013" y="2958066"/>
            <a:chExt cx="368096" cy="223968"/>
          </a:xfrm>
        </p:grpSpPr>
        <p:sp>
          <p:nvSpPr>
            <p:cNvPr id="11475" name="Google Shape;11475;p64"/>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4"/>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7" name="Google Shape;11477;p64"/>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4"/>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64"/>
          <p:cNvGrpSpPr/>
          <p:nvPr/>
        </p:nvGrpSpPr>
        <p:grpSpPr>
          <a:xfrm>
            <a:off x="1923280" y="2961402"/>
            <a:ext cx="370368" cy="367328"/>
            <a:chOff x="1951149" y="2885202"/>
            <a:chExt cx="370368" cy="367328"/>
          </a:xfrm>
        </p:grpSpPr>
        <p:sp>
          <p:nvSpPr>
            <p:cNvPr id="11480" name="Google Shape;11480;p64"/>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64"/>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4"/>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64"/>
          <p:cNvGrpSpPr/>
          <p:nvPr/>
        </p:nvGrpSpPr>
        <p:grpSpPr>
          <a:xfrm>
            <a:off x="2473808" y="2982362"/>
            <a:ext cx="367328" cy="327296"/>
            <a:chOff x="2501677" y="2906162"/>
            <a:chExt cx="367328" cy="327296"/>
          </a:xfrm>
        </p:grpSpPr>
        <p:sp>
          <p:nvSpPr>
            <p:cNvPr id="11484" name="Google Shape;11484;p64"/>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4"/>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4"/>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87" name="Google Shape;11487;p64"/>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8" name="Google Shape;11488;p64"/>
          <p:cNvGrpSpPr/>
          <p:nvPr/>
        </p:nvGrpSpPr>
        <p:grpSpPr>
          <a:xfrm>
            <a:off x="3022448" y="2969914"/>
            <a:ext cx="367712" cy="354240"/>
            <a:chOff x="3050317" y="2893714"/>
            <a:chExt cx="367712" cy="354240"/>
          </a:xfrm>
        </p:grpSpPr>
        <p:sp>
          <p:nvSpPr>
            <p:cNvPr id="11489" name="Google Shape;11489;p64"/>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4"/>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1" name="Google Shape;11491;p64"/>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4"/>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3" name="Google Shape;11493;p64"/>
          <p:cNvGrpSpPr/>
          <p:nvPr/>
        </p:nvGrpSpPr>
        <p:grpSpPr>
          <a:xfrm>
            <a:off x="7503408" y="2962554"/>
            <a:ext cx="185184" cy="367296"/>
            <a:chOff x="7531277" y="2886354"/>
            <a:chExt cx="185184" cy="367296"/>
          </a:xfrm>
        </p:grpSpPr>
        <p:sp>
          <p:nvSpPr>
            <p:cNvPr id="11494" name="Google Shape;11494;p64"/>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4"/>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4"/>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7" name="Google Shape;11497;p64"/>
          <p:cNvGrpSpPr/>
          <p:nvPr/>
        </p:nvGrpSpPr>
        <p:grpSpPr>
          <a:xfrm>
            <a:off x="6898768" y="2962938"/>
            <a:ext cx="297184" cy="367296"/>
            <a:chOff x="6926637" y="2886738"/>
            <a:chExt cx="297184" cy="367296"/>
          </a:xfrm>
        </p:grpSpPr>
        <p:sp>
          <p:nvSpPr>
            <p:cNvPr id="11498" name="Google Shape;11498;p64"/>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4"/>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4"/>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1" name="Google Shape;11501;p64"/>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4"/>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3" name="Google Shape;11503;p64"/>
          <p:cNvGrpSpPr/>
          <p:nvPr/>
        </p:nvGrpSpPr>
        <p:grpSpPr>
          <a:xfrm>
            <a:off x="6312784" y="2962554"/>
            <a:ext cx="370368" cy="368064"/>
            <a:chOff x="6340653" y="2886354"/>
            <a:chExt cx="370368" cy="368064"/>
          </a:xfrm>
        </p:grpSpPr>
        <p:sp>
          <p:nvSpPr>
            <p:cNvPr id="11504" name="Google Shape;11504;p64"/>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4"/>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4"/>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4"/>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4"/>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4"/>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0" name="Google Shape;11510;p64"/>
          <p:cNvGrpSpPr/>
          <p:nvPr/>
        </p:nvGrpSpPr>
        <p:grpSpPr>
          <a:xfrm>
            <a:off x="5218928" y="2057626"/>
            <a:ext cx="354752" cy="336512"/>
            <a:chOff x="5246797" y="1981426"/>
            <a:chExt cx="354752" cy="336512"/>
          </a:xfrm>
        </p:grpSpPr>
        <p:sp>
          <p:nvSpPr>
            <p:cNvPr id="11511" name="Google Shape;11511;p64"/>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4"/>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3" name="Google Shape;11513;p64"/>
          <p:cNvGrpSpPr/>
          <p:nvPr/>
        </p:nvGrpSpPr>
        <p:grpSpPr>
          <a:xfrm>
            <a:off x="4120880" y="2178266"/>
            <a:ext cx="355136" cy="216256"/>
            <a:chOff x="4148749" y="2102066"/>
            <a:chExt cx="355136" cy="216256"/>
          </a:xfrm>
        </p:grpSpPr>
        <p:sp>
          <p:nvSpPr>
            <p:cNvPr id="11514" name="Google Shape;11514;p64"/>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4"/>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64"/>
          <p:cNvGrpSpPr/>
          <p:nvPr/>
        </p:nvGrpSpPr>
        <p:grpSpPr>
          <a:xfrm>
            <a:off x="5766800" y="2077626"/>
            <a:ext cx="354752" cy="315360"/>
            <a:chOff x="5794669" y="2001426"/>
            <a:chExt cx="354752" cy="315360"/>
          </a:xfrm>
        </p:grpSpPr>
        <p:sp>
          <p:nvSpPr>
            <p:cNvPr id="11517" name="Google Shape;11517;p64"/>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4"/>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9" name="Google Shape;11519;p64"/>
          <p:cNvGrpSpPr/>
          <p:nvPr/>
        </p:nvGrpSpPr>
        <p:grpSpPr>
          <a:xfrm>
            <a:off x="6317360" y="2106042"/>
            <a:ext cx="352832" cy="289216"/>
            <a:chOff x="6345229" y="2029842"/>
            <a:chExt cx="352832" cy="289216"/>
          </a:xfrm>
        </p:grpSpPr>
        <p:sp>
          <p:nvSpPr>
            <p:cNvPr id="11520" name="Google Shape;11520;p64"/>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64"/>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2" name="Google Shape;11522;p64"/>
          <p:cNvGrpSpPr/>
          <p:nvPr/>
        </p:nvGrpSpPr>
        <p:grpSpPr>
          <a:xfrm>
            <a:off x="4669520" y="2112538"/>
            <a:ext cx="354752" cy="281984"/>
            <a:chOff x="4697389" y="2036338"/>
            <a:chExt cx="354752" cy="281984"/>
          </a:xfrm>
        </p:grpSpPr>
        <p:sp>
          <p:nvSpPr>
            <p:cNvPr id="11523" name="Google Shape;11523;p64"/>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4"/>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5" name="Google Shape;11525;p64"/>
          <p:cNvGrpSpPr/>
          <p:nvPr/>
        </p:nvGrpSpPr>
        <p:grpSpPr>
          <a:xfrm>
            <a:off x="1376144" y="2500954"/>
            <a:ext cx="353600" cy="354944"/>
            <a:chOff x="1404013" y="2424754"/>
            <a:chExt cx="353600" cy="354944"/>
          </a:xfrm>
        </p:grpSpPr>
        <p:sp>
          <p:nvSpPr>
            <p:cNvPr id="11526" name="Google Shape;11526;p64"/>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4"/>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64"/>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4"/>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4"/>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1" name="Google Shape;11531;p64"/>
          <p:cNvGrpSpPr/>
          <p:nvPr/>
        </p:nvGrpSpPr>
        <p:grpSpPr>
          <a:xfrm>
            <a:off x="826384" y="2504474"/>
            <a:ext cx="355104" cy="351040"/>
            <a:chOff x="854253" y="2428274"/>
            <a:chExt cx="355104" cy="351040"/>
          </a:xfrm>
        </p:grpSpPr>
        <p:sp>
          <p:nvSpPr>
            <p:cNvPr id="11532" name="Google Shape;11532;p64"/>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4"/>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4" name="Google Shape;11534;p64"/>
          <p:cNvGrpSpPr/>
          <p:nvPr/>
        </p:nvGrpSpPr>
        <p:grpSpPr>
          <a:xfrm>
            <a:off x="6869040" y="2517146"/>
            <a:ext cx="354752" cy="275904"/>
            <a:chOff x="6896909" y="2440946"/>
            <a:chExt cx="354752" cy="275904"/>
          </a:xfrm>
        </p:grpSpPr>
        <p:sp>
          <p:nvSpPr>
            <p:cNvPr id="11535" name="Google Shape;11535;p64"/>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4"/>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7" name="Google Shape;11537;p64"/>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8" name="Google Shape;11538;p64"/>
          <p:cNvGrpSpPr/>
          <p:nvPr/>
        </p:nvGrpSpPr>
        <p:grpSpPr>
          <a:xfrm>
            <a:off x="5237200" y="2500954"/>
            <a:ext cx="321984" cy="354560"/>
            <a:chOff x="5265069" y="2424754"/>
            <a:chExt cx="321984" cy="354560"/>
          </a:xfrm>
        </p:grpSpPr>
        <p:sp>
          <p:nvSpPr>
            <p:cNvPr id="11539" name="Google Shape;11539;p64"/>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4"/>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64"/>
          <p:cNvGrpSpPr/>
          <p:nvPr/>
        </p:nvGrpSpPr>
        <p:grpSpPr>
          <a:xfrm>
            <a:off x="4122800" y="2542970"/>
            <a:ext cx="355104" cy="259584"/>
            <a:chOff x="4150669" y="2466770"/>
            <a:chExt cx="355104" cy="259584"/>
          </a:xfrm>
        </p:grpSpPr>
        <p:sp>
          <p:nvSpPr>
            <p:cNvPr id="11542" name="Google Shape;11542;p64"/>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4"/>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4"/>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4"/>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6" name="Google Shape;11546;p64"/>
          <p:cNvGrpSpPr/>
          <p:nvPr/>
        </p:nvGrpSpPr>
        <p:grpSpPr>
          <a:xfrm>
            <a:off x="4671824" y="2501146"/>
            <a:ext cx="354336" cy="353984"/>
            <a:chOff x="4699693" y="2424946"/>
            <a:chExt cx="354336" cy="353984"/>
          </a:xfrm>
        </p:grpSpPr>
        <p:sp>
          <p:nvSpPr>
            <p:cNvPr id="11547" name="Google Shape;11547;p64"/>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4"/>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9" name="Google Shape;11549;p64"/>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4"/>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1" name="Google Shape;11551;p64"/>
          <p:cNvGrpSpPr/>
          <p:nvPr/>
        </p:nvGrpSpPr>
        <p:grpSpPr>
          <a:xfrm>
            <a:off x="1925168" y="2628442"/>
            <a:ext cx="355136" cy="227072"/>
            <a:chOff x="1953037" y="2552242"/>
            <a:chExt cx="355136" cy="227072"/>
          </a:xfrm>
        </p:grpSpPr>
        <p:sp>
          <p:nvSpPr>
            <p:cNvPr id="11552" name="Google Shape;11552;p64"/>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4"/>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4" name="Google Shape;11554;p64"/>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5" name="Google Shape;11555;p64"/>
          <p:cNvGrpSpPr/>
          <p:nvPr/>
        </p:nvGrpSpPr>
        <p:grpSpPr>
          <a:xfrm>
            <a:off x="2473072" y="2603418"/>
            <a:ext cx="355104" cy="250944"/>
            <a:chOff x="2500941" y="2527218"/>
            <a:chExt cx="355104" cy="250944"/>
          </a:xfrm>
        </p:grpSpPr>
        <p:sp>
          <p:nvSpPr>
            <p:cNvPr id="11556" name="Google Shape;11556;p64"/>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4"/>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4"/>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4"/>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64"/>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1" name="Google Shape;11561;p64"/>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62" name="Google Shape;11562;p64"/>
          <p:cNvGrpSpPr/>
          <p:nvPr/>
        </p:nvGrpSpPr>
        <p:grpSpPr>
          <a:xfrm>
            <a:off x="7965936" y="2503322"/>
            <a:ext cx="356256" cy="351808"/>
            <a:chOff x="7993805" y="2427122"/>
            <a:chExt cx="356256" cy="351808"/>
          </a:xfrm>
        </p:grpSpPr>
        <p:sp>
          <p:nvSpPr>
            <p:cNvPr id="11563" name="Google Shape;11563;p64"/>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4"/>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4"/>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6" name="Google Shape;11566;p64"/>
          <p:cNvGrpSpPr/>
          <p:nvPr/>
        </p:nvGrpSpPr>
        <p:grpSpPr>
          <a:xfrm>
            <a:off x="850768" y="2041210"/>
            <a:ext cx="308640" cy="353312"/>
            <a:chOff x="878637" y="1965010"/>
            <a:chExt cx="308640" cy="353312"/>
          </a:xfrm>
        </p:grpSpPr>
        <p:sp>
          <p:nvSpPr>
            <p:cNvPr id="11567" name="Google Shape;11567;p64"/>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4"/>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4"/>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0" name="Google Shape;11570;p64"/>
          <p:cNvGrpSpPr/>
          <p:nvPr/>
        </p:nvGrpSpPr>
        <p:grpSpPr>
          <a:xfrm>
            <a:off x="6868272" y="2040922"/>
            <a:ext cx="348256" cy="352448"/>
            <a:chOff x="6896141" y="1964722"/>
            <a:chExt cx="348256" cy="352448"/>
          </a:xfrm>
        </p:grpSpPr>
        <p:sp>
          <p:nvSpPr>
            <p:cNvPr id="11571" name="Google Shape;11571;p64"/>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4"/>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4"/>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4" name="Google Shape;11574;p64"/>
          <p:cNvGrpSpPr/>
          <p:nvPr/>
        </p:nvGrpSpPr>
        <p:grpSpPr>
          <a:xfrm>
            <a:off x="7962128" y="2091578"/>
            <a:ext cx="355136" cy="303328"/>
            <a:chOff x="7989997" y="2015378"/>
            <a:chExt cx="355136" cy="303328"/>
          </a:xfrm>
        </p:grpSpPr>
        <p:sp>
          <p:nvSpPr>
            <p:cNvPr id="11575" name="Google Shape;11575;p64"/>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4"/>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4"/>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64"/>
          <p:cNvGrpSpPr/>
          <p:nvPr/>
        </p:nvGrpSpPr>
        <p:grpSpPr>
          <a:xfrm>
            <a:off x="3570352" y="1585562"/>
            <a:ext cx="348640" cy="330784"/>
            <a:chOff x="3598221" y="1509362"/>
            <a:chExt cx="348640" cy="330784"/>
          </a:xfrm>
        </p:grpSpPr>
        <p:sp>
          <p:nvSpPr>
            <p:cNvPr id="11579" name="Google Shape;11579;p64"/>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4"/>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4"/>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4"/>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3" name="Google Shape;11583;p64"/>
          <p:cNvGrpSpPr/>
          <p:nvPr/>
        </p:nvGrpSpPr>
        <p:grpSpPr>
          <a:xfrm>
            <a:off x="5218928" y="1576858"/>
            <a:ext cx="347872" cy="347488"/>
            <a:chOff x="5246797" y="1500658"/>
            <a:chExt cx="347872" cy="347488"/>
          </a:xfrm>
        </p:grpSpPr>
        <p:sp>
          <p:nvSpPr>
            <p:cNvPr id="11584" name="Google Shape;11584;p64"/>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4"/>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4"/>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4"/>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8" name="Google Shape;11588;p64"/>
          <p:cNvGrpSpPr/>
          <p:nvPr/>
        </p:nvGrpSpPr>
        <p:grpSpPr>
          <a:xfrm>
            <a:off x="5768720" y="1576858"/>
            <a:ext cx="349024" cy="346752"/>
            <a:chOff x="5796589" y="1500658"/>
            <a:chExt cx="349024" cy="346752"/>
          </a:xfrm>
        </p:grpSpPr>
        <p:sp>
          <p:nvSpPr>
            <p:cNvPr id="11589" name="Google Shape;11589;p64"/>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0" name="Google Shape;11590;p64"/>
            <p:cNvGrpSpPr/>
            <p:nvPr/>
          </p:nvGrpSpPr>
          <p:grpSpPr>
            <a:xfrm>
              <a:off x="5796589" y="1500658"/>
              <a:ext cx="349024" cy="346752"/>
              <a:chOff x="5796589" y="1500658"/>
              <a:chExt cx="349024" cy="346752"/>
            </a:xfrm>
          </p:grpSpPr>
          <p:sp>
            <p:nvSpPr>
              <p:cNvPr id="11591" name="Google Shape;11591;p64"/>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4"/>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4"/>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4"/>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95" name="Google Shape;11595;p64"/>
          <p:cNvGrpSpPr/>
          <p:nvPr/>
        </p:nvGrpSpPr>
        <p:grpSpPr>
          <a:xfrm>
            <a:off x="6867504" y="1578778"/>
            <a:ext cx="348640" cy="343296"/>
            <a:chOff x="6895373" y="1502578"/>
            <a:chExt cx="348640" cy="343296"/>
          </a:xfrm>
        </p:grpSpPr>
        <p:sp>
          <p:nvSpPr>
            <p:cNvPr id="11596" name="Google Shape;11596;p64"/>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4"/>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4"/>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9" name="Google Shape;11599;p64"/>
          <p:cNvGrpSpPr/>
          <p:nvPr/>
        </p:nvGrpSpPr>
        <p:grpSpPr>
          <a:xfrm>
            <a:off x="4119728" y="1581658"/>
            <a:ext cx="347904" cy="336992"/>
            <a:chOff x="4147597" y="1505458"/>
            <a:chExt cx="347904" cy="336992"/>
          </a:xfrm>
        </p:grpSpPr>
        <p:sp>
          <p:nvSpPr>
            <p:cNvPr id="11600" name="Google Shape;11600;p64"/>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4"/>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4"/>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4"/>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4"/>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4"/>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4"/>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7" name="Google Shape;11607;p64"/>
          <p:cNvGrpSpPr/>
          <p:nvPr/>
        </p:nvGrpSpPr>
        <p:grpSpPr>
          <a:xfrm>
            <a:off x="2471536" y="1576090"/>
            <a:ext cx="347488" cy="348256"/>
            <a:chOff x="2499405" y="1499890"/>
            <a:chExt cx="347488" cy="348256"/>
          </a:xfrm>
        </p:grpSpPr>
        <p:sp>
          <p:nvSpPr>
            <p:cNvPr id="11608" name="Google Shape;11608;p64"/>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4"/>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4"/>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4"/>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4"/>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3" name="Google Shape;11613;p64"/>
          <p:cNvGrpSpPr/>
          <p:nvPr/>
        </p:nvGrpSpPr>
        <p:grpSpPr>
          <a:xfrm>
            <a:off x="1928976" y="1576698"/>
            <a:ext cx="331520" cy="348032"/>
            <a:chOff x="1956845" y="1500498"/>
            <a:chExt cx="331520" cy="348032"/>
          </a:xfrm>
        </p:grpSpPr>
        <p:sp>
          <p:nvSpPr>
            <p:cNvPr id="11614" name="Google Shape;11614;p64"/>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4"/>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4"/>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4"/>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4"/>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4"/>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4"/>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4"/>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4"/>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4"/>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4"/>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4"/>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6" name="Google Shape;11626;p64"/>
          <p:cNvGrpSpPr/>
          <p:nvPr/>
        </p:nvGrpSpPr>
        <p:grpSpPr>
          <a:xfrm>
            <a:off x="6317744" y="1626074"/>
            <a:ext cx="348640" cy="250656"/>
            <a:chOff x="6345613" y="1549874"/>
            <a:chExt cx="348640" cy="250656"/>
          </a:xfrm>
        </p:grpSpPr>
        <p:sp>
          <p:nvSpPr>
            <p:cNvPr id="11627" name="Google Shape;11627;p64"/>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4"/>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64"/>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64"/>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4"/>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4"/>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3" name="Google Shape;11633;p64"/>
          <p:cNvGrpSpPr/>
          <p:nvPr/>
        </p:nvGrpSpPr>
        <p:grpSpPr>
          <a:xfrm>
            <a:off x="7416912" y="1583226"/>
            <a:ext cx="348640" cy="334272"/>
            <a:chOff x="7444781" y="1507026"/>
            <a:chExt cx="348640" cy="334272"/>
          </a:xfrm>
        </p:grpSpPr>
        <p:sp>
          <p:nvSpPr>
            <p:cNvPr id="11634" name="Google Shape;11634;p64"/>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4"/>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4"/>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4"/>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4"/>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9" name="Google Shape;11639;p64"/>
          <p:cNvGrpSpPr/>
          <p:nvPr/>
        </p:nvGrpSpPr>
        <p:grpSpPr>
          <a:xfrm>
            <a:off x="7967472" y="1582938"/>
            <a:ext cx="347872" cy="334944"/>
            <a:chOff x="7995341" y="1506738"/>
            <a:chExt cx="347872" cy="334944"/>
          </a:xfrm>
        </p:grpSpPr>
        <p:sp>
          <p:nvSpPr>
            <p:cNvPr id="11640" name="Google Shape;11640;p64"/>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4"/>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4"/>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4"/>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4"/>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4"/>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6" name="Google Shape;11646;p64"/>
          <p:cNvGrpSpPr/>
          <p:nvPr/>
        </p:nvGrpSpPr>
        <p:grpSpPr>
          <a:xfrm>
            <a:off x="3020176" y="1599130"/>
            <a:ext cx="347872" cy="303904"/>
            <a:chOff x="3048045" y="1522930"/>
            <a:chExt cx="347872" cy="303904"/>
          </a:xfrm>
        </p:grpSpPr>
        <p:sp>
          <p:nvSpPr>
            <p:cNvPr id="11647" name="Google Shape;11647;p64"/>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8" name="Google Shape;11648;p64"/>
            <p:cNvGrpSpPr/>
            <p:nvPr/>
          </p:nvGrpSpPr>
          <p:grpSpPr>
            <a:xfrm>
              <a:off x="3048045" y="1522930"/>
              <a:ext cx="347872" cy="303904"/>
              <a:chOff x="3048045" y="1522930"/>
              <a:chExt cx="347872" cy="303904"/>
            </a:xfrm>
          </p:grpSpPr>
          <p:sp>
            <p:nvSpPr>
              <p:cNvPr id="11649" name="Google Shape;11649;p64"/>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4"/>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51" name="Google Shape;11651;p64"/>
          <p:cNvGrpSpPr/>
          <p:nvPr/>
        </p:nvGrpSpPr>
        <p:grpSpPr>
          <a:xfrm>
            <a:off x="1105264" y="3428122"/>
            <a:ext cx="313984" cy="358560"/>
            <a:chOff x="1133133" y="3351922"/>
            <a:chExt cx="313984" cy="358560"/>
          </a:xfrm>
        </p:grpSpPr>
        <p:sp>
          <p:nvSpPr>
            <p:cNvPr id="11652" name="Google Shape;11652;p64"/>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4"/>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4"/>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4"/>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4"/>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4"/>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4"/>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4"/>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4"/>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4"/>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4"/>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4"/>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4"/>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4"/>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4"/>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4"/>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8" name="Google Shape;11668;p64"/>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9" name="Google Shape;11669;p64"/>
          <p:cNvGrpSpPr/>
          <p:nvPr/>
        </p:nvGrpSpPr>
        <p:grpSpPr>
          <a:xfrm>
            <a:off x="2767184" y="3428794"/>
            <a:ext cx="288448" cy="357120"/>
            <a:chOff x="2795053" y="3352594"/>
            <a:chExt cx="288448" cy="357120"/>
          </a:xfrm>
        </p:grpSpPr>
        <p:sp>
          <p:nvSpPr>
            <p:cNvPr id="11670" name="Google Shape;11670;p64"/>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4"/>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4"/>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4"/>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4"/>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4"/>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4"/>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4"/>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4"/>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9" name="Google Shape;11679;p64"/>
          <p:cNvGrpSpPr/>
          <p:nvPr/>
        </p:nvGrpSpPr>
        <p:grpSpPr>
          <a:xfrm>
            <a:off x="2208656" y="3429402"/>
            <a:ext cx="304832" cy="356512"/>
            <a:chOff x="2236525" y="3353202"/>
            <a:chExt cx="304832" cy="356512"/>
          </a:xfrm>
        </p:grpSpPr>
        <p:sp>
          <p:nvSpPr>
            <p:cNvPr id="11680" name="Google Shape;11680;p64"/>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4"/>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4"/>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3" name="Google Shape;11683;p64"/>
          <p:cNvGrpSpPr/>
          <p:nvPr/>
        </p:nvGrpSpPr>
        <p:grpSpPr>
          <a:xfrm>
            <a:off x="3882768" y="3428890"/>
            <a:ext cx="256800" cy="357024"/>
            <a:chOff x="3910637" y="3352690"/>
            <a:chExt cx="256800" cy="357024"/>
          </a:xfrm>
        </p:grpSpPr>
        <p:sp>
          <p:nvSpPr>
            <p:cNvPr id="11684" name="Google Shape;11684;p64"/>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64"/>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64"/>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7" name="Google Shape;11687;p64"/>
          <p:cNvGrpSpPr/>
          <p:nvPr/>
        </p:nvGrpSpPr>
        <p:grpSpPr>
          <a:xfrm>
            <a:off x="6028560" y="3428122"/>
            <a:ext cx="360064" cy="360096"/>
            <a:chOff x="6056429" y="3351922"/>
            <a:chExt cx="360064" cy="360096"/>
          </a:xfrm>
        </p:grpSpPr>
        <p:sp>
          <p:nvSpPr>
            <p:cNvPr id="11688" name="Google Shape;11688;p64"/>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4"/>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4"/>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1" name="Google Shape;11691;p64"/>
          <p:cNvGrpSpPr/>
          <p:nvPr/>
        </p:nvGrpSpPr>
        <p:grpSpPr>
          <a:xfrm>
            <a:off x="6581008" y="3429274"/>
            <a:ext cx="357408" cy="357408"/>
            <a:chOff x="6608877" y="3353074"/>
            <a:chExt cx="357408" cy="357408"/>
          </a:xfrm>
        </p:grpSpPr>
        <p:sp>
          <p:nvSpPr>
            <p:cNvPr id="11692" name="Google Shape;11692;p64"/>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4"/>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4"/>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4"/>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4"/>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4"/>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4"/>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99" name="Google Shape;11699;p64"/>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4"/>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01" name="Google Shape;11701;p64"/>
          <p:cNvGrpSpPr/>
          <p:nvPr/>
        </p:nvGrpSpPr>
        <p:grpSpPr>
          <a:xfrm>
            <a:off x="4931664" y="3446426"/>
            <a:ext cx="357408" cy="323488"/>
            <a:chOff x="4959533" y="3370226"/>
            <a:chExt cx="357408" cy="323488"/>
          </a:xfrm>
        </p:grpSpPr>
        <p:sp>
          <p:nvSpPr>
            <p:cNvPr id="11702" name="Google Shape;11702;p64"/>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64"/>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64"/>
          <p:cNvGrpSpPr/>
          <p:nvPr/>
        </p:nvGrpSpPr>
        <p:grpSpPr>
          <a:xfrm>
            <a:off x="7130768" y="3429274"/>
            <a:ext cx="357056" cy="357408"/>
            <a:chOff x="7158637" y="3353074"/>
            <a:chExt cx="357056" cy="357408"/>
          </a:xfrm>
        </p:grpSpPr>
        <p:sp>
          <p:nvSpPr>
            <p:cNvPr id="11705" name="Google Shape;11705;p64"/>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4"/>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64"/>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4"/>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64"/>
          <p:cNvGrpSpPr/>
          <p:nvPr/>
        </p:nvGrpSpPr>
        <p:grpSpPr>
          <a:xfrm>
            <a:off x="3288400" y="3428602"/>
            <a:ext cx="344832" cy="356544"/>
            <a:chOff x="3316269" y="3352402"/>
            <a:chExt cx="344832" cy="356544"/>
          </a:xfrm>
        </p:grpSpPr>
        <p:sp>
          <p:nvSpPr>
            <p:cNvPr id="11710" name="Google Shape;11710;p64"/>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4"/>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4"/>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3" name="Google Shape;11713;p64"/>
          <p:cNvGrpSpPr/>
          <p:nvPr/>
        </p:nvGrpSpPr>
        <p:grpSpPr>
          <a:xfrm>
            <a:off x="5481040" y="3447706"/>
            <a:ext cx="358560" cy="319552"/>
            <a:chOff x="5508909" y="3371506"/>
            <a:chExt cx="358560" cy="319552"/>
          </a:xfrm>
        </p:grpSpPr>
        <p:sp>
          <p:nvSpPr>
            <p:cNvPr id="11714" name="Google Shape;11714;p64"/>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4"/>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4"/>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4"/>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64"/>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4"/>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4"/>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4"/>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4"/>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4"/>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24" name="Google Shape;11724;p6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1728"/>
        <p:cNvGrpSpPr/>
        <p:nvPr/>
      </p:nvGrpSpPr>
      <p:grpSpPr>
        <a:xfrm>
          <a:off x="0" y="0"/>
          <a:ext cx="0" cy="0"/>
          <a:chOff x="0" y="0"/>
          <a:chExt cx="0" cy="0"/>
        </a:xfrm>
      </p:grpSpPr>
      <p:sp>
        <p:nvSpPr>
          <p:cNvPr id="11729" name="Google Shape;11729;p65"/>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30" name="Google Shape;11730;p65"/>
          <p:cNvGrpSpPr/>
          <p:nvPr/>
        </p:nvGrpSpPr>
        <p:grpSpPr>
          <a:xfrm>
            <a:off x="3026217" y="3893352"/>
            <a:ext cx="346056" cy="345674"/>
            <a:chOff x="3303268" y="3817349"/>
            <a:chExt cx="346056" cy="345674"/>
          </a:xfrm>
        </p:grpSpPr>
        <p:sp>
          <p:nvSpPr>
            <p:cNvPr id="11731" name="Google Shape;11731;p65"/>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5"/>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5"/>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5"/>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65"/>
          <p:cNvGrpSpPr/>
          <p:nvPr/>
        </p:nvGrpSpPr>
        <p:grpSpPr>
          <a:xfrm>
            <a:off x="3475306" y="3893352"/>
            <a:ext cx="346056" cy="345674"/>
            <a:chOff x="3752358" y="3817349"/>
            <a:chExt cx="346056" cy="345674"/>
          </a:xfrm>
        </p:grpSpPr>
        <p:sp>
          <p:nvSpPr>
            <p:cNvPr id="11736" name="Google Shape;11736;p65"/>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5"/>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5"/>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5"/>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0" name="Google Shape;11740;p65"/>
          <p:cNvGrpSpPr/>
          <p:nvPr/>
        </p:nvGrpSpPr>
        <p:grpSpPr>
          <a:xfrm>
            <a:off x="4822956" y="3893352"/>
            <a:ext cx="346024" cy="345674"/>
            <a:chOff x="5100008" y="3817349"/>
            <a:chExt cx="346024" cy="345674"/>
          </a:xfrm>
        </p:grpSpPr>
        <p:sp>
          <p:nvSpPr>
            <p:cNvPr id="11741" name="Google Shape;11741;p65"/>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5"/>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5"/>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65"/>
          <p:cNvGrpSpPr/>
          <p:nvPr/>
        </p:nvGrpSpPr>
        <p:grpSpPr>
          <a:xfrm>
            <a:off x="5721867" y="3893352"/>
            <a:ext cx="345674" cy="345674"/>
            <a:chOff x="5998919" y="3817349"/>
            <a:chExt cx="345674" cy="345674"/>
          </a:xfrm>
        </p:grpSpPr>
        <p:sp>
          <p:nvSpPr>
            <p:cNvPr id="11745" name="Google Shape;11745;p65"/>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5"/>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5"/>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8" name="Google Shape;11748;p65"/>
          <p:cNvGrpSpPr/>
          <p:nvPr/>
        </p:nvGrpSpPr>
        <p:grpSpPr>
          <a:xfrm>
            <a:off x="3924396" y="3893352"/>
            <a:ext cx="346024" cy="345674"/>
            <a:chOff x="4201447" y="3817349"/>
            <a:chExt cx="346024" cy="345674"/>
          </a:xfrm>
        </p:grpSpPr>
        <p:sp>
          <p:nvSpPr>
            <p:cNvPr id="11749" name="Google Shape;11749;p65"/>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5"/>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1" name="Google Shape;11751;p65"/>
          <p:cNvGrpSpPr/>
          <p:nvPr/>
        </p:nvGrpSpPr>
        <p:grpSpPr>
          <a:xfrm>
            <a:off x="4373867" y="3893352"/>
            <a:ext cx="346024" cy="345674"/>
            <a:chOff x="4650919" y="3817349"/>
            <a:chExt cx="346024" cy="345674"/>
          </a:xfrm>
        </p:grpSpPr>
        <p:sp>
          <p:nvSpPr>
            <p:cNvPr id="11752" name="Google Shape;11752;p65"/>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5"/>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5"/>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65"/>
          <p:cNvGrpSpPr/>
          <p:nvPr/>
        </p:nvGrpSpPr>
        <p:grpSpPr>
          <a:xfrm>
            <a:off x="5272810" y="3893352"/>
            <a:ext cx="345642" cy="345674"/>
            <a:chOff x="5549861" y="3817349"/>
            <a:chExt cx="345642" cy="345674"/>
          </a:xfrm>
        </p:grpSpPr>
        <p:sp>
          <p:nvSpPr>
            <p:cNvPr id="11756" name="Google Shape;11756;p65"/>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5"/>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5"/>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9" name="Google Shape;11759;p65"/>
          <p:cNvGrpSpPr/>
          <p:nvPr/>
        </p:nvGrpSpPr>
        <p:grpSpPr>
          <a:xfrm>
            <a:off x="1281335" y="3474029"/>
            <a:ext cx="367255" cy="269855"/>
            <a:chOff x="1306445" y="3397829"/>
            <a:chExt cx="367255" cy="269855"/>
          </a:xfrm>
        </p:grpSpPr>
        <p:sp>
          <p:nvSpPr>
            <p:cNvPr id="11760" name="Google Shape;11760;p65"/>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5"/>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5"/>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5"/>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5"/>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5"/>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6" name="Google Shape;11766;p65"/>
          <p:cNvGrpSpPr/>
          <p:nvPr/>
        </p:nvGrpSpPr>
        <p:grpSpPr>
          <a:xfrm>
            <a:off x="1756207" y="3467600"/>
            <a:ext cx="367255" cy="282364"/>
            <a:chOff x="1781317" y="3391400"/>
            <a:chExt cx="367255" cy="282364"/>
          </a:xfrm>
        </p:grpSpPr>
        <p:sp>
          <p:nvSpPr>
            <p:cNvPr id="11767" name="Google Shape;11767;p65"/>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5"/>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5"/>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5"/>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5"/>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5"/>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3" name="Google Shape;11773;p65"/>
          <p:cNvGrpSpPr/>
          <p:nvPr/>
        </p:nvGrpSpPr>
        <p:grpSpPr>
          <a:xfrm>
            <a:off x="3653720" y="3447133"/>
            <a:ext cx="369164" cy="323297"/>
            <a:chOff x="3678830" y="3370933"/>
            <a:chExt cx="369164" cy="323297"/>
          </a:xfrm>
        </p:grpSpPr>
        <p:sp>
          <p:nvSpPr>
            <p:cNvPr id="11774" name="Google Shape;11774;p65"/>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5"/>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5"/>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5"/>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5"/>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5"/>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5"/>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5"/>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5"/>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5"/>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5"/>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5" name="Google Shape;11785;p65"/>
          <p:cNvGrpSpPr/>
          <p:nvPr/>
        </p:nvGrpSpPr>
        <p:grpSpPr>
          <a:xfrm>
            <a:off x="834155" y="3424375"/>
            <a:ext cx="312316" cy="368400"/>
            <a:chOff x="859265" y="3348175"/>
            <a:chExt cx="312316" cy="368400"/>
          </a:xfrm>
        </p:grpSpPr>
        <p:sp>
          <p:nvSpPr>
            <p:cNvPr id="11786" name="Google Shape;11786;p65"/>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5"/>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5"/>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5"/>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5"/>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1" name="Google Shape;11791;p65"/>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2" name="Google Shape;11792;p65"/>
          <p:cNvGrpSpPr/>
          <p:nvPr/>
        </p:nvGrpSpPr>
        <p:grpSpPr>
          <a:xfrm>
            <a:off x="2741264" y="3437213"/>
            <a:ext cx="330110" cy="308908"/>
            <a:chOff x="2766264" y="3394042"/>
            <a:chExt cx="294873" cy="275934"/>
          </a:xfrm>
        </p:grpSpPr>
        <p:sp>
          <p:nvSpPr>
            <p:cNvPr id="11793" name="Google Shape;11793;p65"/>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5"/>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65"/>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5"/>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65"/>
          <p:cNvGrpSpPr/>
          <p:nvPr/>
        </p:nvGrpSpPr>
        <p:grpSpPr>
          <a:xfrm>
            <a:off x="3189862" y="3435388"/>
            <a:ext cx="346406" cy="347552"/>
            <a:chOff x="3214972" y="3359188"/>
            <a:chExt cx="346406" cy="347552"/>
          </a:xfrm>
        </p:grpSpPr>
        <p:sp>
          <p:nvSpPr>
            <p:cNvPr id="11798" name="Google Shape;11798;p65"/>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5"/>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65"/>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5"/>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5"/>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5"/>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5"/>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5"/>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5"/>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5"/>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5"/>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5"/>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5"/>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5"/>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2" name="Google Shape;11812;p65"/>
          <p:cNvGrpSpPr/>
          <p:nvPr/>
        </p:nvGrpSpPr>
        <p:grpSpPr>
          <a:xfrm>
            <a:off x="4604196" y="3485393"/>
            <a:ext cx="367255" cy="244486"/>
            <a:chOff x="4629306" y="3409193"/>
            <a:chExt cx="367255" cy="244486"/>
          </a:xfrm>
        </p:grpSpPr>
        <p:sp>
          <p:nvSpPr>
            <p:cNvPr id="11813" name="Google Shape;11813;p65"/>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5"/>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5"/>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5"/>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5"/>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5"/>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5"/>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5"/>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5"/>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5"/>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3" name="Google Shape;11823;p65"/>
          <p:cNvGrpSpPr/>
          <p:nvPr/>
        </p:nvGrpSpPr>
        <p:grpSpPr>
          <a:xfrm>
            <a:off x="4168380" y="3426284"/>
            <a:ext cx="289939" cy="334661"/>
            <a:chOff x="4193490" y="3350084"/>
            <a:chExt cx="289939" cy="334661"/>
          </a:xfrm>
        </p:grpSpPr>
        <p:sp>
          <p:nvSpPr>
            <p:cNvPr id="11824" name="Google Shape;11824;p65"/>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5"/>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5"/>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5"/>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5"/>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5"/>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5"/>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5"/>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5"/>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5"/>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65"/>
          <p:cNvGrpSpPr/>
          <p:nvPr/>
        </p:nvGrpSpPr>
        <p:grpSpPr>
          <a:xfrm>
            <a:off x="6508171" y="3427430"/>
            <a:ext cx="357037" cy="357005"/>
            <a:chOff x="6533281" y="3351230"/>
            <a:chExt cx="357037" cy="357005"/>
          </a:xfrm>
        </p:grpSpPr>
        <p:sp>
          <p:nvSpPr>
            <p:cNvPr id="11835" name="Google Shape;11835;p65"/>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5"/>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5"/>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8" name="Google Shape;11838;p65"/>
          <p:cNvGrpSpPr/>
          <p:nvPr/>
        </p:nvGrpSpPr>
        <p:grpSpPr>
          <a:xfrm>
            <a:off x="6033331" y="3427430"/>
            <a:ext cx="357387" cy="357005"/>
            <a:chOff x="6058441" y="3351230"/>
            <a:chExt cx="357387" cy="357005"/>
          </a:xfrm>
        </p:grpSpPr>
        <p:sp>
          <p:nvSpPr>
            <p:cNvPr id="11839" name="Google Shape;11839;p65"/>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5"/>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1" name="Google Shape;11841;p65"/>
          <p:cNvGrpSpPr/>
          <p:nvPr/>
        </p:nvGrpSpPr>
        <p:grpSpPr>
          <a:xfrm>
            <a:off x="7932373" y="3427048"/>
            <a:ext cx="357387" cy="357387"/>
            <a:chOff x="7957483" y="3350848"/>
            <a:chExt cx="357387" cy="357387"/>
          </a:xfrm>
        </p:grpSpPr>
        <p:sp>
          <p:nvSpPr>
            <p:cNvPr id="11842" name="Google Shape;11842;p65"/>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5"/>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65"/>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5" name="Google Shape;11845;p65"/>
          <p:cNvGrpSpPr/>
          <p:nvPr/>
        </p:nvGrpSpPr>
        <p:grpSpPr>
          <a:xfrm>
            <a:off x="6982661" y="3427430"/>
            <a:ext cx="357387" cy="357005"/>
            <a:chOff x="7007771" y="3351230"/>
            <a:chExt cx="357387" cy="357005"/>
          </a:xfrm>
        </p:grpSpPr>
        <p:sp>
          <p:nvSpPr>
            <p:cNvPr id="11846" name="Google Shape;11846;p65"/>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65"/>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65"/>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5"/>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5"/>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65"/>
          <p:cNvGrpSpPr/>
          <p:nvPr/>
        </p:nvGrpSpPr>
        <p:grpSpPr>
          <a:xfrm>
            <a:off x="5083620" y="3427430"/>
            <a:ext cx="357005" cy="357005"/>
            <a:chOff x="5108729" y="3351230"/>
            <a:chExt cx="357005" cy="357005"/>
          </a:xfrm>
        </p:grpSpPr>
        <p:sp>
          <p:nvSpPr>
            <p:cNvPr id="11852" name="Google Shape;11852;p65"/>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5"/>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4" name="Google Shape;11854;p65"/>
          <p:cNvGrpSpPr/>
          <p:nvPr/>
        </p:nvGrpSpPr>
        <p:grpSpPr>
          <a:xfrm>
            <a:off x="5558459" y="3427430"/>
            <a:ext cx="357419" cy="357005"/>
            <a:chOff x="5583569" y="3351230"/>
            <a:chExt cx="357419" cy="357005"/>
          </a:xfrm>
        </p:grpSpPr>
        <p:sp>
          <p:nvSpPr>
            <p:cNvPr id="11855" name="Google Shape;11855;p65"/>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5"/>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7" name="Google Shape;11857;p65"/>
          <p:cNvGrpSpPr/>
          <p:nvPr/>
        </p:nvGrpSpPr>
        <p:grpSpPr>
          <a:xfrm>
            <a:off x="7457119" y="3427430"/>
            <a:ext cx="357419" cy="357005"/>
            <a:chOff x="7482229" y="3351230"/>
            <a:chExt cx="357419" cy="357005"/>
          </a:xfrm>
        </p:grpSpPr>
        <p:sp>
          <p:nvSpPr>
            <p:cNvPr id="11858" name="Google Shape;11858;p65"/>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5"/>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65"/>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65"/>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65"/>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3" name="Google Shape;11863;p65"/>
          <p:cNvGrpSpPr/>
          <p:nvPr/>
        </p:nvGrpSpPr>
        <p:grpSpPr>
          <a:xfrm>
            <a:off x="3739375" y="2966882"/>
            <a:ext cx="222874" cy="345737"/>
            <a:chOff x="3764485" y="2890682"/>
            <a:chExt cx="222874" cy="345737"/>
          </a:xfrm>
        </p:grpSpPr>
        <p:sp>
          <p:nvSpPr>
            <p:cNvPr id="11864" name="Google Shape;11864;p65"/>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5"/>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5"/>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7" name="Google Shape;11867;p65"/>
          <p:cNvGrpSpPr/>
          <p:nvPr/>
        </p:nvGrpSpPr>
        <p:grpSpPr>
          <a:xfrm>
            <a:off x="2213507" y="2984331"/>
            <a:ext cx="422596" cy="310382"/>
            <a:chOff x="2278533" y="2937377"/>
            <a:chExt cx="346788" cy="254704"/>
          </a:xfrm>
        </p:grpSpPr>
        <p:sp>
          <p:nvSpPr>
            <p:cNvPr id="11868" name="Google Shape;11868;p65"/>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5"/>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0" name="Google Shape;11870;p65"/>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1" name="Google Shape;11871;p65"/>
          <p:cNvGrpSpPr/>
          <p:nvPr/>
        </p:nvGrpSpPr>
        <p:grpSpPr>
          <a:xfrm>
            <a:off x="1811527" y="2967710"/>
            <a:ext cx="286152" cy="346438"/>
            <a:chOff x="1836637" y="2891510"/>
            <a:chExt cx="286152" cy="346438"/>
          </a:xfrm>
        </p:grpSpPr>
        <p:sp>
          <p:nvSpPr>
            <p:cNvPr id="11872" name="Google Shape;11872;p65"/>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5"/>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5"/>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65"/>
          <p:cNvGrpSpPr/>
          <p:nvPr/>
        </p:nvGrpSpPr>
        <p:grpSpPr>
          <a:xfrm>
            <a:off x="5560751" y="2982129"/>
            <a:ext cx="379764" cy="337684"/>
            <a:chOff x="5585861" y="2905929"/>
            <a:chExt cx="379764" cy="337684"/>
          </a:xfrm>
        </p:grpSpPr>
        <p:sp>
          <p:nvSpPr>
            <p:cNvPr id="11876" name="Google Shape;11876;p65"/>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5"/>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5"/>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5"/>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0" name="Google Shape;11880;p65"/>
          <p:cNvGrpSpPr/>
          <p:nvPr/>
        </p:nvGrpSpPr>
        <p:grpSpPr>
          <a:xfrm>
            <a:off x="1302566" y="2986680"/>
            <a:ext cx="347934" cy="310024"/>
            <a:chOff x="1327676" y="2910480"/>
            <a:chExt cx="347934" cy="310024"/>
          </a:xfrm>
        </p:grpSpPr>
        <p:sp>
          <p:nvSpPr>
            <p:cNvPr id="11881" name="Google Shape;11881;p65"/>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5"/>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5"/>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5"/>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5"/>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86" name="Google Shape;11886;p65"/>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87" name="Google Shape;11887;p65"/>
          <p:cNvGrpSpPr/>
          <p:nvPr/>
        </p:nvGrpSpPr>
        <p:grpSpPr>
          <a:xfrm>
            <a:off x="2728291" y="2945764"/>
            <a:ext cx="382828" cy="358601"/>
            <a:chOff x="2753373" y="2902523"/>
            <a:chExt cx="347552" cy="325557"/>
          </a:xfrm>
        </p:grpSpPr>
        <p:sp>
          <p:nvSpPr>
            <p:cNvPr id="11888" name="Google Shape;11888;p65"/>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5"/>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5"/>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5"/>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5"/>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5"/>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65"/>
          <p:cNvGrpSpPr/>
          <p:nvPr/>
        </p:nvGrpSpPr>
        <p:grpSpPr>
          <a:xfrm>
            <a:off x="823906" y="2979455"/>
            <a:ext cx="356655" cy="335425"/>
            <a:chOff x="849016" y="2903255"/>
            <a:chExt cx="356655" cy="335425"/>
          </a:xfrm>
        </p:grpSpPr>
        <p:sp>
          <p:nvSpPr>
            <p:cNvPr id="11895" name="Google Shape;11895;p65"/>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5"/>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5"/>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5"/>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5"/>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5"/>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5"/>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5"/>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5"/>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5"/>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5"/>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6" name="Google Shape;11906;p65"/>
          <p:cNvGrpSpPr/>
          <p:nvPr/>
        </p:nvGrpSpPr>
        <p:grpSpPr>
          <a:xfrm>
            <a:off x="4185823" y="3002977"/>
            <a:ext cx="280072" cy="275520"/>
            <a:chOff x="4210933" y="2926777"/>
            <a:chExt cx="280072" cy="275520"/>
          </a:xfrm>
        </p:grpSpPr>
        <p:sp>
          <p:nvSpPr>
            <p:cNvPr id="11907" name="Google Shape;11907;p65"/>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5"/>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5"/>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5"/>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5"/>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5"/>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5"/>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5"/>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5"/>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65"/>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5"/>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5"/>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5"/>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65"/>
          <p:cNvGrpSpPr/>
          <p:nvPr/>
        </p:nvGrpSpPr>
        <p:grpSpPr>
          <a:xfrm>
            <a:off x="4642106" y="2991582"/>
            <a:ext cx="320273" cy="318395"/>
            <a:chOff x="4667216" y="2915382"/>
            <a:chExt cx="320273" cy="318395"/>
          </a:xfrm>
        </p:grpSpPr>
        <p:sp>
          <p:nvSpPr>
            <p:cNvPr id="11921" name="Google Shape;11921;p65"/>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5"/>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5"/>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5"/>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65"/>
          <p:cNvGrpSpPr/>
          <p:nvPr/>
        </p:nvGrpSpPr>
        <p:grpSpPr>
          <a:xfrm>
            <a:off x="5145370" y="3010839"/>
            <a:ext cx="261929" cy="280550"/>
            <a:chOff x="5170480" y="2934639"/>
            <a:chExt cx="261929" cy="280550"/>
          </a:xfrm>
        </p:grpSpPr>
        <p:sp>
          <p:nvSpPr>
            <p:cNvPr id="11926" name="Google Shape;11926;p65"/>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5"/>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5"/>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65"/>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5"/>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5"/>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5"/>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3" name="Google Shape;11933;p65"/>
          <p:cNvGrpSpPr/>
          <p:nvPr/>
        </p:nvGrpSpPr>
        <p:grpSpPr>
          <a:xfrm>
            <a:off x="6044313" y="2968091"/>
            <a:ext cx="362321" cy="364231"/>
            <a:chOff x="6069423" y="2891892"/>
            <a:chExt cx="362321" cy="364231"/>
          </a:xfrm>
        </p:grpSpPr>
        <p:sp>
          <p:nvSpPr>
            <p:cNvPr id="11934" name="Google Shape;11934;p65"/>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5"/>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5"/>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65"/>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5"/>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5"/>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0" name="Google Shape;11940;p65"/>
          <p:cNvGrpSpPr/>
          <p:nvPr/>
        </p:nvGrpSpPr>
        <p:grpSpPr>
          <a:xfrm>
            <a:off x="6546845" y="2995370"/>
            <a:ext cx="308878" cy="311170"/>
            <a:chOff x="6571955" y="2919170"/>
            <a:chExt cx="308878" cy="311170"/>
          </a:xfrm>
        </p:grpSpPr>
        <p:sp>
          <p:nvSpPr>
            <p:cNvPr id="11941" name="Google Shape;11941;p65"/>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5"/>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5"/>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5"/>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5"/>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5"/>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5"/>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5"/>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5"/>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5"/>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1" name="Google Shape;11951;p65"/>
          <p:cNvGrpSpPr/>
          <p:nvPr/>
        </p:nvGrpSpPr>
        <p:grpSpPr>
          <a:xfrm>
            <a:off x="7474944" y="3010935"/>
            <a:ext cx="350576" cy="280454"/>
            <a:chOff x="7500054" y="2934735"/>
            <a:chExt cx="350576" cy="280454"/>
          </a:xfrm>
        </p:grpSpPr>
        <p:sp>
          <p:nvSpPr>
            <p:cNvPr id="11952" name="Google Shape;11952;p65"/>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5"/>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5"/>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5"/>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5"/>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5"/>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5"/>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5"/>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0" name="Google Shape;11960;p65"/>
          <p:cNvGrpSpPr/>
          <p:nvPr/>
        </p:nvGrpSpPr>
        <p:grpSpPr>
          <a:xfrm>
            <a:off x="6987570" y="2950862"/>
            <a:ext cx="332012" cy="355454"/>
            <a:chOff x="7055134" y="2919170"/>
            <a:chExt cx="290321" cy="310820"/>
          </a:xfrm>
        </p:grpSpPr>
        <p:sp>
          <p:nvSpPr>
            <p:cNvPr id="11961" name="Google Shape;11961;p65"/>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5"/>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5"/>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5"/>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5"/>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5"/>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5"/>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5"/>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5"/>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65"/>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65"/>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5"/>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5"/>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5"/>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5" name="Google Shape;11975;p65"/>
          <p:cNvGrpSpPr/>
          <p:nvPr/>
        </p:nvGrpSpPr>
        <p:grpSpPr>
          <a:xfrm>
            <a:off x="7960033" y="2976813"/>
            <a:ext cx="330109" cy="347552"/>
            <a:chOff x="7985143" y="2900613"/>
            <a:chExt cx="330109" cy="347552"/>
          </a:xfrm>
        </p:grpSpPr>
        <p:sp>
          <p:nvSpPr>
            <p:cNvPr id="11976" name="Google Shape;11976;p65"/>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5"/>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5"/>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5"/>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5"/>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5"/>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5"/>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5"/>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4" name="Google Shape;11984;p65"/>
          <p:cNvGrpSpPr/>
          <p:nvPr/>
        </p:nvGrpSpPr>
        <p:grpSpPr>
          <a:xfrm>
            <a:off x="7965731" y="2511426"/>
            <a:ext cx="354363" cy="353631"/>
            <a:chOff x="7990840" y="2435226"/>
            <a:chExt cx="354363" cy="353631"/>
          </a:xfrm>
        </p:grpSpPr>
        <p:sp>
          <p:nvSpPr>
            <p:cNvPr id="11985" name="Google Shape;11985;p65"/>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5"/>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5"/>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8" name="Google Shape;11988;p65"/>
          <p:cNvGrpSpPr/>
          <p:nvPr/>
        </p:nvGrpSpPr>
        <p:grpSpPr>
          <a:xfrm>
            <a:off x="1792207" y="2556530"/>
            <a:ext cx="350958" cy="263043"/>
            <a:chOff x="1817317" y="2480330"/>
            <a:chExt cx="350958" cy="263043"/>
          </a:xfrm>
        </p:grpSpPr>
        <p:sp>
          <p:nvSpPr>
            <p:cNvPr id="11989" name="Google Shape;11989;p65"/>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5"/>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5"/>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5"/>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5"/>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4" name="Google Shape;11994;p65"/>
          <p:cNvGrpSpPr/>
          <p:nvPr/>
        </p:nvGrpSpPr>
        <p:grpSpPr>
          <a:xfrm>
            <a:off x="1316617" y="2559549"/>
            <a:ext cx="419913" cy="308109"/>
            <a:chOff x="1341727" y="2483349"/>
            <a:chExt cx="419913" cy="308109"/>
          </a:xfrm>
        </p:grpSpPr>
        <p:sp>
          <p:nvSpPr>
            <p:cNvPr id="11995" name="Google Shape;11995;p65"/>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5"/>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5"/>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8" name="Google Shape;11998;p65"/>
          <p:cNvGrpSpPr/>
          <p:nvPr/>
        </p:nvGrpSpPr>
        <p:grpSpPr>
          <a:xfrm>
            <a:off x="829222" y="2523936"/>
            <a:ext cx="376358" cy="330109"/>
            <a:chOff x="854332" y="2447736"/>
            <a:chExt cx="376358" cy="330109"/>
          </a:xfrm>
        </p:grpSpPr>
        <p:sp>
          <p:nvSpPr>
            <p:cNvPr id="11999" name="Google Shape;11999;p65"/>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5"/>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5"/>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5"/>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65"/>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5"/>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5"/>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5"/>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7" name="Google Shape;12007;p65"/>
          <p:cNvGrpSpPr/>
          <p:nvPr/>
        </p:nvGrpSpPr>
        <p:grpSpPr>
          <a:xfrm>
            <a:off x="4181653" y="2527151"/>
            <a:ext cx="322151" cy="322374"/>
            <a:chOff x="4206763" y="2450951"/>
            <a:chExt cx="322151" cy="322374"/>
          </a:xfrm>
        </p:grpSpPr>
        <p:sp>
          <p:nvSpPr>
            <p:cNvPr id="12008" name="Google Shape;12008;p65"/>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65"/>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0" name="Google Shape;12010;p65"/>
          <p:cNvGrpSpPr/>
          <p:nvPr/>
        </p:nvGrpSpPr>
        <p:grpSpPr>
          <a:xfrm>
            <a:off x="7491236" y="2526259"/>
            <a:ext cx="327976" cy="324316"/>
            <a:chOff x="7528096" y="2450059"/>
            <a:chExt cx="327976" cy="324316"/>
          </a:xfrm>
        </p:grpSpPr>
        <p:sp>
          <p:nvSpPr>
            <p:cNvPr id="12011" name="Google Shape;12011;p65"/>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5"/>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65"/>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65"/>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5"/>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6" name="Google Shape;12016;p65"/>
          <p:cNvGrpSpPr/>
          <p:nvPr/>
        </p:nvGrpSpPr>
        <p:grpSpPr>
          <a:xfrm>
            <a:off x="7052019" y="2588742"/>
            <a:ext cx="282364" cy="198619"/>
            <a:chOff x="7077129" y="2512542"/>
            <a:chExt cx="282364" cy="198619"/>
          </a:xfrm>
        </p:grpSpPr>
        <p:sp>
          <p:nvSpPr>
            <p:cNvPr id="12017" name="Google Shape;12017;p65"/>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5"/>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5"/>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65"/>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5"/>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5"/>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3" name="Google Shape;12023;p65"/>
          <p:cNvGrpSpPr/>
          <p:nvPr/>
        </p:nvGrpSpPr>
        <p:grpSpPr>
          <a:xfrm>
            <a:off x="3700351" y="2520912"/>
            <a:ext cx="334279" cy="334661"/>
            <a:chOff x="3725461" y="2444712"/>
            <a:chExt cx="334279" cy="334661"/>
          </a:xfrm>
        </p:grpSpPr>
        <p:sp>
          <p:nvSpPr>
            <p:cNvPr id="12024" name="Google Shape;12024;p65"/>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5"/>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65"/>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5"/>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5"/>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5"/>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5"/>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1" name="Google Shape;12031;p65"/>
          <p:cNvGrpSpPr/>
          <p:nvPr/>
        </p:nvGrpSpPr>
        <p:grpSpPr>
          <a:xfrm>
            <a:off x="6552128" y="2533421"/>
            <a:ext cx="332019" cy="310788"/>
            <a:chOff x="6577238" y="2457221"/>
            <a:chExt cx="332019" cy="310788"/>
          </a:xfrm>
        </p:grpSpPr>
        <p:sp>
          <p:nvSpPr>
            <p:cNvPr id="12032" name="Google Shape;12032;p65"/>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5"/>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5"/>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5"/>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5"/>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5"/>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8" name="Google Shape;12038;p65"/>
          <p:cNvGrpSpPr/>
          <p:nvPr/>
        </p:nvGrpSpPr>
        <p:grpSpPr>
          <a:xfrm>
            <a:off x="2793451" y="2515978"/>
            <a:ext cx="247892" cy="346024"/>
            <a:chOff x="2818561" y="2439778"/>
            <a:chExt cx="247892" cy="346024"/>
          </a:xfrm>
        </p:grpSpPr>
        <p:sp>
          <p:nvSpPr>
            <p:cNvPr id="12039" name="Google Shape;12039;p65"/>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5"/>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5"/>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5"/>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5"/>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5"/>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5"/>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5"/>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5"/>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5"/>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5"/>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5"/>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1" name="Google Shape;12051;p65"/>
          <p:cNvGrpSpPr/>
          <p:nvPr/>
        </p:nvGrpSpPr>
        <p:grpSpPr>
          <a:xfrm>
            <a:off x="3182668" y="2550832"/>
            <a:ext cx="419933" cy="275170"/>
            <a:chOff x="3207778" y="2474632"/>
            <a:chExt cx="419933" cy="275170"/>
          </a:xfrm>
        </p:grpSpPr>
        <p:sp>
          <p:nvSpPr>
            <p:cNvPr id="12052" name="Google Shape;12052;p65"/>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5"/>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5"/>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5"/>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5"/>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65"/>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5"/>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5"/>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5"/>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5"/>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5"/>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65"/>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5"/>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5"/>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6" name="Google Shape;12066;p65"/>
          <p:cNvGrpSpPr/>
          <p:nvPr/>
        </p:nvGrpSpPr>
        <p:grpSpPr>
          <a:xfrm>
            <a:off x="6074265" y="2532275"/>
            <a:ext cx="337684" cy="314194"/>
            <a:chOff x="6099375" y="2456075"/>
            <a:chExt cx="337684" cy="314194"/>
          </a:xfrm>
        </p:grpSpPr>
        <p:sp>
          <p:nvSpPr>
            <p:cNvPr id="12067" name="Google Shape;12067;p65"/>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5"/>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9" name="Google Shape;12069;p65"/>
          <p:cNvGrpSpPr/>
          <p:nvPr/>
        </p:nvGrpSpPr>
        <p:grpSpPr>
          <a:xfrm>
            <a:off x="2287513" y="2544784"/>
            <a:ext cx="312698" cy="286534"/>
            <a:chOff x="2312623" y="2468584"/>
            <a:chExt cx="312698" cy="286534"/>
          </a:xfrm>
        </p:grpSpPr>
        <p:sp>
          <p:nvSpPr>
            <p:cNvPr id="12070" name="Google Shape;12070;p65"/>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5"/>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5"/>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65"/>
          <p:cNvGrpSpPr/>
          <p:nvPr/>
        </p:nvGrpSpPr>
        <p:grpSpPr>
          <a:xfrm>
            <a:off x="5593695" y="2517124"/>
            <a:ext cx="345292" cy="342618"/>
            <a:chOff x="5618805" y="2440924"/>
            <a:chExt cx="345292" cy="342618"/>
          </a:xfrm>
        </p:grpSpPr>
        <p:sp>
          <p:nvSpPr>
            <p:cNvPr id="12074" name="Google Shape;12074;p65"/>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5"/>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5"/>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5"/>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5"/>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9" name="Google Shape;12079;p65"/>
          <p:cNvGrpSpPr/>
          <p:nvPr/>
        </p:nvGrpSpPr>
        <p:grpSpPr>
          <a:xfrm>
            <a:off x="4628069" y="2522790"/>
            <a:ext cx="377886" cy="331255"/>
            <a:chOff x="4653179" y="2446590"/>
            <a:chExt cx="377886" cy="331255"/>
          </a:xfrm>
        </p:grpSpPr>
        <p:sp>
          <p:nvSpPr>
            <p:cNvPr id="12080" name="Google Shape;12080;p65"/>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5"/>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5"/>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5"/>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65"/>
          <p:cNvGrpSpPr/>
          <p:nvPr/>
        </p:nvGrpSpPr>
        <p:grpSpPr>
          <a:xfrm>
            <a:off x="5159407" y="2535681"/>
            <a:ext cx="252062" cy="305122"/>
            <a:chOff x="5184517" y="2459481"/>
            <a:chExt cx="252062" cy="305122"/>
          </a:xfrm>
        </p:grpSpPr>
        <p:sp>
          <p:nvSpPr>
            <p:cNvPr id="12085" name="Google Shape;12085;p65"/>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5"/>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5"/>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5"/>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65"/>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5"/>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91" name="Google Shape;12091;p65"/>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2" name="Google Shape;12092;p65"/>
          <p:cNvGrpSpPr/>
          <p:nvPr/>
        </p:nvGrpSpPr>
        <p:grpSpPr>
          <a:xfrm>
            <a:off x="6130349" y="2045308"/>
            <a:ext cx="249770" cy="363849"/>
            <a:chOff x="6155459" y="1969108"/>
            <a:chExt cx="249770" cy="363849"/>
          </a:xfrm>
        </p:grpSpPr>
        <p:sp>
          <p:nvSpPr>
            <p:cNvPr id="12093" name="Google Shape;12093;p65"/>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5"/>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5"/>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5"/>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5"/>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5"/>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5"/>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5"/>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5"/>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2" name="Google Shape;12102;p65"/>
          <p:cNvGrpSpPr/>
          <p:nvPr/>
        </p:nvGrpSpPr>
        <p:grpSpPr>
          <a:xfrm>
            <a:off x="2254919" y="2046804"/>
            <a:ext cx="353631" cy="354395"/>
            <a:chOff x="2280029" y="1970604"/>
            <a:chExt cx="353631" cy="354395"/>
          </a:xfrm>
        </p:grpSpPr>
        <p:sp>
          <p:nvSpPr>
            <p:cNvPr id="12103" name="Google Shape;12103;p65"/>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5"/>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5"/>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5"/>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7" name="Google Shape;12107;p65"/>
          <p:cNvGrpSpPr/>
          <p:nvPr/>
        </p:nvGrpSpPr>
        <p:grpSpPr>
          <a:xfrm>
            <a:off x="8039990" y="2076374"/>
            <a:ext cx="255086" cy="301685"/>
            <a:chOff x="8065100" y="2000174"/>
            <a:chExt cx="255086" cy="301685"/>
          </a:xfrm>
        </p:grpSpPr>
        <p:sp>
          <p:nvSpPr>
            <p:cNvPr id="12108" name="Google Shape;12108;p65"/>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5"/>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5"/>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5"/>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2" name="Google Shape;12112;p65"/>
          <p:cNvGrpSpPr/>
          <p:nvPr/>
        </p:nvGrpSpPr>
        <p:grpSpPr>
          <a:xfrm>
            <a:off x="6608595" y="2045308"/>
            <a:ext cx="249420" cy="363849"/>
            <a:chOff x="6633705" y="1969108"/>
            <a:chExt cx="249420" cy="363849"/>
          </a:xfrm>
        </p:grpSpPr>
        <p:sp>
          <p:nvSpPr>
            <p:cNvPr id="12113" name="Google Shape;12113;p65"/>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5"/>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5"/>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5"/>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5"/>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5"/>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65"/>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5"/>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1" name="Google Shape;12121;p65"/>
          <p:cNvGrpSpPr/>
          <p:nvPr/>
        </p:nvGrpSpPr>
        <p:grpSpPr>
          <a:xfrm>
            <a:off x="5185921" y="2045308"/>
            <a:ext cx="226661" cy="363467"/>
            <a:chOff x="5211031" y="1969108"/>
            <a:chExt cx="226661" cy="363467"/>
          </a:xfrm>
        </p:grpSpPr>
        <p:sp>
          <p:nvSpPr>
            <p:cNvPr id="12122" name="Google Shape;12122;p65"/>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5"/>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4" name="Google Shape;12124;p65"/>
          <p:cNvGrpSpPr/>
          <p:nvPr/>
        </p:nvGrpSpPr>
        <p:grpSpPr>
          <a:xfrm>
            <a:off x="3687842" y="2046804"/>
            <a:ext cx="354363" cy="354395"/>
            <a:chOff x="3712952" y="1970604"/>
            <a:chExt cx="354363" cy="354395"/>
          </a:xfrm>
        </p:grpSpPr>
        <p:sp>
          <p:nvSpPr>
            <p:cNvPr id="12125" name="Google Shape;12125;p65"/>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5"/>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5"/>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65"/>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5"/>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5"/>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5"/>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5"/>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5"/>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65"/>
          <p:cNvGrpSpPr/>
          <p:nvPr/>
        </p:nvGrpSpPr>
        <p:grpSpPr>
          <a:xfrm>
            <a:off x="3210329" y="2046804"/>
            <a:ext cx="354363" cy="354745"/>
            <a:chOff x="3235438" y="1970604"/>
            <a:chExt cx="354363" cy="354745"/>
          </a:xfrm>
        </p:grpSpPr>
        <p:sp>
          <p:nvSpPr>
            <p:cNvPr id="12135" name="Google Shape;12135;p65"/>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5"/>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65"/>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5"/>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5"/>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5"/>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5"/>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5"/>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5"/>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5"/>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5"/>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5"/>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5"/>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65"/>
          <p:cNvGrpSpPr/>
          <p:nvPr/>
        </p:nvGrpSpPr>
        <p:grpSpPr>
          <a:xfrm>
            <a:off x="1304475" y="2066125"/>
            <a:ext cx="341472" cy="335074"/>
            <a:chOff x="1329585" y="1989925"/>
            <a:chExt cx="341472" cy="335074"/>
          </a:xfrm>
        </p:grpSpPr>
        <p:sp>
          <p:nvSpPr>
            <p:cNvPr id="12149" name="Google Shape;12149;p65"/>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5"/>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5"/>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2" name="Google Shape;12152;p65"/>
          <p:cNvGrpSpPr/>
          <p:nvPr/>
        </p:nvGrpSpPr>
        <p:grpSpPr>
          <a:xfrm>
            <a:off x="5566761" y="2066106"/>
            <a:ext cx="416649" cy="325597"/>
            <a:chOff x="5626763" y="2013829"/>
            <a:chExt cx="351722" cy="274788"/>
          </a:xfrm>
        </p:grpSpPr>
        <p:sp>
          <p:nvSpPr>
            <p:cNvPr id="12153" name="Google Shape;12153;p65"/>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5"/>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5"/>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5"/>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5"/>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5"/>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5"/>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5"/>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65"/>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5"/>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3" name="Google Shape;12163;p65"/>
          <p:cNvGrpSpPr/>
          <p:nvPr/>
        </p:nvGrpSpPr>
        <p:grpSpPr>
          <a:xfrm>
            <a:off x="7551495" y="2060077"/>
            <a:ext cx="276698" cy="333133"/>
            <a:chOff x="7576605" y="1983877"/>
            <a:chExt cx="276698" cy="333133"/>
          </a:xfrm>
        </p:grpSpPr>
        <p:sp>
          <p:nvSpPr>
            <p:cNvPr id="12164" name="Google Shape;12164;p65"/>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5"/>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6" name="Google Shape;12166;p65"/>
          <p:cNvGrpSpPr/>
          <p:nvPr/>
        </p:nvGrpSpPr>
        <p:grpSpPr>
          <a:xfrm>
            <a:off x="828458" y="2051738"/>
            <a:ext cx="337334" cy="353599"/>
            <a:chOff x="853568" y="1975538"/>
            <a:chExt cx="337334" cy="353599"/>
          </a:xfrm>
        </p:grpSpPr>
        <p:sp>
          <p:nvSpPr>
            <p:cNvPr id="12167" name="Google Shape;12167;p65"/>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65"/>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5"/>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5"/>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65"/>
          <p:cNvGrpSpPr/>
          <p:nvPr/>
        </p:nvGrpSpPr>
        <p:grpSpPr>
          <a:xfrm>
            <a:off x="2733192" y="2085828"/>
            <a:ext cx="327085" cy="277080"/>
            <a:chOff x="2770052" y="2009628"/>
            <a:chExt cx="327085" cy="277080"/>
          </a:xfrm>
        </p:grpSpPr>
        <p:sp>
          <p:nvSpPr>
            <p:cNvPr id="12172" name="Google Shape;12172;p65"/>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65"/>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74" name="Google Shape;12174;p65"/>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75" name="Google Shape;12175;p65"/>
          <p:cNvGrpSpPr/>
          <p:nvPr/>
        </p:nvGrpSpPr>
        <p:grpSpPr>
          <a:xfrm>
            <a:off x="4170289" y="2046804"/>
            <a:ext cx="344878" cy="343573"/>
            <a:chOff x="4195399" y="1970604"/>
            <a:chExt cx="344878" cy="343573"/>
          </a:xfrm>
        </p:grpSpPr>
        <p:sp>
          <p:nvSpPr>
            <p:cNvPr id="12176" name="Google Shape;12176;p65"/>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5"/>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5"/>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5"/>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0" name="Google Shape;12180;p65"/>
          <p:cNvGrpSpPr/>
          <p:nvPr/>
        </p:nvGrpSpPr>
        <p:grpSpPr>
          <a:xfrm>
            <a:off x="4649681" y="2053647"/>
            <a:ext cx="344528" cy="344114"/>
            <a:chOff x="4674791" y="1977447"/>
            <a:chExt cx="344528" cy="344114"/>
          </a:xfrm>
        </p:grpSpPr>
        <p:sp>
          <p:nvSpPr>
            <p:cNvPr id="12181" name="Google Shape;12181;p65"/>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5"/>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5"/>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65"/>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65"/>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5"/>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5"/>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5"/>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5"/>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5"/>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5"/>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5"/>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5"/>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5"/>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65"/>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5"/>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5"/>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5"/>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5"/>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5"/>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5"/>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65"/>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65"/>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5"/>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5"/>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65"/>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7" name="Google Shape;12207;p65"/>
          <p:cNvGrpSpPr/>
          <p:nvPr/>
        </p:nvGrpSpPr>
        <p:grpSpPr>
          <a:xfrm>
            <a:off x="6058700" y="1623497"/>
            <a:ext cx="382819" cy="310788"/>
            <a:chOff x="6083810" y="1547297"/>
            <a:chExt cx="382819" cy="310788"/>
          </a:xfrm>
        </p:grpSpPr>
        <p:sp>
          <p:nvSpPr>
            <p:cNvPr id="12208" name="Google Shape;12208;p65"/>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5"/>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5"/>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5"/>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65"/>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5"/>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5"/>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5"/>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5"/>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5"/>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5"/>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5"/>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5"/>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65"/>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65"/>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5"/>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65"/>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5"/>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6" name="Google Shape;12226;p65"/>
          <p:cNvGrpSpPr/>
          <p:nvPr/>
        </p:nvGrpSpPr>
        <p:grpSpPr>
          <a:xfrm>
            <a:off x="6533190" y="1614393"/>
            <a:ext cx="382788" cy="328613"/>
            <a:chOff x="6558300" y="1538193"/>
            <a:chExt cx="382788" cy="328613"/>
          </a:xfrm>
        </p:grpSpPr>
        <p:sp>
          <p:nvSpPr>
            <p:cNvPr id="12227" name="Google Shape;12227;p65"/>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5"/>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65"/>
          <p:cNvGrpSpPr/>
          <p:nvPr/>
        </p:nvGrpSpPr>
        <p:grpSpPr>
          <a:xfrm>
            <a:off x="5168892" y="1587497"/>
            <a:ext cx="259605" cy="346024"/>
            <a:chOff x="5194002" y="1511297"/>
            <a:chExt cx="259605" cy="346024"/>
          </a:xfrm>
        </p:grpSpPr>
        <p:sp>
          <p:nvSpPr>
            <p:cNvPr id="12230" name="Google Shape;12230;p65"/>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5"/>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5"/>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5"/>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65"/>
          <p:cNvGrpSpPr/>
          <p:nvPr/>
        </p:nvGrpSpPr>
        <p:grpSpPr>
          <a:xfrm>
            <a:off x="1369631" y="1588261"/>
            <a:ext cx="252444" cy="351722"/>
            <a:chOff x="1394741" y="1512061"/>
            <a:chExt cx="252444" cy="351722"/>
          </a:xfrm>
        </p:grpSpPr>
        <p:sp>
          <p:nvSpPr>
            <p:cNvPr id="12235" name="Google Shape;12235;p65"/>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5"/>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65"/>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65"/>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5"/>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5"/>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5"/>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5"/>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5"/>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5"/>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5"/>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5"/>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5"/>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5"/>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65"/>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65"/>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5"/>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2" name="Google Shape;12252;p65"/>
          <p:cNvGrpSpPr/>
          <p:nvPr/>
        </p:nvGrpSpPr>
        <p:grpSpPr>
          <a:xfrm>
            <a:off x="829986" y="1580685"/>
            <a:ext cx="380910" cy="339594"/>
            <a:chOff x="855096" y="1504485"/>
            <a:chExt cx="380910" cy="339594"/>
          </a:xfrm>
        </p:grpSpPr>
        <p:sp>
          <p:nvSpPr>
            <p:cNvPr id="12253" name="Google Shape;12253;p65"/>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5"/>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5"/>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5"/>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5"/>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65"/>
          <p:cNvGrpSpPr/>
          <p:nvPr/>
        </p:nvGrpSpPr>
        <p:grpSpPr>
          <a:xfrm>
            <a:off x="1794466" y="1587879"/>
            <a:ext cx="352103" cy="352103"/>
            <a:chOff x="1819576" y="1511679"/>
            <a:chExt cx="352103" cy="352103"/>
          </a:xfrm>
        </p:grpSpPr>
        <p:sp>
          <p:nvSpPr>
            <p:cNvPr id="12259" name="Google Shape;12259;p65"/>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5"/>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5"/>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65"/>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3" name="Google Shape;12263;p65"/>
          <p:cNvGrpSpPr/>
          <p:nvPr/>
        </p:nvGrpSpPr>
        <p:grpSpPr>
          <a:xfrm>
            <a:off x="5595987" y="1576961"/>
            <a:ext cx="371424" cy="355446"/>
            <a:chOff x="5621097" y="1500761"/>
            <a:chExt cx="371424" cy="355446"/>
          </a:xfrm>
        </p:grpSpPr>
        <p:sp>
          <p:nvSpPr>
            <p:cNvPr id="12264" name="Google Shape;12264;p65"/>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5"/>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6" name="Google Shape;12266;p65"/>
          <p:cNvGrpSpPr/>
          <p:nvPr/>
        </p:nvGrpSpPr>
        <p:grpSpPr>
          <a:xfrm>
            <a:off x="4645129" y="1617799"/>
            <a:ext cx="359679" cy="321833"/>
            <a:chOff x="4670239" y="1541599"/>
            <a:chExt cx="359679" cy="321833"/>
          </a:xfrm>
        </p:grpSpPr>
        <p:sp>
          <p:nvSpPr>
            <p:cNvPr id="12267" name="Google Shape;12267;p65"/>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5"/>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5"/>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5"/>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5"/>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2" name="Google Shape;12272;p65"/>
          <p:cNvGrpSpPr/>
          <p:nvPr/>
        </p:nvGrpSpPr>
        <p:grpSpPr>
          <a:xfrm>
            <a:off x="4187319" y="1578585"/>
            <a:ext cx="321037" cy="353822"/>
            <a:chOff x="4212429" y="1502385"/>
            <a:chExt cx="321037" cy="353822"/>
          </a:xfrm>
        </p:grpSpPr>
        <p:sp>
          <p:nvSpPr>
            <p:cNvPr id="12273" name="Google Shape;12273;p65"/>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5"/>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5"/>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65"/>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7" name="Google Shape;12277;p65"/>
          <p:cNvGrpSpPr/>
          <p:nvPr/>
        </p:nvGrpSpPr>
        <p:grpSpPr>
          <a:xfrm>
            <a:off x="2277678" y="1582181"/>
            <a:ext cx="336188" cy="335425"/>
            <a:chOff x="2302788" y="1505981"/>
            <a:chExt cx="336188" cy="335425"/>
          </a:xfrm>
        </p:grpSpPr>
        <p:sp>
          <p:nvSpPr>
            <p:cNvPr id="12278" name="Google Shape;12278;p65"/>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5"/>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5"/>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5"/>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5"/>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5"/>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5"/>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65"/>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5"/>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5"/>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5"/>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5"/>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5"/>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5"/>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5"/>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5"/>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5"/>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5" name="Google Shape;12295;p65"/>
          <p:cNvGrpSpPr/>
          <p:nvPr/>
        </p:nvGrpSpPr>
        <p:grpSpPr>
          <a:xfrm>
            <a:off x="2755191" y="1598096"/>
            <a:ext cx="333133" cy="321037"/>
            <a:chOff x="2780301" y="1521896"/>
            <a:chExt cx="333133" cy="321037"/>
          </a:xfrm>
        </p:grpSpPr>
        <p:sp>
          <p:nvSpPr>
            <p:cNvPr id="12296" name="Google Shape;12296;p65"/>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5"/>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5"/>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5"/>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5"/>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5"/>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5"/>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5"/>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65"/>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65"/>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5"/>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5"/>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5"/>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65"/>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65"/>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5"/>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5"/>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65"/>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5"/>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5"/>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6" name="Google Shape;12316;p65"/>
          <p:cNvGrpSpPr/>
          <p:nvPr/>
        </p:nvGrpSpPr>
        <p:grpSpPr>
          <a:xfrm>
            <a:off x="3291049" y="1591285"/>
            <a:ext cx="211892" cy="339594"/>
            <a:chOff x="3316159" y="1515085"/>
            <a:chExt cx="211892" cy="339594"/>
          </a:xfrm>
        </p:grpSpPr>
        <p:sp>
          <p:nvSpPr>
            <p:cNvPr id="12317" name="Google Shape;12317;p65"/>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5"/>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5"/>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0" name="Google Shape;12320;p65"/>
            <p:cNvGrpSpPr/>
            <p:nvPr/>
          </p:nvGrpSpPr>
          <p:grpSpPr>
            <a:xfrm>
              <a:off x="3316159" y="1515085"/>
              <a:ext cx="211892" cy="339594"/>
              <a:chOff x="3316159" y="1515085"/>
              <a:chExt cx="211892" cy="339594"/>
            </a:xfrm>
          </p:grpSpPr>
          <p:sp>
            <p:nvSpPr>
              <p:cNvPr id="12321" name="Google Shape;12321;p65"/>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5"/>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65"/>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5"/>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5"/>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5"/>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27" name="Google Shape;12327;p65"/>
          <p:cNvGrpSpPr/>
          <p:nvPr/>
        </p:nvGrpSpPr>
        <p:grpSpPr>
          <a:xfrm>
            <a:off x="3691248" y="1620855"/>
            <a:ext cx="361971" cy="314958"/>
            <a:chOff x="3716358" y="1544655"/>
            <a:chExt cx="361971" cy="314958"/>
          </a:xfrm>
        </p:grpSpPr>
        <p:sp>
          <p:nvSpPr>
            <p:cNvPr id="12328" name="Google Shape;12328;p65"/>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5"/>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5"/>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5"/>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5"/>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3" name="Google Shape;12333;p65"/>
            <p:cNvGrpSpPr/>
            <p:nvPr/>
          </p:nvGrpSpPr>
          <p:grpSpPr>
            <a:xfrm>
              <a:off x="3716358" y="1544655"/>
              <a:ext cx="361971" cy="314958"/>
              <a:chOff x="3716358" y="1544655"/>
              <a:chExt cx="361971" cy="314958"/>
            </a:xfrm>
          </p:grpSpPr>
          <p:sp>
            <p:nvSpPr>
              <p:cNvPr id="12334" name="Google Shape;12334;p65"/>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5"/>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5"/>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5"/>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5"/>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39" name="Google Shape;12339;p65"/>
          <p:cNvGrpSpPr/>
          <p:nvPr/>
        </p:nvGrpSpPr>
        <p:grpSpPr>
          <a:xfrm>
            <a:off x="6986814" y="1633752"/>
            <a:ext cx="499533" cy="305136"/>
            <a:chOff x="7009649" y="1541981"/>
            <a:chExt cx="524940" cy="320655"/>
          </a:xfrm>
        </p:grpSpPr>
        <p:sp>
          <p:nvSpPr>
            <p:cNvPr id="12340" name="Google Shape;12340;p65"/>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5"/>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5"/>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65"/>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65"/>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5"/>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5"/>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5"/>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65"/>
          <p:cNvGrpSpPr/>
          <p:nvPr/>
        </p:nvGrpSpPr>
        <p:grpSpPr>
          <a:xfrm>
            <a:off x="8008924" y="1594309"/>
            <a:ext cx="282746" cy="340358"/>
            <a:chOff x="8034034" y="1518109"/>
            <a:chExt cx="282746" cy="340358"/>
          </a:xfrm>
        </p:grpSpPr>
        <p:sp>
          <p:nvSpPr>
            <p:cNvPr id="12349" name="Google Shape;12349;p65"/>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5"/>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5"/>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5"/>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3" name="Google Shape;12353;p65"/>
          <p:cNvGrpSpPr/>
          <p:nvPr/>
        </p:nvGrpSpPr>
        <p:grpSpPr>
          <a:xfrm>
            <a:off x="7557192" y="1576134"/>
            <a:ext cx="369133" cy="360411"/>
            <a:chOff x="7582302" y="1499934"/>
            <a:chExt cx="369133" cy="360411"/>
          </a:xfrm>
        </p:grpSpPr>
        <p:sp>
          <p:nvSpPr>
            <p:cNvPr id="12354" name="Google Shape;12354;p65"/>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5"/>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5"/>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5"/>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5"/>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9" name="Google Shape;12359;p65"/>
          <p:cNvGrpSpPr/>
          <p:nvPr/>
        </p:nvGrpSpPr>
        <p:grpSpPr>
          <a:xfrm>
            <a:off x="6170979" y="3893352"/>
            <a:ext cx="346056" cy="345674"/>
            <a:chOff x="2238181" y="4120624"/>
            <a:chExt cx="346056" cy="345674"/>
          </a:xfrm>
        </p:grpSpPr>
        <p:grpSp>
          <p:nvGrpSpPr>
            <p:cNvPr id="12360" name="Google Shape;12360;p65"/>
            <p:cNvGrpSpPr/>
            <p:nvPr/>
          </p:nvGrpSpPr>
          <p:grpSpPr>
            <a:xfrm>
              <a:off x="2309155" y="4177413"/>
              <a:ext cx="203862" cy="231903"/>
              <a:chOff x="1512725" y="258500"/>
              <a:chExt cx="4570900" cy="5199625"/>
            </a:xfrm>
          </p:grpSpPr>
          <p:sp>
            <p:nvSpPr>
              <p:cNvPr id="12361" name="Google Shape;12361;p65"/>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65"/>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3" name="Google Shape;12363;p65"/>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4" name="Google Shape;12364;p65"/>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2368"/>
        <p:cNvGrpSpPr/>
        <p:nvPr/>
      </p:nvGrpSpPr>
      <p:grpSpPr>
        <a:xfrm>
          <a:off x="0" y="0"/>
          <a:ext cx="0" cy="0"/>
          <a:chOff x="0" y="0"/>
          <a:chExt cx="0" cy="0"/>
        </a:xfrm>
      </p:grpSpPr>
      <p:pic>
        <p:nvPicPr>
          <p:cNvPr id="12369" name="Google Shape;12369;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New Material Development Pitch Deck by Slidesgo">
  <a:themeElements>
    <a:clrScheme name="Simple Light">
      <a:dk1>
        <a:srgbClr val="191919"/>
      </a:dk1>
      <a:lt1>
        <a:srgbClr val="FFFFFF"/>
      </a:lt1>
      <a:dk2>
        <a:srgbClr val="7A7AA7"/>
      </a:dk2>
      <a:lt2>
        <a:srgbClr val="A37DB2"/>
      </a:lt2>
      <a:accent1>
        <a:srgbClr val="D2BCD6"/>
      </a:accent1>
      <a:accent2>
        <a:srgbClr val="96A8D1"/>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3822</TotalTime>
  <Words>2031</Words>
  <Application>Microsoft Office PowerPoint</Application>
  <PresentationFormat>如螢幕大小 (16:9)</PresentationFormat>
  <Paragraphs>456</Paragraphs>
  <Slides>47</Slides>
  <Notes>47</Notes>
  <HiddenSlides>33</HiddenSlides>
  <MMClips>0</MMClips>
  <ScaleCrop>false</ScaleCrop>
  <HeadingPairs>
    <vt:vector size="6" baseType="variant">
      <vt:variant>
        <vt:lpstr>使用字型</vt:lpstr>
      </vt:variant>
      <vt:variant>
        <vt:i4>11</vt:i4>
      </vt:variant>
      <vt:variant>
        <vt:lpstr>佈景主題</vt:lpstr>
      </vt:variant>
      <vt:variant>
        <vt:i4>2</vt:i4>
      </vt:variant>
      <vt:variant>
        <vt:lpstr>投影片標題</vt:lpstr>
      </vt:variant>
      <vt:variant>
        <vt:i4>47</vt:i4>
      </vt:variant>
    </vt:vector>
  </HeadingPairs>
  <TitlesOfParts>
    <vt:vector size="60" baseType="lpstr">
      <vt:lpstr>Quicksand Medium</vt:lpstr>
      <vt:lpstr>Amatic SC</vt:lpstr>
      <vt:lpstr>Nunito Light</vt:lpstr>
      <vt:lpstr>Roboto Medium</vt:lpstr>
      <vt:lpstr>Quicksand</vt:lpstr>
      <vt:lpstr>Anaheim</vt:lpstr>
      <vt:lpstr>Proxima Nova</vt:lpstr>
      <vt:lpstr>Arial</vt:lpstr>
      <vt:lpstr>Calibri</vt:lpstr>
      <vt:lpstr>Quicksand SemiBold</vt:lpstr>
      <vt:lpstr>Cambria Math</vt:lpstr>
      <vt:lpstr>New Material Development Pitch Deck by Slidesgo</vt:lpstr>
      <vt:lpstr>Slidesgo Final Pages</vt:lpstr>
      <vt:lpstr>Driver scheduling problem modelling</vt:lpstr>
      <vt:lpstr>Contents of this template</vt:lpstr>
      <vt:lpstr>Table of contents</vt:lpstr>
      <vt:lpstr>Introduction </vt:lpstr>
      <vt:lpstr>Term Explanation</vt:lpstr>
      <vt:lpstr>Introduction</vt:lpstr>
      <vt:lpstr>Evaluation Criteria</vt:lpstr>
      <vt:lpstr>SPP/SCP Model</vt:lpstr>
      <vt:lpstr>Model Matrix</vt:lpstr>
      <vt:lpstr>PowerPoint 簡報</vt:lpstr>
      <vt:lpstr>PowerPoint 簡報</vt:lpstr>
      <vt:lpstr>PowerPoint 簡報</vt:lpstr>
      <vt:lpstr>PowerPoint 簡報</vt:lpstr>
      <vt:lpstr>Key Experimental Findings</vt:lpstr>
      <vt:lpstr>Tailored Solutions: Urban vs. Suburban</vt:lpstr>
      <vt:lpstr>Conclusions: Why the New Models Succeed?</vt:lpstr>
      <vt:lpstr>Thanks!</vt:lpstr>
      <vt:lpstr>9h 55m 23s</vt:lpstr>
      <vt:lpstr>4,498,300,000</vt:lpstr>
      <vt:lpstr>Revenue by quarter</vt:lpstr>
      <vt:lpstr>Competition comparison</vt:lpstr>
      <vt:lpstr>Product infographic</vt:lpstr>
      <vt:lpstr>Timeline of your presentation</vt:lpstr>
      <vt:lpstr>Organizational chart</vt:lpstr>
      <vt:lpstr>Market size overview</vt:lpstr>
      <vt:lpstr>Roadmap infographic</vt:lpstr>
      <vt:lpstr>KPI dashboard</vt:lpstr>
      <vt:lpstr>Alternative resources</vt:lpstr>
      <vt:lpstr>Resources</vt:lpstr>
      <vt:lpstr>Instructions for use</vt:lpstr>
      <vt:lpstr>Instructions for use (premium users)</vt:lpstr>
      <vt:lpstr>Fonts &amp; colors used</vt:lpstr>
      <vt:lpstr>Storyset</vt:lpstr>
      <vt:lpstr>Use our editable graphic resources...</vt:lpstr>
      <vt:lpstr>PowerPoint 簡報</vt:lpstr>
      <vt:lpstr>PowerPoint 簡報</vt:lpstr>
      <vt:lpstr>PowerPoint 簡報</vt:lpstr>
      <vt:lpstr>PowerPoint 簡報</vt:lpstr>
      <vt:lpstr>PowerPoint 簡報</vt:lpstr>
      <vt:lpstr>...and our sets of editable icons</vt:lpstr>
      <vt:lpstr>PowerPoint 簡報</vt:lpstr>
      <vt:lpstr>PowerPoint 簡報</vt:lpstr>
      <vt:lpstr>PowerPoint 簡報</vt:lpstr>
      <vt:lpstr>PowerPoint 簡報</vt:lpstr>
      <vt:lpstr>Nature Icons</vt:lpstr>
      <vt:lpstr>SEO &amp; Marketing Icons</vt:lpstr>
      <vt:lpstr>PowerPoint 簡報</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Ian Tung</cp:lastModifiedBy>
  <cp:revision>4</cp:revision>
  <dcterms:modified xsi:type="dcterms:W3CDTF">2026-02-27T13:39:19Z</dcterms:modified>
</cp:coreProperties>
</file>